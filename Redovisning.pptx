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44" r:id="rId4"/>
  </p:sldMasterIdLst>
  <p:notesMasterIdLst>
    <p:notesMasterId r:id="rId18"/>
  </p:notesMasterIdLst>
  <p:handoutMasterIdLst>
    <p:handoutMasterId r:id="rId19"/>
  </p:handoutMasterIdLst>
  <p:sldIdLst>
    <p:sldId id="355" r:id="rId5"/>
    <p:sldId id="345" r:id="rId6"/>
    <p:sldId id="372" r:id="rId7"/>
    <p:sldId id="379" r:id="rId8"/>
    <p:sldId id="380" r:id="rId9"/>
    <p:sldId id="381" r:id="rId10"/>
    <p:sldId id="382" r:id="rId11"/>
    <p:sldId id="376" r:id="rId12"/>
    <p:sldId id="378" r:id="rId13"/>
    <p:sldId id="343" r:id="rId14"/>
    <p:sldId id="341" r:id="rId15"/>
    <p:sldId id="369" r:id="rId16"/>
    <p:sldId id="377" r:id="rId17"/>
  </p:sldIdLst>
  <p:sldSz cx="12192000" cy="6858000"/>
  <p:notesSz cx="6858000" cy="9144000"/>
  <p:defaultTextStyle>
    <a:defPPr rtl="0"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8A14AF-1A4D-4A21-9F37-495BF187981C}" v="229" dt="2025-03-20T11:54:47.083"/>
    <p1510:client id="{3134F57E-5012-0DA4-6C43-41B5FC7975E9}" v="36" dt="2025-03-20T12:12:34.124"/>
    <p1510:client id="{72D0BF0B-28C5-731B-52D6-17F858E01843}" v="448" dt="2025-03-20T13:20:11.439"/>
  </p1510:revLst>
</p1510:revInfo>
</file>

<file path=ppt/tableStyles.xml><?xml version="1.0" encoding="utf-8"?>
<a:tblStyleLst xmlns:a="http://schemas.openxmlformats.org/drawingml/2006/main" def="{5C22544A-7EE6-4342-B048-85BDC9FD1C3A}"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nas Gerne" userId="S::jge21002@student.mdu.se::90f6af91-e554-4ee8-8c73-a9724c83ff46" providerId="AD" clId="Web-{72D0BF0B-28C5-731B-52D6-17F858E01843}"/>
    <pc:docChg chg="addSld delSld modSld">
      <pc:chgData name="Jonas Gerne" userId="S::jge21002@student.mdu.se::90f6af91-e554-4ee8-8c73-a9724c83ff46" providerId="AD" clId="Web-{72D0BF0B-28C5-731B-52D6-17F858E01843}" dt="2025-03-20T13:20:11.439" v="439" actId="20577"/>
      <pc:docMkLst>
        <pc:docMk/>
      </pc:docMkLst>
      <pc:sldChg chg="addSp delSp modSp mod modClrScheme chgLayout">
        <pc:chgData name="Jonas Gerne" userId="S::jge21002@student.mdu.se::90f6af91-e554-4ee8-8c73-a9724c83ff46" providerId="AD" clId="Web-{72D0BF0B-28C5-731B-52D6-17F858E01843}" dt="2025-03-20T11:50:51.847" v="106"/>
        <pc:sldMkLst>
          <pc:docMk/>
          <pc:sldMk cId="63686572" sldId="341"/>
        </pc:sldMkLst>
        <pc:spChg chg="add del mod">
          <ac:chgData name="Jonas Gerne" userId="S::jge21002@student.mdu.se::90f6af91-e554-4ee8-8c73-a9724c83ff46" providerId="AD" clId="Web-{72D0BF0B-28C5-731B-52D6-17F858E01843}" dt="2025-03-20T11:49:24.688" v="101"/>
          <ac:spMkLst>
            <pc:docMk/>
            <pc:sldMk cId="63686572" sldId="341"/>
            <ac:spMk id="3" creationId="{4CF5D0ED-F8F1-3389-1F27-D63248BB9984}"/>
          </ac:spMkLst>
        </pc:spChg>
        <pc:spChg chg="add del mod">
          <ac:chgData name="Jonas Gerne" userId="S::jge21002@student.mdu.se::90f6af91-e554-4ee8-8c73-a9724c83ff46" providerId="AD" clId="Web-{72D0BF0B-28C5-731B-52D6-17F858E01843}" dt="2025-03-20T11:50:51.847" v="106"/>
          <ac:spMkLst>
            <pc:docMk/>
            <pc:sldMk cId="63686572" sldId="341"/>
            <ac:spMk id="5" creationId="{95BA6E42-37C8-DE63-ADB5-6B55BCB7C673}"/>
          </ac:spMkLst>
        </pc:spChg>
        <pc:spChg chg="mod ord">
          <ac:chgData name="Jonas Gerne" userId="S::jge21002@student.mdu.se::90f6af91-e554-4ee8-8c73-a9724c83ff46" providerId="AD" clId="Web-{72D0BF0B-28C5-731B-52D6-17F858E01843}" dt="2025-03-20T11:49:40.938" v="103"/>
          <ac:spMkLst>
            <pc:docMk/>
            <pc:sldMk cId="63686572" sldId="341"/>
            <ac:spMk id="15" creationId="{3DFFF8FE-0B1F-4A34-8AE0-3608529C4AF5}"/>
          </ac:spMkLst>
        </pc:spChg>
        <pc:spChg chg="mod ord">
          <ac:chgData name="Jonas Gerne" userId="S::jge21002@student.mdu.se::90f6af91-e554-4ee8-8c73-a9724c83ff46" providerId="AD" clId="Web-{72D0BF0B-28C5-731B-52D6-17F858E01843}" dt="2025-03-20T11:49:40.938" v="103"/>
          <ac:spMkLst>
            <pc:docMk/>
            <pc:sldMk cId="63686572" sldId="341"/>
            <ac:spMk id="16" creationId="{79D3D0B4-CC43-4279-8230-0E15CA6CC587}"/>
          </ac:spMkLst>
        </pc:spChg>
        <pc:spChg chg="mod ord">
          <ac:chgData name="Jonas Gerne" userId="S::jge21002@student.mdu.se::90f6af91-e554-4ee8-8c73-a9724c83ff46" providerId="AD" clId="Web-{72D0BF0B-28C5-731B-52D6-17F858E01843}" dt="2025-03-20T11:49:40.938" v="103"/>
          <ac:spMkLst>
            <pc:docMk/>
            <pc:sldMk cId="63686572" sldId="341"/>
            <ac:spMk id="22" creationId="{24499858-7E09-42AB-A3F0-2C1068A4836A}"/>
          </ac:spMkLst>
        </pc:spChg>
        <pc:spChg chg="mod ord">
          <ac:chgData name="Jonas Gerne" userId="S::jge21002@student.mdu.se::90f6af91-e554-4ee8-8c73-a9724c83ff46" providerId="AD" clId="Web-{72D0BF0B-28C5-731B-52D6-17F858E01843}" dt="2025-03-20T11:49:40.938" v="103"/>
          <ac:spMkLst>
            <pc:docMk/>
            <pc:sldMk cId="63686572" sldId="341"/>
            <ac:spMk id="23" creationId="{B3628A90-EE87-4FE9-AA39-875917A80C76}"/>
          </ac:spMkLst>
        </pc:spChg>
        <pc:spChg chg="mod ord">
          <ac:chgData name="Jonas Gerne" userId="S::jge21002@student.mdu.se::90f6af91-e554-4ee8-8c73-a9724c83ff46" providerId="AD" clId="Web-{72D0BF0B-28C5-731B-52D6-17F858E01843}" dt="2025-03-20T11:49:40.938" v="103"/>
          <ac:spMkLst>
            <pc:docMk/>
            <pc:sldMk cId="63686572" sldId="341"/>
            <ac:spMk id="24" creationId="{9481EC64-D6E1-4753-A68E-7C62AA16D214}"/>
          </ac:spMkLst>
        </pc:spChg>
        <pc:spChg chg="add del mod">
          <ac:chgData name="Jonas Gerne" userId="S::jge21002@student.mdu.se::90f6af91-e554-4ee8-8c73-a9724c83ff46" providerId="AD" clId="Web-{72D0BF0B-28C5-731B-52D6-17F858E01843}" dt="2025-03-20T11:49:27.985" v="102"/>
          <ac:spMkLst>
            <pc:docMk/>
            <pc:sldMk cId="63686572" sldId="341"/>
            <ac:spMk id="31" creationId="{4BA2C8EC-2D08-D77C-BB96-4CF7D46A07BD}"/>
          </ac:spMkLst>
        </pc:spChg>
        <pc:spChg chg="add del mod">
          <ac:chgData name="Jonas Gerne" userId="S::jge21002@student.mdu.se::90f6af91-e554-4ee8-8c73-a9724c83ff46" providerId="AD" clId="Web-{72D0BF0B-28C5-731B-52D6-17F858E01843}" dt="2025-03-20T11:49:40.938" v="103"/>
          <ac:spMkLst>
            <pc:docMk/>
            <pc:sldMk cId="63686572" sldId="341"/>
            <ac:spMk id="33" creationId="{D7368DE5-C7E7-5C21-CA60-137166FC7195}"/>
          </ac:spMkLst>
        </pc:spChg>
        <pc:spChg chg="add del mod">
          <ac:chgData name="Jonas Gerne" userId="S::jge21002@student.mdu.se::90f6af91-e554-4ee8-8c73-a9724c83ff46" providerId="AD" clId="Web-{72D0BF0B-28C5-731B-52D6-17F858E01843}" dt="2025-03-20T11:49:40.938" v="103"/>
          <ac:spMkLst>
            <pc:docMk/>
            <pc:sldMk cId="63686572" sldId="341"/>
            <ac:spMk id="35" creationId="{1D70EF46-112A-B862-7F79-AE38F32414E5}"/>
          </ac:spMkLst>
        </pc:spChg>
        <pc:spChg chg="add del mod">
          <ac:chgData name="Jonas Gerne" userId="S::jge21002@student.mdu.se::90f6af91-e554-4ee8-8c73-a9724c83ff46" providerId="AD" clId="Web-{72D0BF0B-28C5-731B-52D6-17F858E01843}" dt="2025-03-20T11:49:43.954" v="104"/>
          <ac:spMkLst>
            <pc:docMk/>
            <pc:sldMk cId="63686572" sldId="341"/>
            <ac:spMk id="40" creationId="{E8CF265A-2194-5AB4-F6DB-E159A6C2F788}"/>
          </ac:spMkLst>
        </pc:spChg>
        <pc:spChg chg="del">
          <ac:chgData name="Jonas Gerne" userId="S::jge21002@student.mdu.se::90f6af91-e554-4ee8-8c73-a9724c83ff46" providerId="AD" clId="Web-{72D0BF0B-28C5-731B-52D6-17F858E01843}" dt="2025-03-20T11:49:09.359" v="97"/>
          <ac:spMkLst>
            <pc:docMk/>
            <pc:sldMk cId="63686572" sldId="341"/>
            <ac:spMk id="68" creationId="{A19C76D3-8EEC-4408-AEBF-59B910FB5DD9}"/>
          </ac:spMkLst>
        </pc:spChg>
        <pc:spChg chg="del">
          <ac:chgData name="Jonas Gerne" userId="S::jge21002@student.mdu.se::90f6af91-e554-4ee8-8c73-a9724c83ff46" providerId="AD" clId="Web-{72D0BF0B-28C5-731B-52D6-17F858E01843}" dt="2025-03-20T11:49:09.359" v="97"/>
          <ac:spMkLst>
            <pc:docMk/>
            <pc:sldMk cId="63686572" sldId="341"/>
            <ac:spMk id="69" creationId="{BB711A32-EC33-40B5-9C82-5E6C1223DCD2}"/>
          </ac:spMkLst>
        </pc:spChg>
        <pc:picChg chg="add mod ord">
          <ac:chgData name="Jonas Gerne" userId="S::jge21002@student.mdu.se::90f6af91-e554-4ee8-8c73-a9724c83ff46" providerId="AD" clId="Web-{72D0BF0B-28C5-731B-52D6-17F858E01843}" dt="2025-03-20T11:50:51.847" v="106"/>
          <ac:picMkLst>
            <pc:docMk/>
            <pc:sldMk cId="63686572" sldId="341"/>
            <ac:picMk id="6" creationId="{C1A5BCB3-A8CE-B998-F3A3-F4E1CB522B3B}"/>
          </ac:picMkLst>
        </pc:picChg>
        <pc:picChg chg="del mod ord">
          <ac:chgData name="Jonas Gerne" userId="S::jge21002@student.mdu.se::90f6af91-e554-4ee8-8c73-a9724c83ff46" providerId="AD" clId="Web-{72D0BF0B-28C5-731B-52D6-17F858E01843}" dt="2025-03-20T11:49:14.156" v="98"/>
          <ac:picMkLst>
            <pc:docMk/>
            <pc:sldMk cId="63686572" sldId="341"/>
            <ac:picMk id="17" creationId="{ECCAD670-7062-4CD7-93ED-6AA7C8BBFF45}"/>
          </ac:picMkLst>
        </pc:picChg>
        <pc:picChg chg="del mod ord">
          <ac:chgData name="Jonas Gerne" userId="S::jge21002@student.mdu.se::90f6af91-e554-4ee8-8c73-a9724c83ff46" providerId="AD" clId="Web-{72D0BF0B-28C5-731B-52D6-17F858E01843}" dt="2025-03-20T11:50:50.003" v="105"/>
          <ac:picMkLst>
            <pc:docMk/>
            <pc:sldMk cId="63686572" sldId="341"/>
            <ac:picMk id="21" creationId="{2591A087-C8F7-43B5-8D57-C7D61C00B2E6}"/>
          </ac:picMkLst>
        </pc:picChg>
        <pc:picChg chg="mod ord">
          <ac:chgData name="Jonas Gerne" userId="S::jge21002@student.mdu.se::90f6af91-e554-4ee8-8c73-a9724c83ff46" providerId="AD" clId="Web-{72D0BF0B-28C5-731B-52D6-17F858E01843}" dt="2025-03-20T11:49:40.938" v="103"/>
          <ac:picMkLst>
            <pc:docMk/>
            <pc:sldMk cId="63686572" sldId="341"/>
            <ac:picMk id="26" creationId="{099D8543-3EEB-4227-9701-35025090F534}"/>
          </ac:picMkLst>
        </pc:picChg>
      </pc:sldChg>
      <pc:sldChg chg="modSp">
        <pc:chgData name="Jonas Gerne" userId="S::jge21002@student.mdu.se::90f6af91-e554-4ee8-8c73-a9724c83ff46" providerId="AD" clId="Web-{72D0BF0B-28C5-731B-52D6-17F858E01843}" dt="2025-03-20T11:41:14.591" v="79" actId="20577"/>
        <pc:sldMkLst>
          <pc:docMk/>
          <pc:sldMk cId="1417018566" sldId="343"/>
        </pc:sldMkLst>
        <pc:spChg chg="mod">
          <ac:chgData name="Jonas Gerne" userId="S::jge21002@student.mdu.se::90f6af91-e554-4ee8-8c73-a9724c83ff46" providerId="AD" clId="Web-{72D0BF0B-28C5-731B-52D6-17F858E01843}" dt="2025-03-20T11:41:14.591" v="79" actId="20577"/>
          <ac:spMkLst>
            <pc:docMk/>
            <pc:sldMk cId="1417018566" sldId="343"/>
            <ac:spMk id="16" creationId="{480BDDCC-5A34-4999-8890-6FEAB235F564}"/>
          </ac:spMkLst>
        </pc:spChg>
      </pc:sldChg>
      <pc:sldChg chg="modSp">
        <pc:chgData name="Jonas Gerne" userId="S::jge21002@student.mdu.se::90f6af91-e554-4ee8-8c73-a9724c83ff46" providerId="AD" clId="Web-{72D0BF0B-28C5-731B-52D6-17F858E01843}" dt="2025-03-20T11:40:51.715" v="69" actId="20577"/>
        <pc:sldMkLst>
          <pc:docMk/>
          <pc:sldMk cId="4155872974" sldId="345"/>
        </pc:sldMkLst>
        <pc:spChg chg="mod">
          <ac:chgData name="Jonas Gerne" userId="S::jge21002@student.mdu.se::90f6af91-e554-4ee8-8c73-a9724c83ff46" providerId="AD" clId="Web-{72D0BF0B-28C5-731B-52D6-17F858E01843}" dt="2025-03-20T11:40:51.715" v="69" actId="20577"/>
          <ac:spMkLst>
            <pc:docMk/>
            <pc:sldMk cId="4155872974" sldId="345"/>
            <ac:spMk id="16" creationId="{365C13F4-B6C5-4ABF-B9CF-27AE8394981F}"/>
          </ac:spMkLst>
        </pc:spChg>
        <pc:graphicFrameChg chg="mod ord">
          <ac:chgData name="Jonas Gerne" userId="S::jge21002@student.mdu.se::90f6af91-e554-4ee8-8c73-a9724c83ff46" providerId="AD" clId="Web-{72D0BF0B-28C5-731B-52D6-17F858E01843}" dt="2025-03-20T11:29:34.799" v="5" actId="1076"/>
          <ac:graphicFrameMkLst>
            <pc:docMk/>
            <pc:sldMk cId="4155872974" sldId="345"/>
            <ac:graphicFrameMk id="19" creationId="{3EAC8B30-4F38-409D-B2C5-1D1A1DD71808}"/>
          </ac:graphicFrameMkLst>
        </pc:graphicFrameChg>
      </pc:sldChg>
      <pc:sldChg chg="addSp delSp modSp">
        <pc:chgData name="Jonas Gerne" userId="S::jge21002@student.mdu.se::90f6af91-e554-4ee8-8c73-a9724c83ff46" providerId="AD" clId="Web-{72D0BF0B-28C5-731B-52D6-17F858E01843}" dt="2025-03-20T11:59:06.038" v="133" actId="20577"/>
        <pc:sldMkLst>
          <pc:docMk/>
          <pc:sldMk cId="2164937368" sldId="355"/>
        </pc:sldMkLst>
        <pc:spChg chg="add del mod">
          <ac:chgData name="Jonas Gerne" userId="S::jge21002@student.mdu.se::90f6af91-e554-4ee8-8c73-a9724c83ff46" providerId="AD" clId="Web-{72D0BF0B-28C5-731B-52D6-17F858E01843}" dt="2025-03-20T11:28:25.484" v="1"/>
          <ac:spMkLst>
            <pc:docMk/>
            <pc:sldMk cId="2164937368" sldId="355"/>
            <ac:spMk id="3" creationId="{46E015FE-1A2A-F346-78F6-2F174B942A92}"/>
          </ac:spMkLst>
        </pc:spChg>
        <pc:spChg chg="add del mod">
          <ac:chgData name="Jonas Gerne" userId="S::jge21002@student.mdu.se::90f6af91-e554-4ee8-8c73-a9724c83ff46" providerId="AD" clId="Web-{72D0BF0B-28C5-731B-52D6-17F858E01843}" dt="2025-03-20T11:28:35.656" v="3"/>
          <ac:spMkLst>
            <pc:docMk/>
            <pc:sldMk cId="2164937368" sldId="355"/>
            <ac:spMk id="5" creationId="{9F0BD19D-3455-BC75-D17A-53F2A9CBE894}"/>
          </ac:spMkLst>
        </pc:spChg>
        <pc:spChg chg="mod">
          <ac:chgData name="Jonas Gerne" userId="S::jge21002@student.mdu.se::90f6af91-e554-4ee8-8c73-a9724c83ff46" providerId="AD" clId="Web-{72D0BF0B-28C5-731B-52D6-17F858E01843}" dt="2025-03-20T11:59:06.038" v="133" actId="20577"/>
          <ac:spMkLst>
            <pc:docMk/>
            <pc:sldMk cId="2164937368" sldId="355"/>
            <ac:spMk id="11" creationId="{F606FF93-30AD-4496-9EB4-A16588DB9F5C}"/>
          </ac:spMkLst>
        </pc:spChg>
        <pc:picChg chg="add mod ord">
          <ac:chgData name="Jonas Gerne" userId="S::jge21002@student.mdu.se::90f6af91-e554-4ee8-8c73-a9724c83ff46" providerId="AD" clId="Web-{72D0BF0B-28C5-731B-52D6-17F858E01843}" dt="2025-03-20T11:28:35.656" v="3"/>
          <ac:picMkLst>
            <pc:docMk/>
            <pc:sldMk cId="2164937368" sldId="355"/>
            <ac:picMk id="6" creationId="{B9F39CD5-9725-4D6C-3F19-FFA94870BAAA}"/>
          </ac:picMkLst>
        </pc:picChg>
        <pc:picChg chg="add del">
          <ac:chgData name="Jonas Gerne" userId="S::jge21002@student.mdu.se::90f6af91-e554-4ee8-8c73-a9724c83ff46" providerId="AD" clId="Web-{72D0BF0B-28C5-731B-52D6-17F858E01843}" dt="2025-03-20T11:28:29.156" v="2"/>
          <ac:picMkLst>
            <pc:docMk/>
            <pc:sldMk cId="2164937368" sldId="355"/>
            <ac:picMk id="19" creationId="{39881573-7C25-4F17-A03E-E8E1E0E88603}"/>
          </ac:picMkLst>
        </pc:picChg>
      </pc:sldChg>
      <pc:sldChg chg="del">
        <pc:chgData name="Jonas Gerne" userId="S::jge21002@student.mdu.se::90f6af91-e554-4ee8-8c73-a9724c83ff46" providerId="AD" clId="Web-{72D0BF0B-28C5-731B-52D6-17F858E01843}" dt="2025-03-20T11:30:32.301" v="10"/>
        <pc:sldMkLst>
          <pc:docMk/>
          <pc:sldMk cId="2937868052" sldId="367"/>
        </pc:sldMkLst>
      </pc:sldChg>
      <pc:sldChg chg="addSp delSp modSp">
        <pc:chgData name="Jonas Gerne" userId="S::jge21002@student.mdu.se::90f6af91-e554-4ee8-8c73-a9724c83ff46" providerId="AD" clId="Web-{72D0BF0B-28C5-731B-52D6-17F858E01843}" dt="2025-03-20T11:41:19.529" v="83" actId="20577"/>
        <pc:sldMkLst>
          <pc:docMk/>
          <pc:sldMk cId="1670641188" sldId="369"/>
        </pc:sldMkLst>
        <pc:spChg chg="add del mod">
          <ac:chgData name="Jonas Gerne" userId="S::jge21002@student.mdu.se::90f6af91-e554-4ee8-8c73-a9724c83ff46" providerId="AD" clId="Web-{72D0BF0B-28C5-731B-52D6-17F858E01843}" dt="2025-03-20T11:36:01.392" v="66"/>
          <ac:spMkLst>
            <pc:docMk/>
            <pc:sldMk cId="1670641188" sldId="369"/>
            <ac:spMk id="3" creationId="{EB8699AD-84D2-CA3F-EF4B-4C5C2461A180}"/>
          </ac:spMkLst>
        </pc:spChg>
        <pc:spChg chg="mod">
          <ac:chgData name="Jonas Gerne" userId="S::jge21002@student.mdu.se::90f6af91-e554-4ee8-8c73-a9724c83ff46" providerId="AD" clId="Web-{72D0BF0B-28C5-731B-52D6-17F858E01843}" dt="2025-03-20T11:41:19.529" v="83" actId="20577"/>
          <ac:spMkLst>
            <pc:docMk/>
            <pc:sldMk cId="1670641188" sldId="369"/>
            <ac:spMk id="12" creationId="{A90567F7-E12B-4F4E-B800-9D1435624D66}"/>
          </ac:spMkLst>
        </pc:spChg>
        <pc:picChg chg="add mod ord">
          <ac:chgData name="Jonas Gerne" userId="S::jge21002@student.mdu.se::90f6af91-e554-4ee8-8c73-a9724c83ff46" providerId="AD" clId="Web-{72D0BF0B-28C5-731B-52D6-17F858E01843}" dt="2025-03-20T11:36:01.392" v="66"/>
          <ac:picMkLst>
            <pc:docMk/>
            <pc:sldMk cId="1670641188" sldId="369"/>
            <ac:picMk id="4" creationId="{0BEF265A-552C-AF2A-C777-F3088C20FA5F}"/>
          </ac:picMkLst>
        </pc:picChg>
        <pc:picChg chg="del">
          <ac:chgData name="Jonas Gerne" userId="S::jge21002@student.mdu.se::90f6af91-e554-4ee8-8c73-a9724c83ff46" providerId="AD" clId="Web-{72D0BF0B-28C5-731B-52D6-17F858E01843}" dt="2025-03-20T11:35:58.345" v="65"/>
          <ac:picMkLst>
            <pc:docMk/>
            <pc:sldMk cId="1670641188" sldId="369"/>
            <ac:picMk id="25" creationId="{D9EE4828-B1AC-4232-BEC3-CBCA0DD3D25B}"/>
          </ac:picMkLst>
        </pc:picChg>
      </pc:sldChg>
      <pc:sldChg chg="addSp delSp modSp mod modClrScheme chgLayout">
        <pc:chgData name="Jonas Gerne" userId="S::jge21002@student.mdu.se::90f6af91-e554-4ee8-8c73-a9724c83ff46" providerId="AD" clId="Web-{72D0BF0B-28C5-731B-52D6-17F858E01843}" dt="2025-03-20T13:01:44.601" v="308" actId="20577"/>
        <pc:sldMkLst>
          <pc:docMk/>
          <pc:sldMk cId="2330317391" sldId="372"/>
        </pc:sldMkLst>
        <pc:spChg chg="add del mod">
          <ac:chgData name="Jonas Gerne" userId="S::jge21002@student.mdu.se::90f6af91-e554-4ee8-8c73-a9724c83ff46" providerId="AD" clId="Web-{72D0BF0B-28C5-731B-52D6-17F858E01843}" dt="2025-03-20T11:31:03.959" v="14"/>
          <ac:spMkLst>
            <pc:docMk/>
            <pc:sldMk cId="2330317391" sldId="372"/>
            <ac:spMk id="3" creationId="{E66706AD-FF02-2E15-EB04-30110C6D3FBF}"/>
          </ac:spMkLst>
        </pc:spChg>
        <pc:spChg chg="add del mod">
          <ac:chgData name="Jonas Gerne" userId="S::jge21002@student.mdu.se::90f6af91-e554-4ee8-8c73-a9724c83ff46" providerId="AD" clId="Web-{72D0BF0B-28C5-731B-52D6-17F858E01843}" dt="2025-03-20T11:31:02.209" v="13"/>
          <ac:spMkLst>
            <pc:docMk/>
            <pc:sldMk cId="2330317391" sldId="372"/>
            <ac:spMk id="5" creationId="{F52C75E8-9C7A-AB8B-3B1D-E1E63A355F27}"/>
          </ac:spMkLst>
        </pc:spChg>
        <pc:spChg chg="add mod">
          <ac:chgData name="Jonas Gerne" userId="S::jge21002@student.mdu.se::90f6af91-e554-4ee8-8c73-a9724c83ff46" providerId="AD" clId="Web-{72D0BF0B-28C5-731B-52D6-17F858E01843}" dt="2025-03-20T11:42:00.202" v="93" actId="20577"/>
          <ac:spMkLst>
            <pc:docMk/>
            <pc:sldMk cId="2330317391" sldId="372"/>
            <ac:spMk id="7" creationId="{072F0BD0-B81E-F861-C617-E288ED851A53}"/>
          </ac:spMkLst>
        </pc:spChg>
        <pc:spChg chg="mod ord">
          <ac:chgData name="Jonas Gerne" userId="S::jge21002@student.mdu.se::90f6af91-e554-4ee8-8c73-a9724c83ff46" providerId="AD" clId="Web-{72D0BF0B-28C5-731B-52D6-17F858E01843}" dt="2025-03-20T11:31:13.756" v="15"/>
          <ac:spMkLst>
            <pc:docMk/>
            <pc:sldMk cId="2330317391" sldId="372"/>
            <ac:spMk id="15" creationId="{4B3E83B9-222A-4520-83DF-65CC433DACF1}"/>
          </ac:spMkLst>
        </pc:spChg>
        <pc:spChg chg="mod ord">
          <ac:chgData name="Jonas Gerne" userId="S::jge21002@student.mdu.se::90f6af91-e554-4ee8-8c73-a9724c83ff46" providerId="AD" clId="Web-{72D0BF0B-28C5-731B-52D6-17F858E01843}" dt="2025-03-20T13:01:44.601" v="308" actId="20577"/>
          <ac:spMkLst>
            <pc:docMk/>
            <pc:sldMk cId="2330317391" sldId="372"/>
            <ac:spMk id="17" creationId="{E17FA55F-C7EA-4BF4-8024-B7D78BD78899}"/>
          </ac:spMkLst>
        </pc:spChg>
        <pc:spChg chg="mod ord">
          <ac:chgData name="Jonas Gerne" userId="S::jge21002@student.mdu.se::90f6af91-e554-4ee8-8c73-a9724c83ff46" providerId="AD" clId="Web-{72D0BF0B-28C5-731B-52D6-17F858E01843}" dt="2025-03-20T11:31:13.756" v="15"/>
          <ac:spMkLst>
            <pc:docMk/>
            <pc:sldMk cId="2330317391" sldId="372"/>
            <ac:spMk id="21" creationId="{FC983FB1-C97B-41D3-9FB3-3965A27A682D}"/>
          </ac:spMkLst>
        </pc:spChg>
        <pc:spChg chg="del mod ord">
          <ac:chgData name="Jonas Gerne" userId="S::jge21002@student.mdu.se::90f6af91-e554-4ee8-8c73-a9724c83ff46" providerId="AD" clId="Web-{72D0BF0B-28C5-731B-52D6-17F858E01843}" dt="2025-03-20T11:31:37.976" v="16"/>
          <ac:spMkLst>
            <pc:docMk/>
            <pc:sldMk cId="2330317391" sldId="372"/>
            <ac:spMk id="22" creationId="{B6B03491-29ED-44F3-91B1-95FE8D2D8A5D}"/>
          </ac:spMkLst>
        </pc:spChg>
        <pc:spChg chg="mod ord">
          <ac:chgData name="Jonas Gerne" userId="S::jge21002@student.mdu.se::90f6af91-e554-4ee8-8c73-a9724c83ff46" providerId="AD" clId="Web-{72D0BF0B-28C5-731B-52D6-17F858E01843}" dt="2025-03-20T11:31:13.756" v="15"/>
          <ac:spMkLst>
            <pc:docMk/>
            <pc:sldMk cId="2330317391" sldId="372"/>
            <ac:spMk id="23" creationId="{E8C61C62-3469-4549-83A6-FB9E93FFF732}"/>
          </ac:spMkLst>
        </pc:spChg>
        <pc:picChg chg="mod ord">
          <ac:chgData name="Jonas Gerne" userId="S::jge21002@student.mdu.se::90f6af91-e554-4ee8-8c73-a9724c83ff46" providerId="AD" clId="Web-{72D0BF0B-28C5-731B-52D6-17F858E01843}" dt="2025-03-20T11:31:13.756" v="15"/>
          <ac:picMkLst>
            <pc:docMk/>
            <pc:sldMk cId="2330317391" sldId="372"/>
            <ac:picMk id="13" creationId="{22858132-76FC-4F1E-BBD7-969497F1A04A}"/>
          </ac:picMkLst>
        </pc:picChg>
        <pc:picChg chg="del">
          <ac:chgData name="Jonas Gerne" userId="S::jge21002@student.mdu.se::90f6af91-e554-4ee8-8c73-a9724c83ff46" providerId="AD" clId="Web-{72D0BF0B-28C5-731B-52D6-17F858E01843}" dt="2025-03-20T11:30:59.084" v="12"/>
          <ac:picMkLst>
            <pc:docMk/>
            <pc:sldMk cId="2330317391" sldId="372"/>
            <ac:picMk id="19" creationId="{4DDD4EE5-D9CF-4433-8027-E8390EC16D11}"/>
          </ac:picMkLst>
        </pc:picChg>
        <pc:picChg chg="del">
          <ac:chgData name="Jonas Gerne" userId="S::jge21002@student.mdu.se::90f6af91-e554-4ee8-8c73-a9724c83ff46" providerId="AD" clId="Web-{72D0BF0B-28C5-731B-52D6-17F858E01843}" dt="2025-03-20T11:30:56.693" v="11"/>
          <ac:picMkLst>
            <pc:docMk/>
            <pc:sldMk cId="2330317391" sldId="372"/>
            <ac:picMk id="28" creationId="{418F3B9B-6683-4DCF-8F6A-173C94E52CEC}"/>
          </ac:picMkLst>
        </pc:picChg>
      </pc:sldChg>
      <pc:sldChg chg="modSp">
        <pc:chgData name="Jonas Gerne" userId="S::jge21002@student.mdu.se::90f6af91-e554-4ee8-8c73-a9724c83ff46" providerId="AD" clId="Web-{72D0BF0B-28C5-731B-52D6-17F858E01843}" dt="2025-03-20T11:41:34.514" v="90" actId="20577"/>
        <pc:sldMkLst>
          <pc:docMk/>
          <pc:sldMk cId="4062003319" sldId="376"/>
        </pc:sldMkLst>
        <pc:spChg chg="mod">
          <ac:chgData name="Jonas Gerne" userId="S::jge21002@student.mdu.se::90f6af91-e554-4ee8-8c73-a9724c83ff46" providerId="AD" clId="Web-{72D0BF0B-28C5-731B-52D6-17F858E01843}" dt="2025-03-20T11:41:34.514" v="90" actId="20577"/>
          <ac:spMkLst>
            <pc:docMk/>
            <pc:sldMk cId="4062003319" sldId="376"/>
            <ac:spMk id="15" creationId="{89CE2F29-4F13-4337-8A82-25313F29D150}"/>
          </ac:spMkLst>
        </pc:spChg>
      </pc:sldChg>
      <pc:sldChg chg="addSp delSp modSp">
        <pc:chgData name="Jonas Gerne" userId="S::jge21002@student.mdu.se::90f6af91-e554-4ee8-8c73-a9724c83ff46" providerId="AD" clId="Web-{72D0BF0B-28C5-731B-52D6-17F858E01843}" dt="2025-03-20T11:42:43.173" v="96"/>
        <pc:sldMkLst>
          <pc:docMk/>
          <pc:sldMk cId="279754773" sldId="377"/>
        </pc:sldMkLst>
        <pc:spChg chg="add del mod">
          <ac:chgData name="Jonas Gerne" userId="S::jge21002@student.mdu.se::90f6af91-e554-4ee8-8c73-a9724c83ff46" providerId="AD" clId="Web-{72D0BF0B-28C5-731B-52D6-17F858E01843}" dt="2025-03-20T11:42:24.016" v="95"/>
          <ac:spMkLst>
            <pc:docMk/>
            <pc:sldMk cId="279754773" sldId="377"/>
            <ac:spMk id="3" creationId="{CAAE522A-647F-949A-5E6C-CCF1A80FF784}"/>
          </ac:spMkLst>
        </pc:spChg>
        <pc:spChg chg="mod">
          <ac:chgData name="Jonas Gerne" userId="S::jge21002@student.mdu.se::90f6af91-e554-4ee8-8c73-a9724c83ff46" providerId="AD" clId="Web-{72D0BF0B-28C5-731B-52D6-17F858E01843}" dt="2025-03-20T11:42:43.173" v="96"/>
          <ac:spMkLst>
            <pc:docMk/>
            <pc:sldMk cId="279754773" sldId="377"/>
            <ac:spMk id="4" creationId="{6F67426A-9C36-4C9E-B549-AD3B8874F193}"/>
          </ac:spMkLst>
        </pc:spChg>
        <pc:spChg chg="mod">
          <ac:chgData name="Jonas Gerne" userId="S::jge21002@student.mdu.se::90f6af91-e554-4ee8-8c73-a9724c83ff46" providerId="AD" clId="Web-{72D0BF0B-28C5-731B-52D6-17F858E01843}" dt="2025-03-20T11:42:43.173" v="96"/>
          <ac:spMkLst>
            <pc:docMk/>
            <pc:sldMk cId="279754773" sldId="377"/>
            <ac:spMk id="6" creationId="{A9D6F00D-881F-4920-89F9-792BA92E543D}"/>
          </ac:spMkLst>
        </pc:spChg>
        <pc:spChg chg="mod">
          <ac:chgData name="Jonas Gerne" userId="S::jge21002@student.mdu.se::90f6af91-e554-4ee8-8c73-a9724c83ff46" providerId="AD" clId="Web-{72D0BF0B-28C5-731B-52D6-17F858E01843}" dt="2025-03-20T11:42:43.173" v="96"/>
          <ac:spMkLst>
            <pc:docMk/>
            <pc:sldMk cId="279754773" sldId="377"/>
            <ac:spMk id="9" creationId="{3087E772-2F2C-4C47-BBBF-7E764029EAFA}"/>
          </ac:spMkLst>
        </pc:spChg>
        <pc:spChg chg="mod">
          <ac:chgData name="Jonas Gerne" userId="S::jge21002@student.mdu.se::90f6af91-e554-4ee8-8c73-a9724c83ff46" providerId="AD" clId="Web-{72D0BF0B-28C5-731B-52D6-17F858E01843}" dt="2025-03-20T11:42:43.173" v="96"/>
          <ac:spMkLst>
            <pc:docMk/>
            <pc:sldMk cId="279754773" sldId="377"/>
            <ac:spMk id="10" creationId="{C43915F4-91EA-41AF-93B6-5D572A9EF60D}"/>
          </ac:spMkLst>
        </pc:spChg>
        <pc:spChg chg="mod ord">
          <ac:chgData name="Jonas Gerne" userId="S::jge21002@student.mdu.se::90f6af91-e554-4ee8-8c73-a9724c83ff46" providerId="AD" clId="Web-{72D0BF0B-28C5-731B-52D6-17F858E01843}" dt="2025-03-20T11:42:43.173" v="96"/>
          <ac:spMkLst>
            <pc:docMk/>
            <pc:sldMk cId="279754773" sldId="377"/>
            <ac:spMk id="16" creationId="{64D73EFD-BA26-43EF-A3B9-C2877D8A6F02}"/>
          </ac:spMkLst>
        </pc:spChg>
        <pc:picChg chg="add mod ord">
          <ac:chgData name="Jonas Gerne" userId="S::jge21002@student.mdu.se::90f6af91-e554-4ee8-8c73-a9724c83ff46" providerId="AD" clId="Web-{72D0BF0B-28C5-731B-52D6-17F858E01843}" dt="2025-03-20T11:42:43.173" v="96"/>
          <ac:picMkLst>
            <pc:docMk/>
            <pc:sldMk cId="279754773" sldId="377"/>
            <ac:picMk id="5" creationId="{894598F6-11E6-40F5-2BD1-2D513759432A}"/>
          </ac:picMkLst>
        </pc:picChg>
        <pc:picChg chg="del">
          <ac:chgData name="Jonas Gerne" userId="S::jge21002@student.mdu.se::90f6af91-e554-4ee8-8c73-a9724c83ff46" providerId="AD" clId="Web-{72D0BF0B-28C5-731B-52D6-17F858E01843}" dt="2025-03-20T11:42:22.437" v="94"/>
          <ac:picMkLst>
            <pc:docMk/>
            <pc:sldMk cId="279754773" sldId="377"/>
            <ac:picMk id="18" creationId="{5321AB55-5509-4588-ABEC-5DFF2EFF6B53}"/>
          </ac:picMkLst>
        </pc:picChg>
      </pc:sldChg>
      <pc:sldChg chg="modSp">
        <pc:chgData name="Jonas Gerne" userId="S::jge21002@student.mdu.se::90f6af91-e554-4ee8-8c73-a9724c83ff46" providerId="AD" clId="Web-{72D0BF0B-28C5-731B-52D6-17F858E01843}" dt="2025-03-20T11:41:30.248" v="88" actId="20577"/>
        <pc:sldMkLst>
          <pc:docMk/>
          <pc:sldMk cId="3961948668" sldId="378"/>
        </pc:sldMkLst>
        <pc:spChg chg="mod">
          <ac:chgData name="Jonas Gerne" userId="S::jge21002@student.mdu.se::90f6af91-e554-4ee8-8c73-a9724c83ff46" providerId="AD" clId="Web-{72D0BF0B-28C5-731B-52D6-17F858E01843}" dt="2025-03-20T11:41:30.248" v="88" actId="20577"/>
          <ac:spMkLst>
            <pc:docMk/>
            <pc:sldMk cId="3961948668" sldId="378"/>
            <ac:spMk id="15" creationId="{F43238FC-D941-54F8-CE93-B7FB1939EDB3}"/>
          </ac:spMkLst>
        </pc:spChg>
      </pc:sldChg>
      <pc:sldChg chg="modSp add">
        <pc:chgData name="Jonas Gerne" userId="S::jge21002@student.mdu.se::90f6af91-e554-4ee8-8c73-a9724c83ff46" providerId="AD" clId="Web-{72D0BF0B-28C5-731B-52D6-17F858E01843}" dt="2025-03-20T13:19:39.391" v="381" actId="20577"/>
        <pc:sldMkLst>
          <pc:docMk/>
          <pc:sldMk cId="1135575299" sldId="379"/>
        </pc:sldMkLst>
        <pc:spChg chg="mod">
          <ac:chgData name="Jonas Gerne" userId="S::jge21002@student.mdu.se::90f6af91-e554-4ee8-8c73-a9724c83ff46" providerId="AD" clId="Web-{72D0BF0B-28C5-731B-52D6-17F858E01843}" dt="2025-03-20T13:19:39.391" v="381" actId="20577"/>
          <ac:spMkLst>
            <pc:docMk/>
            <pc:sldMk cId="1135575299" sldId="379"/>
            <ac:spMk id="10" creationId="{B4D1A5DC-1100-480C-87E4-0AFD1C3CED93}"/>
          </ac:spMkLst>
        </pc:spChg>
        <pc:spChg chg="mod">
          <ac:chgData name="Jonas Gerne" userId="S::jge21002@student.mdu.se::90f6af91-e554-4ee8-8c73-a9724c83ff46" providerId="AD" clId="Web-{72D0BF0B-28C5-731B-52D6-17F858E01843}" dt="2025-03-20T11:40:58.044" v="71" actId="20577"/>
          <ac:spMkLst>
            <pc:docMk/>
            <pc:sldMk cId="1135575299" sldId="379"/>
            <ac:spMk id="14" creationId="{F1DA6959-13CE-4DC3-99FD-86C2A5F86862}"/>
          </ac:spMkLst>
        </pc:spChg>
      </pc:sldChg>
      <pc:sldChg chg="addSp delSp modSp add">
        <pc:chgData name="Jonas Gerne" userId="S::jge21002@student.mdu.se::90f6af91-e554-4ee8-8c73-a9724c83ff46" providerId="AD" clId="Web-{72D0BF0B-28C5-731B-52D6-17F858E01843}" dt="2025-03-20T13:20:11.439" v="439" actId="20577"/>
        <pc:sldMkLst>
          <pc:docMk/>
          <pc:sldMk cId="1126169320" sldId="380"/>
        </pc:sldMkLst>
        <pc:spChg chg="add del mod">
          <ac:chgData name="Jonas Gerne" userId="S::jge21002@student.mdu.se::90f6af91-e554-4ee8-8c73-a9724c83ff46" providerId="AD" clId="Web-{72D0BF0B-28C5-731B-52D6-17F858E01843}" dt="2025-03-20T11:35:08.202" v="64"/>
          <ac:spMkLst>
            <pc:docMk/>
            <pc:sldMk cId="1126169320" sldId="380"/>
            <ac:spMk id="2" creationId="{2BDABA49-F156-3D14-8710-E95D2E0C6B0E}"/>
          </ac:spMkLst>
        </pc:spChg>
        <pc:spChg chg="mod">
          <ac:chgData name="Jonas Gerne" userId="S::jge21002@student.mdu.se::90f6af91-e554-4ee8-8c73-a9724c83ff46" providerId="AD" clId="Web-{72D0BF0B-28C5-731B-52D6-17F858E01843}" dt="2025-03-20T13:20:11.439" v="439" actId="20577"/>
          <ac:spMkLst>
            <pc:docMk/>
            <pc:sldMk cId="1126169320" sldId="380"/>
            <ac:spMk id="10" creationId="{BD6A88B9-597D-227D-F55C-1F9B7737CD03}"/>
          </ac:spMkLst>
        </pc:spChg>
        <pc:spChg chg="mod">
          <ac:chgData name="Jonas Gerne" userId="S::jge21002@student.mdu.se::90f6af91-e554-4ee8-8c73-a9724c83ff46" providerId="AD" clId="Web-{72D0BF0B-28C5-731B-52D6-17F858E01843}" dt="2025-03-20T11:41:01.059" v="73" actId="20577"/>
          <ac:spMkLst>
            <pc:docMk/>
            <pc:sldMk cId="1126169320" sldId="380"/>
            <ac:spMk id="14" creationId="{CD792B42-550A-7FF6-5657-EFE7C87B9B4A}"/>
          </ac:spMkLst>
        </pc:spChg>
      </pc:sldChg>
      <pc:sldChg chg="modSp add">
        <pc:chgData name="Jonas Gerne" userId="S::jge21002@student.mdu.se::90f6af91-e554-4ee8-8c73-a9724c83ff46" providerId="AD" clId="Web-{72D0BF0B-28C5-731B-52D6-17F858E01843}" dt="2025-03-20T12:50:27.044" v="227" actId="20577"/>
        <pc:sldMkLst>
          <pc:docMk/>
          <pc:sldMk cId="1089777163" sldId="381"/>
        </pc:sldMkLst>
        <pc:spChg chg="mod">
          <ac:chgData name="Jonas Gerne" userId="S::jge21002@student.mdu.se::90f6af91-e554-4ee8-8c73-a9724c83ff46" providerId="AD" clId="Web-{72D0BF0B-28C5-731B-52D6-17F858E01843}" dt="2025-03-20T11:41:03.356" v="75" actId="20577"/>
          <ac:spMkLst>
            <pc:docMk/>
            <pc:sldMk cId="1089777163" sldId="381"/>
            <ac:spMk id="6" creationId="{2139DE1C-9937-A630-8540-EFE9655B7460}"/>
          </ac:spMkLst>
        </pc:spChg>
        <pc:spChg chg="mod">
          <ac:chgData name="Jonas Gerne" userId="S::jge21002@student.mdu.se::90f6af91-e554-4ee8-8c73-a9724c83ff46" providerId="AD" clId="Web-{72D0BF0B-28C5-731B-52D6-17F858E01843}" dt="2025-03-20T12:50:27.044" v="227" actId="20577"/>
          <ac:spMkLst>
            <pc:docMk/>
            <pc:sldMk cId="1089777163" sldId="381"/>
            <ac:spMk id="9" creationId="{2CE43D67-0EFE-E647-9F51-A4D9C03CF128}"/>
          </ac:spMkLst>
        </pc:spChg>
      </pc:sldChg>
      <pc:sldChg chg="addSp delSp modSp add mod modClrScheme chgLayout">
        <pc:chgData name="Jonas Gerne" userId="S::jge21002@student.mdu.se::90f6af91-e554-4ee8-8c73-a9724c83ff46" providerId="AD" clId="Web-{72D0BF0B-28C5-731B-52D6-17F858E01843}" dt="2025-03-20T11:41:05.763" v="77" actId="20577"/>
        <pc:sldMkLst>
          <pc:docMk/>
          <pc:sldMk cId="1882903881" sldId="382"/>
        </pc:sldMkLst>
        <pc:spChg chg="mod">
          <ac:chgData name="Jonas Gerne" userId="S::jge21002@student.mdu.se::90f6af91-e554-4ee8-8c73-a9724c83ff46" providerId="AD" clId="Web-{72D0BF0B-28C5-731B-52D6-17F858E01843}" dt="2025-03-20T11:36:30.987" v="67"/>
          <ac:spMkLst>
            <pc:docMk/>
            <pc:sldMk cId="1882903881" sldId="382"/>
            <ac:spMk id="5" creationId="{5913323C-890E-EDED-7F5B-6D1037916C82}"/>
          </ac:spMkLst>
        </pc:spChg>
        <pc:spChg chg="mod">
          <ac:chgData name="Jonas Gerne" userId="S::jge21002@student.mdu.se::90f6af91-e554-4ee8-8c73-a9724c83ff46" providerId="AD" clId="Web-{72D0BF0B-28C5-731B-52D6-17F858E01843}" dt="2025-03-20T11:41:05.763" v="77" actId="20577"/>
          <ac:spMkLst>
            <pc:docMk/>
            <pc:sldMk cId="1882903881" sldId="382"/>
            <ac:spMk id="6" creationId="{DB07F2D0-24C6-7A82-BDBD-7C638D38DA5D}"/>
          </ac:spMkLst>
        </pc:spChg>
        <pc:spChg chg="mod">
          <ac:chgData name="Jonas Gerne" userId="S::jge21002@student.mdu.se::90f6af91-e554-4ee8-8c73-a9724c83ff46" providerId="AD" clId="Web-{72D0BF0B-28C5-731B-52D6-17F858E01843}" dt="2025-03-20T11:36:30.987" v="67"/>
          <ac:spMkLst>
            <pc:docMk/>
            <pc:sldMk cId="1882903881" sldId="382"/>
            <ac:spMk id="7" creationId="{8AABD8E5-7F02-7CE6-3899-63620B1D97E8}"/>
          </ac:spMkLst>
        </pc:spChg>
        <pc:spChg chg="mod">
          <ac:chgData name="Jonas Gerne" userId="S::jge21002@student.mdu.se::90f6af91-e554-4ee8-8c73-a9724c83ff46" providerId="AD" clId="Web-{72D0BF0B-28C5-731B-52D6-17F858E01843}" dt="2025-03-20T11:36:30.987" v="67"/>
          <ac:spMkLst>
            <pc:docMk/>
            <pc:sldMk cId="1882903881" sldId="382"/>
            <ac:spMk id="8" creationId="{4C545BE7-CB99-1D63-816E-3F032AA248C8}"/>
          </ac:spMkLst>
        </pc:spChg>
        <pc:spChg chg="del">
          <ac:chgData name="Jonas Gerne" userId="S::jge21002@student.mdu.se::90f6af91-e554-4ee8-8c73-a9724c83ff46" providerId="AD" clId="Web-{72D0BF0B-28C5-731B-52D6-17F858E01843}" dt="2025-03-20T11:36:30.987" v="67"/>
          <ac:spMkLst>
            <pc:docMk/>
            <pc:sldMk cId="1882903881" sldId="382"/>
            <ac:spMk id="9" creationId="{62D52AE4-5D91-54DA-D6EA-BB6B8BFC83BD}"/>
          </ac:spMkLst>
        </pc:spChg>
        <pc:spChg chg="del">
          <ac:chgData name="Jonas Gerne" userId="S::jge21002@student.mdu.se::90f6af91-e554-4ee8-8c73-a9724c83ff46" providerId="AD" clId="Web-{72D0BF0B-28C5-731B-52D6-17F858E01843}" dt="2025-03-20T11:36:30.987" v="67"/>
          <ac:spMkLst>
            <pc:docMk/>
            <pc:sldMk cId="1882903881" sldId="382"/>
            <ac:spMk id="10" creationId="{C73E2D79-123A-2BAB-76C4-682296C22FC1}"/>
          </ac:spMkLst>
        </pc:spChg>
        <pc:graphicFrameChg chg="add">
          <ac:chgData name="Jonas Gerne" userId="S::jge21002@student.mdu.se::90f6af91-e554-4ee8-8c73-a9724c83ff46" providerId="AD" clId="Web-{72D0BF0B-28C5-731B-52D6-17F858E01843}" dt="2025-03-20T11:36:30.987" v="67"/>
          <ac:graphicFrameMkLst>
            <pc:docMk/>
            <pc:sldMk cId="1882903881" sldId="382"/>
            <ac:graphicFrameMk id="12" creationId="{542836C8-5E93-A50E-1097-41CCF0E19194}"/>
          </ac:graphicFrameMkLst>
        </pc:graphicFrameChg>
      </pc:sldChg>
    </pc:docChg>
  </pc:docChgLst>
  <pc:docChgLst>
    <pc:chgData name="Daniel Rytenberg" userId="S::drg21002@student.mdu.se::43be7351-4448-49f3-a6b4-bb26ab69e20e" providerId="AD" clId="Web-{3134F57E-5012-0DA4-6C43-41B5FC7975E9}"/>
    <pc:docChg chg="modSld">
      <pc:chgData name="Daniel Rytenberg" userId="S::drg21002@student.mdu.se::43be7351-4448-49f3-a6b4-bb26ab69e20e" providerId="AD" clId="Web-{3134F57E-5012-0DA4-6C43-41B5FC7975E9}" dt="2025-03-20T12:12:34.124" v="29" actId="1076"/>
      <pc:docMkLst>
        <pc:docMk/>
      </pc:docMkLst>
      <pc:sldChg chg="addSp delSp modSp mod modClrScheme chgLayout">
        <pc:chgData name="Daniel Rytenberg" userId="S::drg21002@student.mdu.se::43be7351-4448-49f3-a6b4-bb26ab69e20e" providerId="AD" clId="Web-{3134F57E-5012-0DA4-6C43-41B5FC7975E9}" dt="2025-03-20T12:12:34.124" v="29" actId="1076"/>
        <pc:sldMkLst>
          <pc:docMk/>
          <pc:sldMk cId="1417018566" sldId="343"/>
        </pc:sldMkLst>
        <pc:spChg chg="add del mod">
          <ac:chgData name="Daniel Rytenberg" userId="S::drg21002@student.mdu.se::43be7351-4448-49f3-a6b4-bb26ab69e20e" providerId="AD" clId="Web-{3134F57E-5012-0DA4-6C43-41B5FC7975E9}" dt="2025-03-20T11:40:28.697" v="20"/>
          <ac:spMkLst>
            <pc:docMk/>
            <pc:sldMk cId="1417018566" sldId="343"/>
            <ac:spMk id="4" creationId="{70AF0A69-99B9-FFCB-DD16-B1CC2C50DE36}"/>
          </ac:spMkLst>
        </pc:spChg>
        <pc:spChg chg="mod">
          <ac:chgData name="Daniel Rytenberg" userId="S::drg21002@student.mdu.se::43be7351-4448-49f3-a6b4-bb26ab69e20e" providerId="AD" clId="Web-{3134F57E-5012-0DA4-6C43-41B5FC7975E9}" dt="2025-03-20T11:40:38.542" v="23"/>
          <ac:spMkLst>
            <pc:docMk/>
            <pc:sldMk cId="1417018566" sldId="343"/>
            <ac:spMk id="14" creationId="{46B9C631-3446-4121-A589-4979BD628EB1}"/>
          </ac:spMkLst>
        </pc:spChg>
        <pc:spChg chg="mod">
          <ac:chgData name="Daniel Rytenberg" userId="S::drg21002@student.mdu.se::43be7351-4448-49f3-a6b4-bb26ab69e20e" providerId="AD" clId="Web-{3134F57E-5012-0DA4-6C43-41B5FC7975E9}" dt="2025-03-20T11:40:38.542" v="23"/>
          <ac:spMkLst>
            <pc:docMk/>
            <pc:sldMk cId="1417018566" sldId="343"/>
            <ac:spMk id="15" creationId="{FD0F1781-5CFF-41D4-BAB4-468FA6D54BE6}"/>
          </ac:spMkLst>
        </pc:spChg>
        <pc:spChg chg="mod">
          <ac:chgData name="Daniel Rytenberg" userId="S::drg21002@student.mdu.se::43be7351-4448-49f3-a6b4-bb26ab69e20e" providerId="AD" clId="Web-{3134F57E-5012-0DA4-6C43-41B5FC7975E9}" dt="2025-03-20T11:40:38.542" v="23"/>
          <ac:spMkLst>
            <pc:docMk/>
            <pc:sldMk cId="1417018566" sldId="343"/>
            <ac:spMk id="16" creationId="{480BDDCC-5A34-4999-8890-6FEAB235F564}"/>
          </ac:spMkLst>
        </pc:spChg>
        <pc:spChg chg="mod">
          <ac:chgData name="Daniel Rytenberg" userId="S::drg21002@student.mdu.se::43be7351-4448-49f3-a6b4-bb26ab69e20e" providerId="AD" clId="Web-{3134F57E-5012-0DA4-6C43-41B5FC7975E9}" dt="2025-03-20T11:40:38.542" v="23"/>
          <ac:spMkLst>
            <pc:docMk/>
            <pc:sldMk cId="1417018566" sldId="343"/>
            <ac:spMk id="17" creationId="{1A5D4766-5F0E-4571-A9A2-7170EEEE17A3}"/>
          </ac:spMkLst>
        </pc:spChg>
        <pc:spChg chg="add del mod">
          <ac:chgData name="Daniel Rytenberg" userId="S::drg21002@student.mdu.se::43be7351-4448-49f3-a6b4-bb26ab69e20e" providerId="AD" clId="Web-{3134F57E-5012-0DA4-6C43-41B5FC7975E9}" dt="2025-03-20T11:40:38.526" v="22"/>
          <ac:spMkLst>
            <pc:docMk/>
            <pc:sldMk cId="1417018566" sldId="343"/>
            <ac:spMk id="22" creationId="{FD0DB4D5-C3E4-0F56-9A32-AEB87322188E}"/>
          </ac:spMkLst>
        </pc:spChg>
        <pc:graphicFrameChg chg="del">
          <ac:chgData name="Daniel Rytenberg" userId="S::drg21002@student.mdu.se::43be7351-4448-49f3-a6b4-bb26ab69e20e" providerId="AD" clId="Web-{3134F57E-5012-0DA4-6C43-41B5FC7975E9}" dt="2025-03-20T11:40:10.713" v="19"/>
          <ac:graphicFrameMkLst>
            <pc:docMk/>
            <pc:sldMk cId="1417018566" sldId="343"/>
            <ac:graphicFrameMk id="19" creationId="{DFA16334-7033-4BA3-9D13-E96DA2A323E7}"/>
          </ac:graphicFrameMkLst>
        </pc:graphicFrameChg>
        <pc:picChg chg="add mod ord">
          <ac:chgData name="Daniel Rytenberg" userId="S::drg21002@student.mdu.se::43be7351-4448-49f3-a6b4-bb26ab69e20e" providerId="AD" clId="Web-{3134F57E-5012-0DA4-6C43-41B5FC7975E9}" dt="2025-03-20T12:02:11.712" v="27"/>
          <ac:picMkLst>
            <pc:docMk/>
            <pc:sldMk cId="1417018566" sldId="343"/>
            <ac:picMk id="2" creationId="{9EE971CD-720D-1B39-65B8-FEFA8C4CABB5}"/>
          </ac:picMkLst>
        </pc:picChg>
        <pc:picChg chg="add mod ord">
          <ac:chgData name="Daniel Rytenberg" userId="S::drg21002@student.mdu.se::43be7351-4448-49f3-a6b4-bb26ab69e20e" providerId="AD" clId="Web-{3134F57E-5012-0DA4-6C43-41B5FC7975E9}" dt="2025-03-20T12:12:34.124" v="29" actId="1076"/>
          <ac:picMkLst>
            <pc:docMk/>
            <pc:sldMk cId="1417018566" sldId="343"/>
            <ac:picMk id="5" creationId="{0746630A-6E89-897B-E826-6337FA869BF8}"/>
          </ac:picMkLst>
        </pc:picChg>
        <pc:picChg chg="add del mod">
          <ac:chgData name="Daniel Rytenberg" userId="S::drg21002@student.mdu.se::43be7351-4448-49f3-a6b4-bb26ab69e20e" providerId="AD" clId="Web-{3134F57E-5012-0DA4-6C43-41B5FC7975E9}" dt="2025-03-20T11:50:58.954" v="26"/>
          <ac:picMkLst>
            <pc:docMk/>
            <pc:sldMk cId="1417018566" sldId="343"/>
            <ac:picMk id="6" creationId="{D5CA97E6-545C-FC5B-85D9-4423294F0B44}"/>
          </ac:picMkLst>
        </pc:picChg>
      </pc:sldChg>
      <pc:sldChg chg="modSp">
        <pc:chgData name="Daniel Rytenberg" userId="S::drg21002@student.mdu.se::43be7351-4448-49f3-a6b4-bb26ab69e20e" providerId="AD" clId="Web-{3134F57E-5012-0DA4-6C43-41B5FC7975E9}" dt="2025-03-20T11:29:38.847" v="17" actId="20577"/>
        <pc:sldMkLst>
          <pc:docMk/>
          <pc:sldMk cId="279754773" sldId="377"/>
        </pc:sldMkLst>
        <pc:spChg chg="mod">
          <ac:chgData name="Daniel Rytenberg" userId="S::drg21002@student.mdu.se::43be7351-4448-49f3-a6b4-bb26ab69e20e" providerId="AD" clId="Web-{3134F57E-5012-0DA4-6C43-41B5FC7975E9}" dt="2025-03-20T11:29:38.847" v="17" actId="20577"/>
          <ac:spMkLst>
            <pc:docMk/>
            <pc:sldMk cId="279754773" sldId="377"/>
            <ac:spMk id="6" creationId="{A9D6F00D-881F-4920-89F9-792BA92E543D}"/>
          </ac:spMkLst>
        </pc:spChg>
      </pc:sldChg>
      <pc:sldChg chg="modSp">
        <pc:chgData name="Daniel Rytenberg" userId="S::drg21002@student.mdu.se::43be7351-4448-49f3-a6b4-bb26ab69e20e" providerId="AD" clId="Web-{3134F57E-5012-0DA4-6C43-41B5FC7975E9}" dt="2025-03-20T11:28:25.266" v="0" actId="20577"/>
        <pc:sldMkLst>
          <pc:docMk/>
          <pc:sldMk cId="3961948668" sldId="378"/>
        </pc:sldMkLst>
        <pc:spChg chg="mod">
          <ac:chgData name="Daniel Rytenberg" userId="S::drg21002@student.mdu.se::43be7351-4448-49f3-a6b4-bb26ab69e20e" providerId="AD" clId="Web-{3134F57E-5012-0DA4-6C43-41B5FC7975E9}" dt="2025-03-20T11:28:25.266" v="0" actId="20577"/>
          <ac:spMkLst>
            <pc:docMk/>
            <pc:sldMk cId="3961948668" sldId="378"/>
            <ac:spMk id="13" creationId="{CB359D32-D6A1-49A9-5D5E-3AC14F706552}"/>
          </ac:spMkLst>
        </pc:spChg>
      </pc:sldChg>
    </pc:docChg>
  </pc:docChgLst>
  <pc:docChgLst>
    <pc:chgData name="Ashley Björs" userId="2d87f420-75d7-45f1-9694-6b15f19276a6" providerId="ADAL" clId="{0D8A14AF-1A4D-4A21-9F37-495BF187981C}"/>
    <pc:docChg chg="undo custSel addSld modSld">
      <pc:chgData name="Ashley Björs" userId="2d87f420-75d7-45f1-9694-6b15f19276a6" providerId="ADAL" clId="{0D8A14AF-1A4D-4A21-9F37-495BF187981C}" dt="2025-03-20T12:53:43.098" v="942" actId="20577"/>
      <pc:docMkLst>
        <pc:docMk/>
      </pc:docMkLst>
      <pc:sldChg chg="modSp mod">
        <pc:chgData name="Ashley Björs" userId="2d87f420-75d7-45f1-9694-6b15f19276a6" providerId="ADAL" clId="{0D8A14AF-1A4D-4A21-9F37-495BF187981C}" dt="2025-03-20T11:54:10.505" v="614"/>
        <pc:sldMkLst>
          <pc:docMk/>
          <pc:sldMk cId="63686572" sldId="341"/>
        </pc:sldMkLst>
        <pc:spChg chg="mod">
          <ac:chgData name="Ashley Björs" userId="2d87f420-75d7-45f1-9694-6b15f19276a6" providerId="ADAL" clId="{0D8A14AF-1A4D-4A21-9F37-495BF187981C}" dt="2025-03-20T11:43:04.811" v="601" actId="790"/>
          <ac:spMkLst>
            <pc:docMk/>
            <pc:sldMk cId="63686572" sldId="341"/>
            <ac:spMk id="15" creationId="{3DFFF8FE-0B1F-4A34-8AE0-3608529C4AF5}"/>
          </ac:spMkLst>
        </pc:spChg>
        <pc:spChg chg="mod">
          <ac:chgData name="Ashley Björs" userId="2d87f420-75d7-45f1-9694-6b15f19276a6" providerId="ADAL" clId="{0D8A14AF-1A4D-4A21-9F37-495BF187981C}" dt="2025-03-20T11:43:04.811" v="601" actId="790"/>
          <ac:spMkLst>
            <pc:docMk/>
            <pc:sldMk cId="63686572" sldId="341"/>
            <ac:spMk id="16" creationId="{79D3D0B4-CC43-4279-8230-0E15CA6CC587}"/>
          </ac:spMkLst>
        </pc:spChg>
        <pc:spChg chg="mod">
          <ac:chgData name="Ashley Björs" userId="2d87f420-75d7-45f1-9694-6b15f19276a6" providerId="ADAL" clId="{0D8A14AF-1A4D-4A21-9F37-495BF187981C}" dt="2025-03-20T11:54:10.505" v="614"/>
          <ac:spMkLst>
            <pc:docMk/>
            <pc:sldMk cId="63686572" sldId="341"/>
            <ac:spMk id="22" creationId="{24499858-7E09-42AB-A3F0-2C1068A4836A}"/>
          </ac:spMkLst>
        </pc:spChg>
        <pc:spChg chg="mod">
          <ac:chgData name="Ashley Björs" userId="2d87f420-75d7-45f1-9694-6b15f19276a6" providerId="ADAL" clId="{0D8A14AF-1A4D-4A21-9F37-495BF187981C}" dt="2025-03-20T11:43:04.811" v="601" actId="790"/>
          <ac:spMkLst>
            <pc:docMk/>
            <pc:sldMk cId="63686572" sldId="341"/>
            <ac:spMk id="23" creationId="{B3628A90-EE87-4FE9-AA39-875917A80C76}"/>
          </ac:spMkLst>
        </pc:spChg>
        <pc:spChg chg="mod">
          <ac:chgData name="Ashley Björs" userId="2d87f420-75d7-45f1-9694-6b15f19276a6" providerId="ADAL" clId="{0D8A14AF-1A4D-4A21-9F37-495BF187981C}" dt="2025-03-20T11:43:04.811" v="601" actId="790"/>
          <ac:spMkLst>
            <pc:docMk/>
            <pc:sldMk cId="63686572" sldId="341"/>
            <ac:spMk id="24" creationId="{9481EC64-D6E1-4753-A68E-7C62AA16D214}"/>
          </ac:spMkLst>
        </pc:spChg>
        <pc:spChg chg="mod">
          <ac:chgData name="Ashley Björs" userId="2d87f420-75d7-45f1-9694-6b15f19276a6" providerId="ADAL" clId="{0D8A14AF-1A4D-4A21-9F37-495BF187981C}" dt="2025-03-20T11:43:04.811" v="601" actId="790"/>
          <ac:spMkLst>
            <pc:docMk/>
            <pc:sldMk cId="63686572" sldId="341"/>
            <ac:spMk id="68" creationId="{A19C76D3-8EEC-4408-AEBF-59B910FB5DD9}"/>
          </ac:spMkLst>
        </pc:spChg>
        <pc:spChg chg="mod">
          <ac:chgData name="Ashley Björs" userId="2d87f420-75d7-45f1-9694-6b15f19276a6" providerId="ADAL" clId="{0D8A14AF-1A4D-4A21-9F37-495BF187981C}" dt="2025-03-20T11:43:04.811" v="601" actId="790"/>
          <ac:spMkLst>
            <pc:docMk/>
            <pc:sldMk cId="63686572" sldId="341"/>
            <ac:spMk id="69" creationId="{BB711A32-EC33-40B5-9C82-5E6C1223DCD2}"/>
          </ac:spMkLst>
        </pc:spChg>
      </pc:sldChg>
      <pc:sldChg chg="modSp mod">
        <pc:chgData name="Ashley Björs" userId="2d87f420-75d7-45f1-9694-6b15f19276a6" providerId="ADAL" clId="{0D8A14AF-1A4D-4A21-9F37-495BF187981C}" dt="2025-03-20T11:54:08.027" v="613"/>
        <pc:sldMkLst>
          <pc:docMk/>
          <pc:sldMk cId="1417018566" sldId="343"/>
        </pc:sldMkLst>
        <pc:spChg chg="mod">
          <ac:chgData name="Ashley Björs" userId="2d87f420-75d7-45f1-9694-6b15f19276a6" providerId="ADAL" clId="{0D8A14AF-1A4D-4A21-9F37-495BF187981C}" dt="2025-03-20T11:54:08.027" v="613"/>
          <ac:spMkLst>
            <pc:docMk/>
            <pc:sldMk cId="1417018566" sldId="343"/>
            <ac:spMk id="15" creationId="{FD0F1781-5CFF-41D4-BAB4-468FA6D54BE6}"/>
          </ac:spMkLst>
        </pc:spChg>
      </pc:sldChg>
      <pc:sldChg chg="modSp">
        <pc:chgData name="Ashley Björs" userId="2d87f420-75d7-45f1-9694-6b15f19276a6" providerId="ADAL" clId="{0D8A14AF-1A4D-4A21-9F37-495BF187981C}" dt="2025-03-20T11:30:43.958" v="427"/>
        <pc:sldMkLst>
          <pc:docMk/>
          <pc:sldMk cId="4155872974" sldId="345"/>
        </pc:sldMkLst>
        <pc:graphicFrameChg chg="mod">
          <ac:chgData name="Ashley Björs" userId="2d87f420-75d7-45f1-9694-6b15f19276a6" providerId="ADAL" clId="{0D8A14AF-1A4D-4A21-9F37-495BF187981C}" dt="2025-03-20T11:30:43.958" v="427"/>
          <ac:graphicFrameMkLst>
            <pc:docMk/>
            <pc:sldMk cId="4155872974" sldId="345"/>
            <ac:graphicFrameMk id="19" creationId="{3EAC8B30-4F38-409D-B2C5-1D1A1DD71808}"/>
          </ac:graphicFrameMkLst>
        </pc:graphicFrameChg>
      </pc:sldChg>
      <pc:sldChg chg="modSp mod modNotesTx">
        <pc:chgData name="Ashley Björs" userId="2d87f420-75d7-45f1-9694-6b15f19276a6" providerId="ADAL" clId="{0D8A14AF-1A4D-4A21-9F37-495BF187981C}" dt="2025-03-20T12:53:43.098" v="942" actId="20577"/>
        <pc:sldMkLst>
          <pc:docMk/>
          <pc:sldMk cId="1670641188" sldId="369"/>
        </pc:sldMkLst>
        <pc:spChg chg="mod">
          <ac:chgData name="Ashley Björs" userId="2d87f420-75d7-45f1-9694-6b15f19276a6" providerId="ADAL" clId="{0D8A14AF-1A4D-4A21-9F37-495BF187981C}" dt="2025-03-20T11:54:12.917" v="615"/>
          <ac:spMkLst>
            <pc:docMk/>
            <pc:sldMk cId="1670641188" sldId="369"/>
            <ac:spMk id="11" creationId="{078A1077-0C8F-4D90-8616-EE28EC3EF632}"/>
          </ac:spMkLst>
        </pc:spChg>
        <pc:spChg chg="mod">
          <ac:chgData name="Ashley Björs" userId="2d87f420-75d7-45f1-9694-6b15f19276a6" providerId="ADAL" clId="{0D8A14AF-1A4D-4A21-9F37-495BF187981C}" dt="2025-03-20T12:39:12.675" v="667" actId="14100"/>
          <ac:spMkLst>
            <pc:docMk/>
            <pc:sldMk cId="1670641188" sldId="369"/>
            <ac:spMk id="14" creationId="{6F5360D4-1E3B-45FC-B68E-C78D7F3797E1}"/>
          </ac:spMkLst>
        </pc:spChg>
      </pc:sldChg>
      <pc:sldChg chg="modSp mod">
        <pc:chgData name="Ashley Björs" userId="2d87f420-75d7-45f1-9694-6b15f19276a6" providerId="ADAL" clId="{0D8A14AF-1A4D-4A21-9F37-495BF187981C}" dt="2025-03-20T11:53:50.611" v="606"/>
        <pc:sldMkLst>
          <pc:docMk/>
          <pc:sldMk cId="2330317391" sldId="372"/>
        </pc:sldMkLst>
        <pc:spChg chg="mod">
          <ac:chgData name="Ashley Björs" userId="2d87f420-75d7-45f1-9694-6b15f19276a6" providerId="ADAL" clId="{0D8A14AF-1A4D-4A21-9F37-495BF187981C}" dt="2025-03-20T11:53:50.611" v="606"/>
          <ac:spMkLst>
            <pc:docMk/>
            <pc:sldMk cId="2330317391" sldId="372"/>
            <ac:spMk id="21" creationId="{FC983FB1-C97B-41D3-9FB3-3965A27A682D}"/>
          </ac:spMkLst>
        </pc:spChg>
      </pc:sldChg>
      <pc:sldChg chg="modSp mod">
        <pc:chgData name="Ashley Björs" userId="2d87f420-75d7-45f1-9694-6b15f19276a6" providerId="ADAL" clId="{0D8A14AF-1A4D-4A21-9F37-495BF187981C}" dt="2025-03-20T11:54:03.372" v="611"/>
        <pc:sldMkLst>
          <pc:docMk/>
          <pc:sldMk cId="4062003319" sldId="376"/>
        </pc:sldMkLst>
        <pc:spChg chg="mod">
          <ac:chgData name="Ashley Björs" userId="2d87f420-75d7-45f1-9694-6b15f19276a6" providerId="ADAL" clId="{0D8A14AF-1A4D-4A21-9F37-495BF187981C}" dt="2025-03-20T11:54:03.372" v="611"/>
          <ac:spMkLst>
            <pc:docMk/>
            <pc:sldMk cId="4062003319" sldId="376"/>
            <ac:spMk id="14" creationId="{D858F0E8-5723-4917-B2F4-1959CDA57357}"/>
          </ac:spMkLst>
        </pc:spChg>
      </pc:sldChg>
      <pc:sldChg chg="modSp mod">
        <pc:chgData name="Ashley Björs" userId="2d87f420-75d7-45f1-9694-6b15f19276a6" providerId="ADAL" clId="{0D8A14AF-1A4D-4A21-9F37-495BF187981C}" dt="2025-03-20T11:54:47.083" v="617"/>
        <pc:sldMkLst>
          <pc:docMk/>
          <pc:sldMk cId="279754773" sldId="377"/>
        </pc:sldMkLst>
        <pc:spChg chg="mod">
          <ac:chgData name="Ashley Björs" userId="2d87f420-75d7-45f1-9694-6b15f19276a6" providerId="ADAL" clId="{0D8A14AF-1A4D-4A21-9F37-495BF187981C}" dt="2025-03-20T11:48:16.455" v="605" actId="404"/>
          <ac:spMkLst>
            <pc:docMk/>
            <pc:sldMk cId="279754773" sldId="377"/>
            <ac:spMk id="6" creationId="{A9D6F00D-881F-4920-89F9-792BA92E543D}"/>
          </ac:spMkLst>
        </pc:spChg>
        <pc:spChg chg="mod">
          <ac:chgData name="Ashley Björs" userId="2d87f420-75d7-45f1-9694-6b15f19276a6" providerId="ADAL" clId="{0D8A14AF-1A4D-4A21-9F37-495BF187981C}" dt="2025-03-20T11:54:15.813" v="616"/>
          <ac:spMkLst>
            <pc:docMk/>
            <pc:sldMk cId="279754773" sldId="377"/>
            <ac:spMk id="9" creationId="{3087E772-2F2C-4C47-BBBF-7E764029EAFA}"/>
          </ac:spMkLst>
        </pc:spChg>
        <pc:spChg chg="mod">
          <ac:chgData name="Ashley Björs" userId="2d87f420-75d7-45f1-9694-6b15f19276a6" providerId="ADAL" clId="{0D8A14AF-1A4D-4A21-9F37-495BF187981C}" dt="2025-03-20T11:54:47.083" v="617"/>
          <ac:spMkLst>
            <pc:docMk/>
            <pc:sldMk cId="279754773" sldId="377"/>
            <ac:spMk id="10" creationId="{C43915F4-91EA-41AF-93B6-5D572A9EF60D}"/>
          </ac:spMkLst>
        </pc:spChg>
      </pc:sldChg>
      <pc:sldChg chg="modSp add mod">
        <pc:chgData name="Ashley Björs" userId="2d87f420-75d7-45f1-9694-6b15f19276a6" providerId="ADAL" clId="{0D8A14AF-1A4D-4A21-9F37-495BF187981C}" dt="2025-03-20T11:54:05.422" v="612"/>
        <pc:sldMkLst>
          <pc:docMk/>
          <pc:sldMk cId="3961948668" sldId="378"/>
        </pc:sldMkLst>
        <pc:spChg chg="mod">
          <ac:chgData name="Ashley Björs" userId="2d87f420-75d7-45f1-9694-6b15f19276a6" providerId="ADAL" clId="{0D8A14AF-1A4D-4A21-9F37-495BF187981C}" dt="2025-03-20T11:18:22.499" v="13" actId="20577"/>
          <ac:spMkLst>
            <pc:docMk/>
            <pc:sldMk cId="3961948668" sldId="378"/>
            <ac:spMk id="7" creationId="{879CD104-79EA-8C04-9545-26ADE63D2038}"/>
          </ac:spMkLst>
        </pc:spChg>
        <pc:spChg chg="mod">
          <ac:chgData name="Ashley Björs" userId="2d87f420-75d7-45f1-9694-6b15f19276a6" providerId="ADAL" clId="{0D8A14AF-1A4D-4A21-9F37-495BF187981C}" dt="2025-03-20T11:19:00.624" v="42" actId="20577"/>
          <ac:spMkLst>
            <pc:docMk/>
            <pc:sldMk cId="3961948668" sldId="378"/>
            <ac:spMk id="8" creationId="{F44B5919-A622-1741-0A03-22209EC53880}"/>
          </ac:spMkLst>
        </pc:spChg>
        <pc:spChg chg="mod">
          <ac:chgData name="Ashley Björs" userId="2d87f420-75d7-45f1-9694-6b15f19276a6" providerId="ADAL" clId="{0D8A14AF-1A4D-4A21-9F37-495BF187981C}" dt="2025-03-20T11:20:20.615" v="218" actId="20577"/>
          <ac:spMkLst>
            <pc:docMk/>
            <pc:sldMk cId="3961948668" sldId="378"/>
            <ac:spMk id="9" creationId="{D1201C14-6BD5-7CE2-EF6C-A18004971014}"/>
          </ac:spMkLst>
        </pc:spChg>
        <pc:spChg chg="mod">
          <ac:chgData name="Ashley Björs" userId="2d87f420-75d7-45f1-9694-6b15f19276a6" providerId="ADAL" clId="{0D8A14AF-1A4D-4A21-9F37-495BF187981C}" dt="2025-03-20T11:19:08.668" v="60" actId="20577"/>
          <ac:spMkLst>
            <pc:docMk/>
            <pc:sldMk cId="3961948668" sldId="378"/>
            <ac:spMk id="12" creationId="{86E48B6A-817E-DB7F-3D2F-E17ACBE72843}"/>
          </ac:spMkLst>
        </pc:spChg>
        <pc:spChg chg="mod">
          <ac:chgData name="Ashley Björs" userId="2d87f420-75d7-45f1-9694-6b15f19276a6" providerId="ADAL" clId="{0D8A14AF-1A4D-4A21-9F37-495BF187981C}" dt="2025-03-20T11:21:17.108" v="344" actId="20577"/>
          <ac:spMkLst>
            <pc:docMk/>
            <pc:sldMk cId="3961948668" sldId="378"/>
            <ac:spMk id="13" creationId="{CB359D32-D6A1-49A9-5D5E-3AC14F706552}"/>
          </ac:spMkLst>
        </pc:spChg>
        <pc:spChg chg="mod">
          <ac:chgData name="Ashley Björs" userId="2d87f420-75d7-45f1-9694-6b15f19276a6" providerId="ADAL" clId="{0D8A14AF-1A4D-4A21-9F37-495BF187981C}" dt="2025-03-20T11:54:05.422" v="612"/>
          <ac:spMkLst>
            <pc:docMk/>
            <pc:sldMk cId="3961948668" sldId="378"/>
            <ac:spMk id="14" creationId="{EB71E80F-8875-B5CB-8E28-39845EBF550F}"/>
          </ac:spMkLst>
        </pc:spChg>
      </pc:sldChg>
      <pc:sldChg chg="modSp mod">
        <pc:chgData name="Ashley Björs" userId="2d87f420-75d7-45f1-9694-6b15f19276a6" providerId="ADAL" clId="{0D8A14AF-1A4D-4A21-9F37-495BF187981C}" dt="2025-03-20T11:53:53.399" v="607"/>
        <pc:sldMkLst>
          <pc:docMk/>
          <pc:sldMk cId="1135575299" sldId="379"/>
        </pc:sldMkLst>
        <pc:spChg chg="mod">
          <ac:chgData name="Ashley Björs" userId="2d87f420-75d7-45f1-9694-6b15f19276a6" providerId="ADAL" clId="{0D8A14AF-1A4D-4A21-9F37-495BF187981C}" dt="2025-03-20T11:53:53.399" v="607"/>
          <ac:spMkLst>
            <pc:docMk/>
            <pc:sldMk cId="1135575299" sldId="379"/>
            <ac:spMk id="13" creationId="{16D38BCC-7EC3-40A8-BEB0-9776AA478BB2}"/>
          </ac:spMkLst>
        </pc:spChg>
      </pc:sldChg>
      <pc:sldChg chg="modSp mod">
        <pc:chgData name="Ashley Björs" userId="2d87f420-75d7-45f1-9694-6b15f19276a6" providerId="ADAL" clId="{0D8A14AF-1A4D-4A21-9F37-495BF187981C}" dt="2025-03-20T11:53:55.691" v="608"/>
        <pc:sldMkLst>
          <pc:docMk/>
          <pc:sldMk cId="1126169320" sldId="380"/>
        </pc:sldMkLst>
        <pc:spChg chg="mod">
          <ac:chgData name="Ashley Björs" userId="2d87f420-75d7-45f1-9694-6b15f19276a6" providerId="ADAL" clId="{0D8A14AF-1A4D-4A21-9F37-495BF187981C}" dt="2025-03-20T11:53:55.691" v="608"/>
          <ac:spMkLst>
            <pc:docMk/>
            <pc:sldMk cId="1126169320" sldId="380"/>
            <ac:spMk id="13" creationId="{3E3CEA63-20A9-D292-4F55-78365FA835A8}"/>
          </ac:spMkLst>
        </pc:spChg>
      </pc:sldChg>
      <pc:sldChg chg="modSp mod">
        <pc:chgData name="Ashley Björs" userId="2d87f420-75d7-45f1-9694-6b15f19276a6" providerId="ADAL" clId="{0D8A14AF-1A4D-4A21-9F37-495BF187981C}" dt="2025-03-20T11:53:58.007" v="609"/>
        <pc:sldMkLst>
          <pc:docMk/>
          <pc:sldMk cId="1089777163" sldId="381"/>
        </pc:sldMkLst>
        <pc:spChg chg="mod">
          <ac:chgData name="Ashley Björs" userId="2d87f420-75d7-45f1-9694-6b15f19276a6" providerId="ADAL" clId="{0D8A14AF-1A4D-4A21-9F37-495BF187981C}" dt="2025-03-20T11:53:58.007" v="609"/>
          <ac:spMkLst>
            <pc:docMk/>
            <pc:sldMk cId="1089777163" sldId="381"/>
            <ac:spMk id="5" creationId="{FCA89644-3F49-F27C-DA67-08B413699D5A}"/>
          </ac:spMkLst>
        </pc:spChg>
      </pc:sldChg>
      <pc:sldChg chg="modSp mod">
        <pc:chgData name="Ashley Björs" userId="2d87f420-75d7-45f1-9694-6b15f19276a6" providerId="ADAL" clId="{0D8A14AF-1A4D-4A21-9F37-495BF187981C}" dt="2025-03-20T11:54:00.526" v="610"/>
        <pc:sldMkLst>
          <pc:docMk/>
          <pc:sldMk cId="1882903881" sldId="382"/>
        </pc:sldMkLst>
        <pc:spChg chg="mod">
          <ac:chgData name="Ashley Björs" userId="2d87f420-75d7-45f1-9694-6b15f19276a6" providerId="ADAL" clId="{0D8A14AF-1A4D-4A21-9F37-495BF187981C}" dt="2025-03-20T11:54:00.526" v="610"/>
          <ac:spMkLst>
            <pc:docMk/>
            <pc:sldMk cId="1882903881" sldId="382"/>
            <ac:spMk id="5" creationId="{5913323C-890E-EDED-7F5B-6D1037916C82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C72703F-EB58-4B0C-8B2A-EDF2A51B2C6C}" type="doc">
      <dgm:prSet loTypeId="urn:microsoft.com/office/officeart/2019/1/layout/PeoplePortraitsList" loCatId="profile" qsTypeId="urn:microsoft.com/office/officeart/2005/8/quickstyle/simple1" qsCatId="simple" csTypeId="urn:microsoft.com/office/officeart/2005/8/colors/colorful2" csCatId="colorful" phldr="1"/>
      <dgm:spPr/>
      <dgm:t>
        <a:bodyPr rtlCol="0"/>
        <a:lstStyle/>
        <a:p>
          <a:pPr rtl="0"/>
          <a:endParaRPr lang="en-US"/>
        </a:p>
      </dgm:t>
    </dgm:pt>
    <dgm:pt modelId="{23CA95F9-8BCF-40C1-B842-BCFFD43632F6}">
      <dgm:prSet custT="1"/>
      <dgm:spPr/>
      <dgm:t>
        <a:bodyPr rtlCol="0"/>
        <a:lstStyle/>
        <a:p>
          <a:pPr algn="ctr">
            <a:lnSpc>
              <a:spcPct val="100000"/>
            </a:lnSpc>
            <a:defRPr b="1" spc="20">
              <a:latin typeface="+mj-lt"/>
            </a:defRPr>
          </a:pPr>
          <a:r>
            <a:rPr lang="sv-SE" sz="1600" noProof="0">
              <a:solidFill>
                <a:sysClr val="windowText" lastClr="000000"/>
              </a:solidFill>
            </a:rPr>
            <a:t>Ashley</a:t>
          </a:r>
          <a:br>
            <a:rPr lang="sv-SE" sz="1600" noProof="0">
              <a:solidFill>
                <a:sysClr val="windowText" lastClr="000000"/>
              </a:solidFill>
            </a:rPr>
          </a:br>
          <a:r>
            <a:rPr lang="sv-SE" sz="1600" noProof="0" err="1">
              <a:solidFill>
                <a:sysClr val="windowText" lastClr="000000"/>
              </a:solidFill>
            </a:rPr>
            <a:t>Robotic</a:t>
          </a:r>
          <a:r>
            <a:rPr lang="sv-SE" sz="1600" noProof="0">
              <a:solidFill>
                <a:sysClr val="windowText" lastClr="000000"/>
              </a:solidFill>
            </a:rPr>
            <a:t> Student</a:t>
          </a:r>
          <a:endParaRPr lang="sv-SE" sz="1600" b="0" noProof="0">
            <a:solidFill>
              <a:sysClr val="windowText" lastClr="000000"/>
            </a:solidFill>
            <a:latin typeface="+mn-lt"/>
          </a:endParaRPr>
        </a:p>
      </dgm:t>
    </dgm:pt>
    <dgm:pt modelId="{FC4F4986-5DCD-4DC2-B7FD-2C5FABEF9979}" type="parTrans" cxnId="{E6EDE7CF-5B3F-4E2C-99EE-D5462F0EC9CE}">
      <dgm:prSet/>
      <dgm:spPr/>
      <dgm:t>
        <a:bodyPr rtlCol="0"/>
        <a:lstStyle/>
        <a:p>
          <a:pPr rtl="0"/>
          <a:endParaRPr lang="sv-SE" noProof="0"/>
        </a:p>
      </dgm:t>
    </dgm:pt>
    <dgm:pt modelId="{D868EA7F-D868-4231-86D5-66D9B2DF2F62}" type="sibTrans" cxnId="{E6EDE7CF-5B3F-4E2C-99EE-D5462F0EC9CE}">
      <dgm:prSet/>
      <dgm:spPr/>
      <dgm:t>
        <a:bodyPr rtlCol="0"/>
        <a:lstStyle/>
        <a:p>
          <a:pPr rtl="0"/>
          <a:endParaRPr lang="sv-SE" noProof="0"/>
        </a:p>
      </dgm:t>
    </dgm:pt>
    <dgm:pt modelId="{1E293C9C-50F7-4DF0-A45F-EF6AA41E15B2}">
      <dgm:prSet custT="1"/>
      <dgm:spPr/>
      <dgm:t>
        <a:bodyPr rtlCol="0"/>
        <a:lstStyle/>
        <a:p>
          <a:pPr algn="ctr">
            <a:lnSpc>
              <a:spcPct val="100000"/>
            </a:lnSpc>
            <a:defRPr b="1" spc="20">
              <a:latin typeface="+mj-lt"/>
            </a:defRPr>
          </a:pPr>
          <a:r>
            <a:rPr lang="sv-SE" sz="1600" noProof="0">
              <a:solidFill>
                <a:schemeClr val="tx1"/>
              </a:solidFill>
            </a:rPr>
            <a:t>Daniel</a:t>
          </a:r>
          <a:br>
            <a:rPr lang="sv-SE" sz="1600" noProof="0">
              <a:solidFill>
                <a:schemeClr val="tx1"/>
              </a:solidFill>
            </a:rPr>
          </a:br>
          <a:r>
            <a:rPr lang="sv-SE" sz="1600" noProof="0" err="1">
              <a:solidFill>
                <a:schemeClr val="tx1"/>
              </a:solidFill>
            </a:rPr>
            <a:t>Robotic</a:t>
          </a:r>
          <a:r>
            <a:rPr lang="sv-SE" sz="1600" noProof="0">
              <a:solidFill>
                <a:schemeClr val="tx1"/>
              </a:solidFill>
            </a:rPr>
            <a:t> Student</a:t>
          </a:r>
          <a:endParaRPr lang="sv-SE" sz="1600" b="0" noProof="0">
            <a:solidFill>
              <a:schemeClr val="tx1"/>
            </a:solidFill>
            <a:latin typeface="+mn-lt"/>
          </a:endParaRPr>
        </a:p>
      </dgm:t>
    </dgm:pt>
    <dgm:pt modelId="{04936CC5-1B2F-4620-ABDF-F195956C3F4A}" type="parTrans" cxnId="{A7E7000F-0D10-4D88-844F-C9CB2A6A39DA}">
      <dgm:prSet/>
      <dgm:spPr/>
      <dgm:t>
        <a:bodyPr rtlCol="0"/>
        <a:lstStyle/>
        <a:p>
          <a:pPr rtl="0"/>
          <a:endParaRPr lang="sv-SE" noProof="0"/>
        </a:p>
      </dgm:t>
    </dgm:pt>
    <dgm:pt modelId="{E019F05B-61F4-4915-9D10-5D6F328EA591}" type="sibTrans" cxnId="{A7E7000F-0D10-4D88-844F-C9CB2A6A39DA}">
      <dgm:prSet/>
      <dgm:spPr/>
      <dgm:t>
        <a:bodyPr rtlCol="0"/>
        <a:lstStyle/>
        <a:p>
          <a:pPr rtl="0"/>
          <a:endParaRPr lang="sv-SE" noProof="0"/>
        </a:p>
      </dgm:t>
    </dgm:pt>
    <dgm:pt modelId="{DA3F2F2F-B5A8-4CFD-ABCE-1BC48CD913AF}">
      <dgm:prSet custT="1"/>
      <dgm:spPr/>
      <dgm:t>
        <a:bodyPr rtlCol="0"/>
        <a:lstStyle/>
        <a:p>
          <a:pPr algn="ctr">
            <a:lnSpc>
              <a:spcPct val="100000"/>
            </a:lnSpc>
            <a:defRPr b="1" spc="20">
              <a:latin typeface="+mj-lt"/>
            </a:defRPr>
          </a:pPr>
          <a:r>
            <a:rPr lang="sv-SE" sz="1600" noProof="0">
              <a:solidFill>
                <a:schemeClr val="tx1"/>
              </a:solidFill>
            </a:rPr>
            <a:t>Jonas</a:t>
          </a:r>
          <a:br>
            <a:rPr lang="sv-SE" sz="1600" noProof="0">
              <a:solidFill>
                <a:schemeClr val="tx1"/>
              </a:solidFill>
            </a:rPr>
          </a:br>
          <a:r>
            <a:rPr lang="sv-SE" sz="1600" noProof="0" err="1">
              <a:solidFill>
                <a:schemeClr val="tx1"/>
              </a:solidFill>
            </a:rPr>
            <a:t>Robotic</a:t>
          </a:r>
          <a:r>
            <a:rPr lang="sv-SE" sz="1600" noProof="0">
              <a:solidFill>
                <a:schemeClr val="tx1"/>
              </a:solidFill>
            </a:rPr>
            <a:t> Student</a:t>
          </a:r>
          <a:endParaRPr lang="sv-SE" sz="1600" b="0" noProof="0">
            <a:solidFill>
              <a:schemeClr val="tx1"/>
            </a:solidFill>
            <a:latin typeface="+mn-lt"/>
          </a:endParaRPr>
        </a:p>
      </dgm:t>
    </dgm:pt>
    <dgm:pt modelId="{D4AFA5E0-6624-49A6-B10B-4FFA7483C001}" type="parTrans" cxnId="{307321D6-32A9-4F29-A35B-8328C6417311}">
      <dgm:prSet/>
      <dgm:spPr/>
      <dgm:t>
        <a:bodyPr rtlCol="0"/>
        <a:lstStyle/>
        <a:p>
          <a:pPr rtl="0"/>
          <a:endParaRPr lang="sv-SE" noProof="0"/>
        </a:p>
      </dgm:t>
    </dgm:pt>
    <dgm:pt modelId="{038FE749-6004-418E-86C7-7C1B1D7930F4}" type="sibTrans" cxnId="{307321D6-32A9-4F29-A35B-8328C6417311}">
      <dgm:prSet/>
      <dgm:spPr/>
      <dgm:t>
        <a:bodyPr rtlCol="0"/>
        <a:lstStyle/>
        <a:p>
          <a:pPr rtl="0"/>
          <a:endParaRPr lang="sv-SE" noProof="0"/>
        </a:p>
      </dgm:t>
    </dgm:pt>
    <dgm:pt modelId="{BF30E86D-EAFC-44CE-B56C-D7C5EC7742F3}" type="pres">
      <dgm:prSet presAssocID="{5C72703F-EB58-4B0C-8B2A-EDF2A51B2C6C}" presName="root" presStyleCnt="0">
        <dgm:presLayoutVars>
          <dgm:dir/>
          <dgm:resizeHandles val="exact"/>
        </dgm:presLayoutVars>
      </dgm:prSet>
      <dgm:spPr/>
    </dgm:pt>
    <dgm:pt modelId="{34A89649-B4A9-4A6F-8793-5A3DB37DDDA6}" type="pres">
      <dgm:prSet presAssocID="{23CA95F9-8BCF-40C1-B842-BCFFD43632F6}" presName="compNode" presStyleCnt="0"/>
      <dgm:spPr/>
    </dgm:pt>
    <dgm:pt modelId="{FFB9F511-6797-4909-9D3B-89EBC96F25A8}" type="pres">
      <dgm:prSet presAssocID="{23CA95F9-8BCF-40C1-B842-BCFFD43632F6}" presName="topSpace" presStyleCnt="0"/>
      <dgm:spPr/>
    </dgm:pt>
    <dgm:pt modelId="{73073D5B-7ADA-4F8B-AD34-0BE114905A44}" type="pres">
      <dgm:prSet presAssocID="{23CA95F9-8BCF-40C1-B842-BCFFD43632F6}" presName="photoElip" presStyleLbl="node1" presStyleIdx="0" presStyleCnt="3" custScaleX="135512" custScaleY="135512"/>
      <dgm:spPr>
        <a:prstGeom prst="rect">
          <a:avLst/>
        </a:prstGeom>
        <a:blipFill>
          <a:blip xmlns:r="http://schemas.openxmlformats.org/officeDocument/2006/relationships" r:embed="rId1"/>
          <a:srcRect/>
          <a:stretch>
            <a:fillRect/>
          </a:stretch>
        </a:blipFill>
        <a:ln>
          <a:noFill/>
        </a:ln>
      </dgm:spPr>
    </dgm:pt>
    <dgm:pt modelId="{EE33220B-2292-4F19-BD6E-B7F529CD8414}" type="pres">
      <dgm:prSet presAssocID="{23CA95F9-8BCF-40C1-B842-BCFFD43632F6}" presName="iconSpace" presStyleCnt="0"/>
      <dgm:spPr/>
    </dgm:pt>
    <dgm:pt modelId="{FDFAF16A-4FD0-49F4-8593-32E9A31A4FF7}" type="pres">
      <dgm:prSet presAssocID="{23CA95F9-8BCF-40C1-B842-BCFFD43632F6}" presName="nameTx" presStyleLbl="revTx" presStyleIdx="0" presStyleCnt="6" custLinFactNeighborY="17872">
        <dgm:presLayoutVars>
          <dgm:chMax val="0"/>
          <dgm:chPref val="0"/>
        </dgm:presLayoutVars>
      </dgm:prSet>
      <dgm:spPr/>
    </dgm:pt>
    <dgm:pt modelId="{EEB88C88-E325-43D0-B163-BFD87C897361}" type="pres">
      <dgm:prSet presAssocID="{23CA95F9-8BCF-40C1-B842-BCFFD43632F6}" presName="txSpace" presStyleCnt="0"/>
      <dgm:spPr/>
    </dgm:pt>
    <dgm:pt modelId="{7D166BBB-55AF-452C-B9A0-94A1EE55FF4F}" type="pres">
      <dgm:prSet presAssocID="{23CA95F9-8BCF-40C1-B842-BCFFD43632F6}" presName="desTx" presStyleLbl="revTx" presStyleIdx="1" presStyleCnt="6">
        <dgm:presLayoutVars/>
      </dgm:prSet>
      <dgm:spPr/>
    </dgm:pt>
    <dgm:pt modelId="{860D3358-284A-4827-88CC-2F74FF5A1E56}" type="pres">
      <dgm:prSet presAssocID="{23CA95F9-8BCF-40C1-B842-BCFFD43632F6}" presName="bottSpace" presStyleCnt="0"/>
      <dgm:spPr/>
    </dgm:pt>
    <dgm:pt modelId="{0D4A0804-490F-47AA-B7FA-08C890B0D841}" type="pres">
      <dgm:prSet presAssocID="{D868EA7F-D868-4231-86D5-66D9B2DF2F62}" presName="sibTrans" presStyleCnt="0"/>
      <dgm:spPr/>
    </dgm:pt>
    <dgm:pt modelId="{E40BB94D-AE1C-4F05-8AA5-E9FA9A8CCCDE}" type="pres">
      <dgm:prSet presAssocID="{1E293C9C-50F7-4DF0-A45F-EF6AA41E15B2}" presName="compNode" presStyleCnt="0"/>
      <dgm:spPr/>
    </dgm:pt>
    <dgm:pt modelId="{1BC7C3C6-BE78-4F0A-9E69-54742F1AA0F3}" type="pres">
      <dgm:prSet presAssocID="{1E293C9C-50F7-4DF0-A45F-EF6AA41E15B2}" presName="topSpace" presStyleCnt="0"/>
      <dgm:spPr/>
    </dgm:pt>
    <dgm:pt modelId="{25238F18-07B8-41D8-8BD9-9F8514E8F9C4}" type="pres">
      <dgm:prSet presAssocID="{1E293C9C-50F7-4DF0-A45F-EF6AA41E15B2}" presName="photoElip" presStyleLbl="node1" presStyleIdx="1" presStyleCnt="3" custAng="5400000" custScaleX="135512" custScaleY="135512"/>
      <dgm:spPr>
        <a:prstGeom prst="rect">
          <a:avLst/>
        </a:prstGeom>
        <a:blipFill rotWithShape="1">
          <a:blip xmlns:r="http://schemas.openxmlformats.org/officeDocument/2006/relationships" r:embed="rId2"/>
          <a:srcRect/>
          <a:stretch>
            <a:fillRect l="-17000" r="-17000"/>
          </a:stretch>
        </a:blipFill>
        <a:ln>
          <a:noFill/>
        </a:ln>
      </dgm:spPr>
    </dgm:pt>
    <dgm:pt modelId="{6FFE343B-847F-4D3F-A2F9-B95E826EC656}" type="pres">
      <dgm:prSet presAssocID="{1E293C9C-50F7-4DF0-A45F-EF6AA41E15B2}" presName="iconSpace" presStyleCnt="0"/>
      <dgm:spPr/>
    </dgm:pt>
    <dgm:pt modelId="{866F95BB-E9D9-40E2-AB9F-99D5F69BA82A}" type="pres">
      <dgm:prSet presAssocID="{1E293C9C-50F7-4DF0-A45F-EF6AA41E15B2}" presName="nameTx" presStyleLbl="revTx" presStyleIdx="2" presStyleCnt="6" custLinFactNeighborY="17872">
        <dgm:presLayoutVars>
          <dgm:chMax val="0"/>
          <dgm:chPref val="0"/>
        </dgm:presLayoutVars>
      </dgm:prSet>
      <dgm:spPr/>
    </dgm:pt>
    <dgm:pt modelId="{B22197FE-7BF1-485D-9B2D-0AD12CF41435}" type="pres">
      <dgm:prSet presAssocID="{1E293C9C-50F7-4DF0-A45F-EF6AA41E15B2}" presName="txSpace" presStyleCnt="0"/>
      <dgm:spPr/>
    </dgm:pt>
    <dgm:pt modelId="{1223E777-77CB-4A9A-BF21-12B513842696}" type="pres">
      <dgm:prSet presAssocID="{1E293C9C-50F7-4DF0-A45F-EF6AA41E15B2}" presName="desTx" presStyleLbl="revTx" presStyleIdx="3" presStyleCnt="6">
        <dgm:presLayoutVars/>
      </dgm:prSet>
      <dgm:spPr/>
    </dgm:pt>
    <dgm:pt modelId="{48A93FE3-F550-4840-B560-2DB8553BED7D}" type="pres">
      <dgm:prSet presAssocID="{1E293C9C-50F7-4DF0-A45F-EF6AA41E15B2}" presName="bottSpace" presStyleCnt="0"/>
      <dgm:spPr/>
    </dgm:pt>
    <dgm:pt modelId="{DCDF700C-8587-4AD0-95CF-A8CEBB3AD30B}" type="pres">
      <dgm:prSet presAssocID="{E019F05B-61F4-4915-9D10-5D6F328EA591}" presName="sibTrans" presStyleCnt="0"/>
      <dgm:spPr/>
    </dgm:pt>
    <dgm:pt modelId="{D5C9CF54-A3DB-4262-A188-C006BBF08A29}" type="pres">
      <dgm:prSet presAssocID="{DA3F2F2F-B5A8-4CFD-ABCE-1BC48CD913AF}" presName="compNode" presStyleCnt="0"/>
      <dgm:spPr/>
    </dgm:pt>
    <dgm:pt modelId="{EB21A753-DAF6-4914-9F97-D017DE4534D0}" type="pres">
      <dgm:prSet presAssocID="{DA3F2F2F-B5A8-4CFD-ABCE-1BC48CD913AF}" presName="topSpace" presStyleCnt="0"/>
      <dgm:spPr/>
    </dgm:pt>
    <dgm:pt modelId="{418E44D8-60E4-4008-9F09-1A652C62E8A6}" type="pres">
      <dgm:prSet presAssocID="{DA3F2F2F-B5A8-4CFD-ABCE-1BC48CD913AF}" presName="photoElip" presStyleLbl="node1" presStyleIdx="2" presStyleCnt="3" custScaleX="135512" custScaleY="135512"/>
      <dgm:spPr>
        <a:prstGeom prst="rect">
          <a:avLst/>
        </a:prstGeom>
        <a:blipFill>
          <a:blip xmlns:r="http://schemas.openxmlformats.org/officeDocument/2006/relationships" r:embed="rId3"/>
          <a:srcRect/>
          <a:stretch>
            <a:fillRect/>
          </a:stretch>
        </a:blipFill>
        <a:ln>
          <a:noFill/>
        </a:ln>
      </dgm:spPr>
    </dgm:pt>
    <dgm:pt modelId="{51349271-76B0-4CC0-A678-325A9A4D3475}" type="pres">
      <dgm:prSet presAssocID="{DA3F2F2F-B5A8-4CFD-ABCE-1BC48CD913AF}" presName="iconSpace" presStyleCnt="0"/>
      <dgm:spPr/>
    </dgm:pt>
    <dgm:pt modelId="{9B5C14B8-8D61-4009-9F8C-194486F530FA}" type="pres">
      <dgm:prSet presAssocID="{DA3F2F2F-B5A8-4CFD-ABCE-1BC48CD913AF}" presName="nameTx" presStyleLbl="revTx" presStyleIdx="4" presStyleCnt="6" custLinFactNeighborY="17872">
        <dgm:presLayoutVars>
          <dgm:chMax val="0"/>
          <dgm:chPref val="0"/>
        </dgm:presLayoutVars>
      </dgm:prSet>
      <dgm:spPr/>
    </dgm:pt>
    <dgm:pt modelId="{7C23080D-6185-431F-BAF8-5277AA3C0E29}" type="pres">
      <dgm:prSet presAssocID="{DA3F2F2F-B5A8-4CFD-ABCE-1BC48CD913AF}" presName="txSpace" presStyleCnt="0"/>
      <dgm:spPr/>
    </dgm:pt>
    <dgm:pt modelId="{EE420F84-477D-4635-BEF8-66426E9A259D}" type="pres">
      <dgm:prSet presAssocID="{DA3F2F2F-B5A8-4CFD-ABCE-1BC48CD913AF}" presName="desTx" presStyleLbl="revTx" presStyleIdx="5" presStyleCnt="6" custLinFactY="-45265" custLinFactNeighborX="14101" custLinFactNeighborY="-100000">
        <dgm:presLayoutVars/>
      </dgm:prSet>
      <dgm:spPr/>
    </dgm:pt>
    <dgm:pt modelId="{DB61A93F-5AE0-4A97-AFE4-E1EA7F61D044}" type="pres">
      <dgm:prSet presAssocID="{DA3F2F2F-B5A8-4CFD-ABCE-1BC48CD913AF}" presName="bottSpace" presStyleCnt="0"/>
      <dgm:spPr/>
    </dgm:pt>
  </dgm:ptLst>
  <dgm:cxnLst>
    <dgm:cxn modelId="{A7E7000F-0D10-4D88-844F-C9CB2A6A39DA}" srcId="{5C72703F-EB58-4B0C-8B2A-EDF2A51B2C6C}" destId="{1E293C9C-50F7-4DF0-A45F-EF6AA41E15B2}" srcOrd="1" destOrd="0" parTransId="{04936CC5-1B2F-4620-ABDF-F195956C3F4A}" sibTransId="{E019F05B-61F4-4915-9D10-5D6F328EA591}"/>
    <dgm:cxn modelId="{540FED75-CB4E-4EAD-804F-81226869B095}" type="presOf" srcId="{1E293C9C-50F7-4DF0-A45F-EF6AA41E15B2}" destId="{866F95BB-E9D9-40E2-AB9F-99D5F69BA82A}" srcOrd="0" destOrd="0" presId="urn:microsoft.com/office/officeart/2019/1/layout/PeoplePortraitsList"/>
    <dgm:cxn modelId="{103DE3A3-70BD-4C08-B354-5518A18B954E}" type="presOf" srcId="{DA3F2F2F-B5A8-4CFD-ABCE-1BC48CD913AF}" destId="{9B5C14B8-8D61-4009-9F8C-194486F530FA}" srcOrd="0" destOrd="0" presId="urn:microsoft.com/office/officeart/2019/1/layout/PeoplePortraitsList"/>
    <dgm:cxn modelId="{E6EDE7CF-5B3F-4E2C-99EE-D5462F0EC9CE}" srcId="{5C72703F-EB58-4B0C-8B2A-EDF2A51B2C6C}" destId="{23CA95F9-8BCF-40C1-B842-BCFFD43632F6}" srcOrd="0" destOrd="0" parTransId="{FC4F4986-5DCD-4DC2-B7FD-2C5FABEF9979}" sibTransId="{D868EA7F-D868-4231-86D5-66D9B2DF2F62}"/>
    <dgm:cxn modelId="{307321D6-32A9-4F29-A35B-8328C6417311}" srcId="{5C72703F-EB58-4B0C-8B2A-EDF2A51B2C6C}" destId="{DA3F2F2F-B5A8-4CFD-ABCE-1BC48CD913AF}" srcOrd="2" destOrd="0" parTransId="{D4AFA5E0-6624-49A6-B10B-4FFA7483C001}" sibTransId="{038FE749-6004-418E-86C7-7C1B1D7930F4}"/>
    <dgm:cxn modelId="{DE44E4D8-C5CF-4438-860F-3C376D4D64F5}" type="presOf" srcId="{23CA95F9-8BCF-40C1-B842-BCFFD43632F6}" destId="{FDFAF16A-4FD0-49F4-8593-32E9A31A4FF7}" srcOrd="0" destOrd="0" presId="urn:microsoft.com/office/officeart/2019/1/layout/PeoplePortraitsList"/>
    <dgm:cxn modelId="{74A68EEE-876E-4134-B088-DC53246E11FE}" type="presOf" srcId="{5C72703F-EB58-4B0C-8B2A-EDF2A51B2C6C}" destId="{BF30E86D-EAFC-44CE-B56C-D7C5EC7742F3}" srcOrd="0" destOrd="0" presId="urn:microsoft.com/office/officeart/2019/1/layout/PeoplePortraitsList"/>
    <dgm:cxn modelId="{3D9D2C87-FAC6-440F-8296-405914DA77FA}" type="presParOf" srcId="{BF30E86D-EAFC-44CE-B56C-D7C5EC7742F3}" destId="{34A89649-B4A9-4A6F-8793-5A3DB37DDDA6}" srcOrd="0" destOrd="0" presId="urn:microsoft.com/office/officeart/2019/1/layout/PeoplePortraitsList"/>
    <dgm:cxn modelId="{10208EBB-3996-40BD-88FB-7743A0FCFC0C}" type="presParOf" srcId="{34A89649-B4A9-4A6F-8793-5A3DB37DDDA6}" destId="{FFB9F511-6797-4909-9D3B-89EBC96F25A8}" srcOrd="0" destOrd="0" presId="urn:microsoft.com/office/officeart/2019/1/layout/PeoplePortraitsList"/>
    <dgm:cxn modelId="{680FCFE1-C0D6-41B7-81EE-34F07569A758}" type="presParOf" srcId="{34A89649-B4A9-4A6F-8793-5A3DB37DDDA6}" destId="{73073D5B-7ADA-4F8B-AD34-0BE114905A44}" srcOrd="1" destOrd="0" presId="urn:microsoft.com/office/officeart/2019/1/layout/PeoplePortraitsList"/>
    <dgm:cxn modelId="{84E22014-947A-4B8C-A1FF-A1E4AAD40AF2}" type="presParOf" srcId="{34A89649-B4A9-4A6F-8793-5A3DB37DDDA6}" destId="{EE33220B-2292-4F19-BD6E-B7F529CD8414}" srcOrd="2" destOrd="0" presId="urn:microsoft.com/office/officeart/2019/1/layout/PeoplePortraitsList"/>
    <dgm:cxn modelId="{6B5D3C86-47CA-4D7E-A443-7DF8A6130E63}" type="presParOf" srcId="{34A89649-B4A9-4A6F-8793-5A3DB37DDDA6}" destId="{FDFAF16A-4FD0-49F4-8593-32E9A31A4FF7}" srcOrd="3" destOrd="0" presId="urn:microsoft.com/office/officeart/2019/1/layout/PeoplePortraitsList"/>
    <dgm:cxn modelId="{119527D7-3755-4E3D-BC66-7A27143BBB8B}" type="presParOf" srcId="{34A89649-B4A9-4A6F-8793-5A3DB37DDDA6}" destId="{EEB88C88-E325-43D0-B163-BFD87C897361}" srcOrd="4" destOrd="0" presId="urn:microsoft.com/office/officeart/2019/1/layout/PeoplePortraitsList"/>
    <dgm:cxn modelId="{8B410EAE-BFFA-4BD7-B4BA-16AABEF1EAA9}" type="presParOf" srcId="{34A89649-B4A9-4A6F-8793-5A3DB37DDDA6}" destId="{7D166BBB-55AF-452C-B9A0-94A1EE55FF4F}" srcOrd="5" destOrd="0" presId="urn:microsoft.com/office/officeart/2019/1/layout/PeoplePortraitsList"/>
    <dgm:cxn modelId="{02A3AE73-815E-459E-B530-44D4C95EF771}" type="presParOf" srcId="{34A89649-B4A9-4A6F-8793-5A3DB37DDDA6}" destId="{860D3358-284A-4827-88CC-2F74FF5A1E56}" srcOrd="6" destOrd="0" presId="urn:microsoft.com/office/officeart/2019/1/layout/PeoplePortraitsList"/>
    <dgm:cxn modelId="{6C30D5CD-53EE-463E-B6E2-B237F041E4C3}" type="presParOf" srcId="{BF30E86D-EAFC-44CE-B56C-D7C5EC7742F3}" destId="{0D4A0804-490F-47AA-B7FA-08C890B0D841}" srcOrd="1" destOrd="0" presId="urn:microsoft.com/office/officeart/2019/1/layout/PeoplePortraitsList"/>
    <dgm:cxn modelId="{E4C40201-6BC4-420D-A8E7-A3465911B5D7}" type="presParOf" srcId="{BF30E86D-EAFC-44CE-B56C-D7C5EC7742F3}" destId="{E40BB94D-AE1C-4F05-8AA5-E9FA9A8CCCDE}" srcOrd="2" destOrd="0" presId="urn:microsoft.com/office/officeart/2019/1/layout/PeoplePortraitsList"/>
    <dgm:cxn modelId="{DF091FE9-5356-4A17-932D-C2EAD2530E8C}" type="presParOf" srcId="{E40BB94D-AE1C-4F05-8AA5-E9FA9A8CCCDE}" destId="{1BC7C3C6-BE78-4F0A-9E69-54742F1AA0F3}" srcOrd="0" destOrd="0" presId="urn:microsoft.com/office/officeart/2019/1/layout/PeoplePortraitsList"/>
    <dgm:cxn modelId="{43A6DAE1-8229-474F-B737-E5233B5044F7}" type="presParOf" srcId="{E40BB94D-AE1C-4F05-8AA5-E9FA9A8CCCDE}" destId="{25238F18-07B8-41D8-8BD9-9F8514E8F9C4}" srcOrd="1" destOrd="0" presId="urn:microsoft.com/office/officeart/2019/1/layout/PeoplePortraitsList"/>
    <dgm:cxn modelId="{811B328F-D513-4A25-BB09-9EDD8689ED34}" type="presParOf" srcId="{E40BB94D-AE1C-4F05-8AA5-E9FA9A8CCCDE}" destId="{6FFE343B-847F-4D3F-A2F9-B95E826EC656}" srcOrd="2" destOrd="0" presId="urn:microsoft.com/office/officeart/2019/1/layout/PeoplePortraitsList"/>
    <dgm:cxn modelId="{B86088D4-B825-4152-895F-72CD7428D68F}" type="presParOf" srcId="{E40BB94D-AE1C-4F05-8AA5-E9FA9A8CCCDE}" destId="{866F95BB-E9D9-40E2-AB9F-99D5F69BA82A}" srcOrd="3" destOrd="0" presId="urn:microsoft.com/office/officeart/2019/1/layout/PeoplePortraitsList"/>
    <dgm:cxn modelId="{9DF4ADBA-E8BF-45F3-B4C1-57BC4E46838A}" type="presParOf" srcId="{E40BB94D-AE1C-4F05-8AA5-E9FA9A8CCCDE}" destId="{B22197FE-7BF1-485D-9B2D-0AD12CF41435}" srcOrd="4" destOrd="0" presId="urn:microsoft.com/office/officeart/2019/1/layout/PeoplePortraitsList"/>
    <dgm:cxn modelId="{AE599A69-85C5-4380-827C-D751478A667D}" type="presParOf" srcId="{E40BB94D-AE1C-4F05-8AA5-E9FA9A8CCCDE}" destId="{1223E777-77CB-4A9A-BF21-12B513842696}" srcOrd="5" destOrd="0" presId="urn:microsoft.com/office/officeart/2019/1/layout/PeoplePortraitsList"/>
    <dgm:cxn modelId="{F8E06700-DE35-4D59-8FE6-04C15FF36365}" type="presParOf" srcId="{E40BB94D-AE1C-4F05-8AA5-E9FA9A8CCCDE}" destId="{48A93FE3-F550-4840-B560-2DB8553BED7D}" srcOrd="6" destOrd="0" presId="urn:microsoft.com/office/officeart/2019/1/layout/PeoplePortraitsList"/>
    <dgm:cxn modelId="{B3BC6484-B724-49D7-B0A5-B96774D6C5A7}" type="presParOf" srcId="{BF30E86D-EAFC-44CE-B56C-D7C5EC7742F3}" destId="{DCDF700C-8587-4AD0-95CF-A8CEBB3AD30B}" srcOrd="3" destOrd="0" presId="urn:microsoft.com/office/officeart/2019/1/layout/PeoplePortraitsList"/>
    <dgm:cxn modelId="{123A582B-C4F8-4519-967F-856EBB9F6F06}" type="presParOf" srcId="{BF30E86D-EAFC-44CE-B56C-D7C5EC7742F3}" destId="{D5C9CF54-A3DB-4262-A188-C006BBF08A29}" srcOrd="4" destOrd="0" presId="urn:microsoft.com/office/officeart/2019/1/layout/PeoplePortraitsList"/>
    <dgm:cxn modelId="{0A329E61-D0BD-4638-AFBB-ECC1E1BB2FE5}" type="presParOf" srcId="{D5C9CF54-A3DB-4262-A188-C006BBF08A29}" destId="{EB21A753-DAF6-4914-9F97-D017DE4534D0}" srcOrd="0" destOrd="0" presId="urn:microsoft.com/office/officeart/2019/1/layout/PeoplePortraitsList"/>
    <dgm:cxn modelId="{4E8CFC80-611A-4174-A442-0AFBB471F58A}" type="presParOf" srcId="{D5C9CF54-A3DB-4262-A188-C006BBF08A29}" destId="{418E44D8-60E4-4008-9F09-1A652C62E8A6}" srcOrd="1" destOrd="0" presId="urn:microsoft.com/office/officeart/2019/1/layout/PeoplePortraitsList"/>
    <dgm:cxn modelId="{D991B0D3-565F-44D9-A83F-197781E114D0}" type="presParOf" srcId="{D5C9CF54-A3DB-4262-A188-C006BBF08A29}" destId="{51349271-76B0-4CC0-A678-325A9A4D3475}" srcOrd="2" destOrd="0" presId="urn:microsoft.com/office/officeart/2019/1/layout/PeoplePortraitsList"/>
    <dgm:cxn modelId="{7FC54EBB-A416-48DA-AADE-209AE477B46E}" type="presParOf" srcId="{D5C9CF54-A3DB-4262-A188-C006BBF08A29}" destId="{9B5C14B8-8D61-4009-9F8C-194486F530FA}" srcOrd="3" destOrd="0" presId="urn:microsoft.com/office/officeart/2019/1/layout/PeoplePortraitsList"/>
    <dgm:cxn modelId="{2DCC0C79-D17C-4625-A51E-8C6146272B0A}" type="presParOf" srcId="{D5C9CF54-A3DB-4262-A188-C006BBF08A29}" destId="{7C23080D-6185-431F-BAF8-5277AA3C0E29}" srcOrd="4" destOrd="0" presId="urn:microsoft.com/office/officeart/2019/1/layout/PeoplePortraitsList"/>
    <dgm:cxn modelId="{A2D210FF-C687-4AED-82B0-395AAD28B698}" type="presParOf" srcId="{D5C9CF54-A3DB-4262-A188-C006BBF08A29}" destId="{EE420F84-477D-4635-BEF8-66426E9A259D}" srcOrd="5" destOrd="0" presId="urn:microsoft.com/office/officeart/2019/1/layout/PeoplePortraitsList"/>
    <dgm:cxn modelId="{948ADD0E-8022-4129-AB57-AF1F16DEEC20}" type="presParOf" srcId="{D5C9CF54-A3DB-4262-A188-C006BBF08A29}" destId="{DB61A93F-5AE0-4A97-AFE4-E1EA7F61D044}" srcOrd="6" destOrd="0" presId="urn:microsoft.com/office/officeart/2019/1/layout/PeoplePortraits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D42DF22-AC76-41FA-8E52-C7E34C1C5C18}" type="doc">
      <dgm:prSet loTypeId="urn:microsoft.com/office/officeart/2018/5/layout/IconCircleLabel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B54FA9A2-A966-4D39-93E7-067E71AD6379}">
      <dgm:prSet/>
      <dgm:spPr/>
      <dgm:t>
        <a:bodyPr/>
        <a:lstStyle/>
        <a:p>
          <a:pPr>
            <a:defRPr cap="all"/>
          </a:pPr>
          <a:r>
            <a:rPr lang="en-US"/>
            <a:t>Observe</a:t>
          </a:r>
        </a:p>
      </dgm:t>
    </dgm:pt>
    <dgm:pt modelId="{C97E6478-943C-4CE6-B6E3-21AFC142C9C4}" type="parTrans" cxnId="{5020F6C7-9873-445E-93B6-A32F74BFC9D8}">
      <dgm:prSet/>
      <dgm:spPr/>
      <dgm:t>
        <a:bodyPr/>
        <a:lstStyle/>
        <a:p>
          <a:endParaRPr lang="en-US"/>
        </a:p>
      </dgm:t>
    </dgm:pt>
    <dgm:pt modelId="{E4361A38-2243-4484-9953-DDEAD81534D7}" type="sibTrans" cxnId="{5020F6C7-9873-445E-93B6-A32F74BFC9D8}">
      <dgm:prSet/>
      <dgm:spPr/>
      <dgm:t>
        <a:bodyPr/>
        <a:lstStyle/>
        <a:p>
          <a:endParaRPr lang="en-US"/>
        </a:p>
      </dgm:t>
    </dgm:pt>
    <dgm:pt modelId="{87115844-4E6E-4578-BB77-D92869C8D474}">
      <dgm:prSet/>
      <dgm:spPr/>
      <dgm:t>
        <a:bodyPr/>
        <a:lstStyle/>
        <a:p>
          <a:pPr>
            <a:defRPr cap="all"/>
          </a:pPr>
          <a:r>
            <a:rPr lang="en-US"/>
            <a:t>Act</a:t>
          </a:r>
        </a:p>
      </dgm:t>
    </dgm:pt>
    <dgm:pt modelId="{0EE58458-E343-4B64-911A-EE3B614AC3E1}" type="parTrans" cxnId="{70C20A8D-1599-405F-8D56-E8AE51F767F0}">
      <dgm:prSet/>
      <dgm:spPr/>
      <dgm:t>
        <a:bodyPr/>
        <a:lstStyle/>
        <a:p>
          <a:endParaRPr lang="en-US"/>
        </a:p>
      </dgm:t>
    </dgm:pt>
    <dgm:pt modelId="{E4855D38-E9BA-4E63-9A9A-90239CB9C360}" type="sibTrans" cxnId="{70C20A8D-1599-405F-8D56-E8AE51F767F0}">
      <dgm:prSet/>
      <dgm:spPr/>
      <dgm:t>
        <a:bodyPr/>
        <a:lstStyle/>
        <a:p>
          <a:endParaRPr lang="en-US"/>
        </a:p>
      </dgm:t>
    </dgm:pt>
    <dgm:pt modelId="{BF4339B5-DC73-4D3A-9C39-1A9635DD0F92}">
      <dgm:prSet/>
      <dgm:spPr/>
      <dgm:t>
        <a:bodyPr/>
        <a:lstStyle/>
        <a:p>
          <a:pPr>
            <a:defRPr cap="all"/>
          </a:pPr>
          <a:r>
            <a:rPr lang="en-US"/>
            <a:t>Reward</a:t>
          </a:r>
        </a:p>
      </dgm:t>
    </dgm:pt>
    <dgm:pt modelId="{1F1BBE79-D0FE-4ADE-B1E6-5F286680F0CD}" type="parTrans" cxnId="{490E6E51-EA1E-4BE1-A8F5-A87FC6CF2A9E}">
      <dgm:prSet/>
      <dgm:spPr/>
      <dgm:t>
        <a:bodyPr/>
        <a:lstStyle/>
        <a:p>
          <a:endParaRPr lang="en-US"/>
        </a:p>
      </dgm:t>
    </dgm:pt>
    <dgm:pt modelId="{61D0BBE6-0B94-4123-A685-318AA1992BFD}" type="sibTrans" cxnId="{490E6E51-EA1E-4BE1-A8F5-A87FC6CF2A9E}">
      <dgm:prSet/>
      <dgm:spPr/>
      <dgm:t>
        <a:bodyPr/>
        <a:lstStyle/>
        <a:p>
          <a:endParaRPr lang="en-US"/>
        </a:p>
      </dgm:t>
    </dgm:pt>
    <dgm:pt modelId="{ABB0F905-E5D8-41AD-B0FA-93ABFAC02CA0}" type="pres">
      <dgm:prSet presAssocID="{7D42DF22-AC76-41FA-8E52-C7E34C1C5C18}" presName="root" presStyleCnt="0">
        <dgm:presLayoutVars>
          <dgm:dir/>
          <dgm:resizeHandles val="exact"/>
        </dgm:presLayoutVars>
      </dgm:prSet>
      <dgm:spPr/>
    </dgm:pt>
    <dgm:pt modelId="{DE79FA9C-EB98-4141-B2E1-62B62FA0EACC}" type="pres">
      <dgm:prSet presAssocID="{B54FA9A2-A966-4D39-93E7-067E71AD6379}" presName="compNode" presStyleCnt="0"/>
      <dgm:spPr/>
    </dgm:pt>
    <dgm:pt modelId="{764EA913-23BA-48FC-84FC-C58D6F82C1AF}" type="pres">
      <dgm:prSet presAssocID="{B54FA9A2-A966-4D39-93E7-067E71AD6379}" presName="iconBgRect" presStyleLbl="bgShp" presStyleIdx="0" presStyleCnt="3"/>
      <dgm:spPr/>
    </dgm:pt>
    <dgm:pt modelId="{8327E63E-0878-463B-877F-3D838D7104B9}" type="pres">
      <dgm:prSet presAssocID="{B54FA9A2-A966-4D39-93E7-067E71AD6379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ye"/>
        </a:ext>
      </dgm:extLst>
    </dgm:pt>
    <dgm:pt modelId="{4CBD3661-F25B-4C85-9637-341E9A047112}" type="pres">
      <dgm:prSet presAssocID="{B54FA9A2-A966-4D39-93E7-067E71AD6379}" presName="spaceRect" presStyleCnt="0"/>
      <dgm:spPr/>
    </dgm:pt>
    <dgm:pt modelId="{4892208D-AA87-4EF2-B60C-70DA410CEA03}" type="pres">
      <dgm:prSet presAssocID="{B54FA9A2-A966-4D39-93E7-067E71AD6379}" presName="textRect" presStyleLbl="revTx" presStyleIdx="0" presStyleCnt="3">
        <dgm:presLayoutVars>
          <dgm:chMax val="1"/>
          <dgm:chPref val="1"/>
        </dgm:presLayoutVars>
      </dgm:prSet>
      <dgm:spPr/>
    </dgm:pt>
    <dgm:pt modelId="{1518719D-CAF6-4AA7-8B22-63E5C25C0051}" type="pres">
      <dgm:prSet presAssocID="{E4361A38-2243-4484-9953-DDEAD81534D7}" presName="sibTrans" presStyleCnt="0"/>
      <dgm:spPr/>
    </dgm:pt>
    <dgm:pt modelId="{E750E6F9-ABE9-4C37-B98C-54F49C535A0B}" type="pres">
      <dgm:prSet presAssocID="{87115844-4E6E-4578-BB77-D92869C8D474}" presName="compNode" presStyleCnt="0"/>
      <dgm:spPr/>
    </dgm:pt>
    <dgm:pt modelId="{5F6C3CCF-9CF6-4EB2-AB37-56B76F87191C}" type="pres">
      <dgm:prSet presAssocID="{87115844-4E6E-4578-BB77-D92869C8D474}" presName="iconBgRect" presStyleLbl="bgShp" presStyleIdx="1" presStyleCnt="3"/>
      <dgm:spPr/>
    </dgm:pt>
    <dgm:pt modelId="{1F2058C4-4C05-4876-98E8-5DF24BB277F7}" type="pres">
      <dgm:prSet presAssocID="{87115844-4E6E-4578-BB77-D92869C8D474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heatre"/>
        </a:ext>
      </dgm:extLst>
    </dgm:pt>
    <dgm:pt modelId="{5E6FB216-0FD1-4488-BF69-BAC06581007F}" type="pres">
      <dgm:prSet presAssocID="{87115844-4E6E-4578-BB77-D92869C8D474}" presName="spaceRect" presStyleCnt="0"/>
      <dgm:spPr/>
    </dgm:pt>
    <dgm:pt modelId="{B78A7DC3-7DF4-442B-97EA-CEC9099795AD}" type="pres">
      <dgm:prSet presAssocID="{87115844-4E6E-4578-BB77-D92869C8D474}" presName="textRect" presStyleLbl="revTx" presStyleIdx="1" presStyleCnt="3">
        <dgm:presLayoutVars>
          <dgm:chMax val="1"/>
          <dgm:chPref val="1"/>
        </dgm:presLayoutVars>
      </dgm:prSet>
      <dgm:spPr/>
    </dgm:pt>
    <dgm:pt modelId="{6E7A5714-3F07-4D03-9CEE-00C5CA1F8B58}" type="pres">
      <dgm:prSet presAssocID="{E4855D38-E9BA-4E63-9A9A-90239CB9C360}" presName="sibTrans" presStyleCnt="0"/>
      <dgm:spPr/>
    </dgm:pt>
    <dgm:pt modelId="{950803EF-E166-41BB-B0D1-D74C7D12433E}" type="pres">
      <dgm:prSet presAssocID="{BF4339B5-DC73-4D3A-9C39-1A9635DD0F92}" presName="compNode" presStyleCnt="0"/>
      <dgm:spPr/>
    </dgm:pt>
    <dgm:pt modelId="{3EA39340-F10A-4716-9B38-EBAB49247F70}" type="pres">
      <dgm:prSet presAssocID="{BF4339B5-DC73-4D3A-9C39-1A9635DD0F92}" presName="iconBgRect" presStyleLbl="bgShp" presStyleIdx="2" presStyleCnt="3"/>
      <dgm:spPr/>
    </dgm:pt>
    <dgm:pt modelId="{B4709256-35A2-45FC-8ED4-FE4BFC9A82BC}" type="pres">
      <dgm:prSet presAssocID="{BF4339B5-DC73-4D3A-9C39-1A9635DD0F92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rophy"/>
        </a:ext>
      </dgm:extLst>
    </dgm:pt>
    <dgm:pt modelId="{F7AD028E-6E31-473F-A818-FB580396ECF0}" type="pres">
      <dgm:prSet presAssocID="{BF4339B5-DC73-4D3A-9C39-1A9635DD0F92}" presName="spaceRect" presStyleCnt="0"/>
      <dgm:spPr/>
    </dgm:pt>
    <dgm:pt modelId="{4F196770-5A32-4154-AE92-2D57E74D95AD}" type="pres">
      <dgm:prSet presAssocID="{BF4339B5-DC73-4D3A-9C39-1A9635DD0F92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490E6E51-EA1E-4BE1-A8F5-A87FC6CF2A9E}" srcId="{7D42DF22-AC76-41FA-8E52-C7E34C1C5C18}" destId="{BF4339B5-DC73-4D3A-9C39-1A9635DD0F92}" srcOrd="2" destOrd="0" parTransId="{1F1BBE79-D0FE-4ADE-B1E6-5F286680F0CD}" sibTransId="{61D0BBE6-0B94-4123-A685-318AA1992BFD}"/>
    <dgm:cxn modelId="{0DC7E786-EF90-42CC-A99B-440EF0929EB4}" type="presOf" srcId="{87115844-4E6E-4578-BB77-D92869C8D474}" destId="{B78A7DC3-7DF4-442B-97EA-CEC9099795AD}" srcOrd="0" destOrd="0" presId="urn:microsoft.com/office/officeart/2018/5/layout/IconCircleLabelList"/>
    <dgm:cxn modelId="{5A29238A-39B8-4FD5-9987-4AEFA6A3D9C5}" type="presOf" srcId="{B54FA9A2-A966-4D39-93E7-067E71AD6379}" destId="{4892208D-AA87-4EF2-B60C-70DA410CEA03}" srcOrd="0" destOrd="0" presId="urn:microsoft.com/office/officeart/2018/5/layout/IconCircleLabelList"/>
    <dgm:cxn modelId="{70C20A8D-1599-405F-8D56-E8AE51F767F0}" srcId="{7D42DF22-AC76-41FA-8E52-C7E34C1C5C18}" destId="{87115844-4E6E-4578-BB77-D92869C8D474}" srcOrd="1" destOrd="0" parTransId="{0EE58458-E343-4B64-911A-EE3B614AC3E1}" sibTransId="{E4855D38-E9BA-4E63-9A9A-90239CB9C360}"/>
    <dgm:cxn modelId="{9B416399-43BD-4C81-B7C5-97F1C0DAB880}" type="presOf" srcId="{BF4339B5-DC73-4D3A-9C39-1A9635DD0F92}" destId="{4F196770-5A32-4154-AE92-2D57E74D95AD}" srcOrd="0" destOrd="0" presId="urn:microsoft.com/office/officeart/2018/5/layout/IconCircleLabelList"/>
    <dgm:cxn modelId="{DA7156B7-D2AF-435D-BE7B-300D95DBBBD5}" type="presOf" srcId="{7D42DF22-AC76-41FA-8E52-C7E34C1C5C18}" destId="{ABB0F905-E5D8-41AD-B0FA-93ABFAC02CA0}" srcOrd="0" destOrd="0" presId="urn:microsoft.com/office/officeart/2018/5/layout/IconCircleLabelList"/>
    <dgm:cxn modelId="{5020F6C7-9873-445E-93B6-A32F74BFC9D8}" srcId="{7D42DF22-AC76-41FA-8E52-C7E34C1C5C18}" destId="{B54FA9A2-A966-4D39-93E7-067E71AD6379}" srcOrd="0" destOrd="0" parTransId="{C97E6478-943C-4CE6-B6E3-21AFC142C9C4}" sibTransId="{E4361A38-2243-4484-9953-DDEAD81534D7}"/>
    <dgm:cxn modelId="{A6FF6FD9-8A32-4687-9BCB-16047DD5C6F3}" type="presParOf" srcId="{ABB0F905-E5D8-41AD-B0FA-93ABFAC02CA0}" destId="{DE79FA9C-EB98-4141-B2E1-62B62FA0EACC}" srcOrd="0" destOrd="0" presId="urn:microsoft.com/office/officeart/2018/5/layout/IconCircleLabelList"/>
    <dgm:cxn modelId="{935D425B-CC96-454E-B57B-9C8F371E8D7A}" type="presParOf" srcId="{DE79FA9C-EB98-4141-B2E1-62B62FA0EACC}" destId="{764EA913-23BA-48FC-84FC-C58D6F82C1AF}" srcOrd="0" destOrd="0" presId="urn:microsoft.com/office/officeart/2018/5/layout/IconCircleLabelList"/>
    <dgm:cxn modelId="{E37F06D0-D5AC-4326-9DD8-41C1992F4BA3}" type="presParOf" srcId="{DE79FA9C-EB98-4141-B2E1-62B62FA0EACC}" destId="{8327E63E-0878-463B-877F-3D838D7104B9}" srcOrd="1" destOrd="0" presId="urn:microsoft.com/office/officeart/2018/5/layout/IconCircleLabelList"/>
    <dgm:cxn modelId="{461EDEA4-62E2-417F-845C-55E788D50257}" type="presParOf" srcId="{DE79FA9C-EB98-4141-B2E1-62B62FA0EACC}" destId="{4CBD3661-F25B-4C85-9637-341E9A047112}" srcOrd="2" destOrd="0" presId="urn:microsoft.com/office/officeart/2018/5/layout/IconCircleLabelList"/>
    <dgm:cxn modelId="{92C12024-FC13-4958-A31A-12C1713745E4}" type="presParOf" srcId="{DE79FA9C-EB98-4141-B2E1-62B62FA0EACC}" destId="{4892208D-AA87-4EF2-B60C-70DA410CEA03}" srcOrd="3" destOrd="0" presId="urn:microsoft.com/office/officeart/2018/5/layout/IconCircleLabelList"/>
    <dgm:cxn modelId="{494C77AD-0E76-4E40-B47E-4A00BA9886D4}" type="presParOf" srcId="{ABB0F905-E5D8-41AD-B0FA-93ABFAC02CA0}" destId="{1518719D-CAF6-4AA7-8B22-63E5C25C0051}" srcOrd="1" destOrd="0" presId="urn:microsoft.com/office/officeart/2018/5/layout/IconCircleLabelList"/>
    <dgm:cxn modelId="{7DCA79AE-CA28-4FE4-A4DF-D43150C7B5B6}" type="presParOf" srcId="{ABB0F905-E5D8-41AD-B0FA-93ABFAC02CA0}" destId="{E750E6F9-ABE9-4C37-B98C-54F49C535A0B}" srcOrd="2" destOrd="0" presId="urn:microsoft.com/office/officeart/2018/5/layout/IconCircleLabelList"/>
    <dgm:cxn modelId="{2F09B4DB-E213-4250-ACC3-988E4993F047}" type="presParOf" srcId="{E750E6F9-ABE9-4C37-B98C-54F49C535A0B}" destId="{5F6C3CCF-9CF6-4EB2-AB37-56B76F87191C}" srcOrd="0" destOrd="0" presId="urn:microsoft.com/office/officeart/2018/5/layout/IconCircleLabelList"/>
    <dgm:cxn modelId="{4F5D052A-ABB5-4038-A3A4-685EA5973465}" type="presParOf" srcId="{E750E6F9-ABE9-4C37-B98C-54F49C535A0B}" destId="{1F2058C4-4C05-4876-98E8-5DF24BB277F7}" srcOrd="1" destOrd="0" presId="urn:microsoft.com/office/officeart/2018/5/layout/IconCircleLabelList"/>
    <dgm:cxn modelId="{42BAD8CC-4BAC-4DFE-8102-BF59DD2F8AD3}" type="presParOf" srcId="{E750E6F9-ABE9-4C37-B98C-54F49C535A0B}" destId="{5E6FB216-0FD1-4488-BF69-BAC06581007F}" srcOrd="2" destOrd="0" presId="urn:microsoft.com/office/officeart/2018/5/layout/IconCircleLabelList"/>
    <dgm:cxn modelId="{D2042B43-F0BE-481A-A7C6-43E4CB9124EB}" type="presParOf" srcId="{E750E6F9-ABE9-4C37-B98C-54F49C535A0B}" destId="{B78A7DC3-7DF4-442B-97EA-CEC9099795AD}" srcOrd="3" destOrd="0" presId="urn:microsoft.com/office/officeart/2018/5/layout/IconCircleLabelList"/>
    <dgm:cxn modelId="{1EF5D97F-A70C-4FEB-9067-1CF79146B9C5}" type="presParOf" srcId="{ABB0F905-E5D8-41AD-B0FA-93ABFAC02CA0}" destId="{6E7A5714-3F07-4D03-9CEE-00C5CA1F8B58}" srcOrd="3" destOrd="0" presId="urn:microsoft.com/office/officeart/2018/5/layout/IconCircleLabelList"/>
    <dgm:cxn modelId="{9BDCA20B-7570-440A-96D0-81656AEACFA8}" type="presParOf" srcId="{ABB0F905-E5D8-41AD-B0FA-93ABFAC02CA0}" destId="{950803EF-E166-41BB-B0D1-D74C7D12433E}" srcOrd="4" destOrd="0" presId="urn:microsoft.com/office/officeart/2018/5/layout/IconCircleLabelList"/>
    <dgm:cxn modelId="{FF29CD48-1C93-4CD5-8075-698194E56B16}" type="presParOf" srcId="{950803EF-E166-41BB-B0D1-D74C7D12433E}" destId="{3EA39340-F10A-4716-9B38-EBAB49247F70}" srcOrd="0" destOrd="0" presId="urn:microsoft.com/office/officeart/2018/5/layout/IconCircleLabelList"/>
    <dgm:cxn modelId="{FDC698FA-E7A1-4993-BDC6-7D5A59B5713B}" type="presParOf" srcId="{950803EF-E166-41BB-B0D1-D74C7D12433E}" destId="{B4709256-35A2-45FC-8ED4-FE4BFC9A82BC}" srcOrd="1" destOrd="0" presId="urn:microsoft.com/office/officeart/2018/5/layout/IconCircleLabelList"/>
    <dgm:cxn modelId="{6B6FBE28-A964-4B50-82F3-1020BFA8C9C7}" type="presParOf" srcId="{950803EF-E166-41BB-B0D1-D74C7D12433E}" destId="{F7AD028E-6E31-473F-A818-FB580396ECF0}" srcOrd="2" destOrd="0" presId="urn:microsoft.com/office/officeart/2018/5/layout/IconCircleLabelList"/>
    <dgm:cxn modelId="{BB43A4D2-5568-4FAC-B377-DFE85CFE52C1}" type="presParOf" srcId="{950803EF-E166-41BB-B0D1-D74C7D12433E}" destId="{4F196770-5A32-4154-AE92-2D57E74D95AD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3073D5B-7ADA-4F8B-AD34-0BE114905A44}">
      <dsp:nvSpPr>
        <dsp:cNvPr id="0" name=""/>
        <dsp:cNvSpPr/>
      </dsp:nvSpPr>
      <dsp:spPr>
        <a:xfrm>
          <a:off x="1756381" y="554446"/>
          <a:ext cx="2281886" cy="2281886"/>
        </a:xfrm>
        <a:prstGeom prst="rect">
          <a:avLst/>
        </a:prstGeom>
        <a:blipFill>
          <a:blip xmlns:r="http://schemas.openxmlformats.org/officeDocument/2006/relationships" r:embed="rId1"/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DFAF16A-4FD0-49F4-8593-32E9A31A4FF7}">
      <dsp:nvSpPr>
        <dsp:cNvPr id="0" name=""/>
        <dsp:cNvSpPr/>
      </dsp:nvSpPr>
      <dsp:spPr>
        <a:xfrm>
          <a:off x="1703042" y="2950789"/>
          <a:ext cx="2388563" cy="4873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rtlCol="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 spc="20">
              <a:latin typeface="+mj-lt"/>
            </a:defRPr>
          </a:pPr>
          <a:r>
            <a:rPr lang="sv-SE" sz="1600" kern="1200" noProof="0">
              <a:solidFill>
                <a:sysClr val="windowText" lastClr="000000"/>
              </a:solidFill>
            </a:rPr>
            <a:t>Ashley</a:t>
          </a:r>
          <a:br>
            <a:rPr lang="sv-SE" sz="1600" kern="1200" noProof="0">
              <a:solidFill>
                <a:sysClr val="windowText" lastClr="000000"/>
              </a:solidFill>
            </a:rPr>
          </a:br>
          <a:r>
            <a:rPr lang="sv-SE" sz="1600" kern="1200" noProof="0" err="1">
              <a:solidFill>
                <a:sysClr val="windowText" lastClr="000000"/>
              </a:solidFill>
            </a:rPr>
            <a:t>Robotic</a:t>
          </a:r>
          <a:r>
            <a:rPr lang="sv-SE" sz="1600" kern="1200" noProof="0">
              <a:solidFill>
                <a:sysClr val="windowText" lastClr="000000"/>
              </a:solidFill>
            </a:rPr>
            <a:t> Student</a:t>
          </a:r>
          <a:endParaRPr lang="sv-SE" sz="1600" b="0" kern="1200" noProof="0">
            <a:solidFill>
              <a:sysClr val="windowText" lastClr="000000"/>
            </a:solidFill>
            <a:latin typeface="+mn-lt"/>
          </a:endParaRPr>
        </a:p>
      </dsp:txBody>
      <dsp:txXfrm>
        <a:off x="1703042" y="2950789"/>
        <a:ext cx="2388563" cy="487349"/>
      </dsp:txXfrm>
    </dsp:sp>
    <dsp:sp modelId="{7D166BBB-55AF-452C-B9A0-94A1EE55FF4F}">
      <dsp:nvSpPr>
        <dsp:cNvPr id="0" name=""/>
        <dsp:cNvSpPr/>
      </dsp:nvSpPr>
      <dsp:spPr>
        <a:xfrm>
          <a:off x="1703042" y="3416310"/>
          <a:ext cx="2388563" cy="6037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5238F18-07B8-41D8-8BD9-9F8514E8F9C4}">
      <dsp:nvSpPr>
        <dsp:cNvPr id="0" name=""/>
        <dsp:cNvSpPr/>
      </dsp:nvSpPr>
      <dsp:spPr>
        <a:xfrm rot="5400000">
          <a:off x="4562944" y="554446"/>
          <a:ext cx="2281886" cy="2281886"/>
        </a:xfrm>
        <a:prstGeom prst="rect">
          <a:avLst/>
        </a:prstGeom>
        <a:blipFill rotWithShape="1">
          <a:blip xmlns:r="http://schemas.openxmlformats.org/officeDocument/2006/relationships" r:embed="rId2"/>
          <a:srcRect/>
          <a:stretch>
            <a:fillRect l="-17000" r="-17000"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66F95BB-E9D9-40E2-AB9F-99D5F69BA82A}">
      <dsp:nvSpPr>
        <dsp:cNvPr id="0" name=""/>
        <dsp:cNvSpPr/>
      </dsp:nvSpPr>
      <dsp:spPr>
        <a:xfrm>
          <a:off x="4509605" y="2950789"/>
          <a:ext cx="2388563" cy="4873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rtlCol="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 spc="20">
              <a:latin typeface="+mj-lt"/>
            </a:defRPr>
          </a:pPr>
          <a:r>
            <a:rPr lang="sv-SE" sz="1600" kern="1200" noProof="0">
              <a:solidFill>
                <a:schemeClr val="tx1"/>
              </a:solidFill>
            </a:rPr>
            <a:t>Daniel</a:t>
          </a:r>
          <a:br>
            <a:rPr lang="sv-SE" sz="1600" kern="1200" noProof="0">
              <a:solidFill>
                <a:schemeClr val="tx1"/>
              </a:solidFill>
            </a:rPr>
          </a:br>
          <a:r>
            <a:rPr lang="sv-SE" sz="1600" kern="1200" noProof="0" err="1">
              <a:solidFill>
                <a:schemeClr val="tx1"/>
              </a:solidFill>
            </a:rPr>
            <a:t>Robotic</a:t>
          </a:r>
          <a:r>
            <a:rPr lang="sv-SE" sz="1600" kern="1200" noProof="0">
              <a:solidFill>
                <a:schemeClr val="tx1"/>
              </a:solidFill>
            </a:rPr>
            <a:t> Student</a:t>
          </a:r>
          <a:endParaRPr lang="sv-SE" sz="1600" b="0" kern="1200" noProof="0">
            <a:solidFill>
              <a:schemeClr val="tx1"/>
            </a:solidFill>
            <a:latin typeface="+mn-lt"/>
          </a:endParaRPr>
        </a:p>
      </dsp:txBody>
      <dsp:txXfrm>
        <a:off x="4509605" y="2950789"/>
        <a:ext cx="2388563" cy="487349"/>
      </dsp:txXfrm>
    </dsp:sp>
    <dsp:sp modelId="{1223E777-77CB-4A9A-BF21-12B513842696}">
      <dsp:nvSpPr>
        <dsp:cNvPr id="0" name=""/>
        <dsp:cNvSpPr/>
      </dsp:nvSpPr>
      <dsp:spPr>
        <a:xfrm>
          <a:off x="4509605" y="3416310"/>
          <a:ext cx="2388563" cy="6037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18E44D8-60E4-4008-9F09-1A652C62E8A6}">
      <dsp:nvSpPr>
        <dsp:cNvPr id="0" name=""/>
        <dsp:cNvSpPr/>
      </dsp:nvSpPr>
      <dsp:spPr>
        <a:xfrm>
          <a:off x="7369506" y="554446"/>
          <a:ext cx="2281886" cy="2281886"/>
        </a:xfrm>
        <a:prstGeom prst="rect">
          <a:avLst/>
        </a:prstGeom>
        <a:blipFill>
          <a:blip xmlns:r="http://schemas.openxmlformats.org/officeDocument/2006/relationships" r:embed="rId3"/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5C14B8-8D61-4009-9F8C-194486F530FA}">
      <dsp:nvSpPr>
        <dsp:cNvPr id="0" name=""/>
        <dsp:cNvSpPr/>
      </dsp:nvSpPr>
      <dsp:spPr>
        <a:xfrm>
          <a:off x="7316168" y="2950789"/>
          <a:ext cx="2388563" cy="4873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rtlCol="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 spc="20">
              <a:latin typeface="+mj-lt"/>
            </a:defRPr>
          </a:pPr>
          <a:r>
            <a:rPr lang="sv-SE" sz="1600" kern="1200" noProof="0">
              <a:solidFill>
                <a:schemeClr val="tx1"/>
              </a:solidFill>
            </a:rPr>
            <a:t>Jonas</a:t>
          </a:r>
          <a:br>
            <a:rPr lang="sv-SE" sz="1600" kern="1200" noProof="0">
              <a:solidFill>
                <a:schemeClr val="tx1"/>
              </a:solidFill>
            </a:rPr>
          </a:br>
          <a:r>
            <a:rPr lang="sv-SE" sz="1600" kern="1200" noProof="0" err="1">
              <a:solidFill>
                <a:schemeClr val="tx1"/>
              </a:solidFill>
            </a:rPr>
            <a:t>Robotic</a:t>
          </a:r>
          <a:r>
            <a:rPr lang="sv-SE" sz="1600" kern="1200" noProof="0">
              <a:solidFill>
                <a:schemeClr val="tx1"/>
              </a:solidFill>
            </a:rPr>
            <a:t> Student</a:t>
          </a:r>
          <a:endParaRPr lang="sv-SE" sz="1600" b="0" kern="1200" noProof="0">
            <a:solidFill>
              <a:schemeClr val="tx1"/>
            </a:solidFill>
            <a:latin typeface="+mn-lt"/>
          </a:endParaRPr>
        </a:p>
      </dsp:txBody>
      <dsp:txXfrm>
        <a:off x="7316168" y="2950789"/>
        <a:ext cx="2388563" cy="487349"/>
      </dsp:txXfrm>
    </dsp:sp>
    <dsp:sp modelId="{EE420F84-477D-4635-BEF8-66426E9A259D}">
      <dsp:nvSpPr>
        <dsp:cNvPr id="0" name=""/>
        <dsp:cNvSpPr/>
      </dsp:nvSpPr>
      <dsp:spPr>
        <a:xfrm>
          <a:off x="7652979" y="2539275"/>
          <a:ext cx="2388563" cy="6037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64EA913-23BA-48FC-84FC-C58D6F82C1AF}">
      <dsp:nvSpPr>
        <dsp:cNvPr id="0" name=""/>
        <dsp:cNvSpPr/>
      </dsp:nvSpPr>
      <dsp:spPr>
        <a:xfrm>
          <a:off x="598412" y="539856"/>
          <a:ext cx="1715625" cy="1715625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327E63E-0878-463B-877F-3D838D7104B9}">
      <dsp:nvSpPr>
        <dsp:cNvPr id="0" name=""/>
        <dsp:cNvSpPr/>
      </dsp:nvSpPr>
      <dsp:spPr>
        <a:xfrm>
          <a:off x="964037" y="905481"/>
          <a:ext cx="984375" cy="98437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92208D-AA87-4EF2-B60C-70DA410CEA03}">
      <dsp:nvSpPr>
        <dsp:cNvPr id="0" name=""/>
        <dsp:cNvSpPr/>
      </dsp:nvSpPr>
      <dsp:spPr>
        <a:xfrm>
          <a:off x="49975" y="2789856"/>
          <a:ext cx="28125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4000" kern="1200"/>
            <a:t>Observe</a:t>
          </a:r>
        </a:p>
      </dsp:txBody>
      <dsp:txXfrm>
        <a:off x="49975" y="2789856"/>
        <a:ext cx="2812500" cy="720000"/>
      </dsp:txXfrm>
    </dsp:sp>
    <dsp:sp modelId="{5F6C3CCF-9CF6-4EB2-AB37-56B76F87191C}">
      <dsp:nvSpPr>
        <dsp:cNvPr id="0" name=""/>
        <dsp:cNvSpPr/>
      </dsp:nvSpPr>
      <dsp:spPr>
        <a:xfrm>
          <a:off x="3903100" y="539856"/>
          <a:ext cx="1715625" cy="1715625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F2058C4-4C05-4876-98E8-5DF24BB277F7}">
      <dsp:nvSpPr>
        <dsp:cNvPr id="0" name=""/>
        <dsp:cNvSpPr/>
      </dsp:nvSpPr>
      <dsp:spPr>
        <a:xfrm>
          <a:off x="4268725" y="905481"/>
          <a:ext cx="984375" cy="98437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8A7DC3-7DF4-442B-97EA-CEC9099795AD}">
      <dsp:nvSpPr>
        <dsp:cNvPr id="0" name=""/>
        <dsp:cNvSpPr/>
      </dsp:nvSpPr>
      <dsp:spPr>
        <a:xfrm>
          <a:off x="3354662" y="2789856"/>
          <a:ext cx="28125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4000" kern="1200"/>
            <a:t>Act</a:t>
          </a:r>
        </a:p>
      </dsp:txBody>
      <dsp:txXfrm>
        <a:off x="3354662" y="2789856"/>
        <a:ext cx="2812500" cy="720000"/>
      </dsp:txXfrm>
    </dsp:sp>
    <dsp:sp modelId="{3EA39340-F10A-4716-9B38-EBAB49247F70}">
      <dsp:nvSpPr>
        <dsp:cNvPr id="0" name=""/>
        <dsp:cNvSpPr/>
      </dsp:nvSpPr>
      <dsp:spPr>
        <a:xfrm>
          <a:off x="7207787" y="539856"/>
          <a:ext cx="1715625" cy="1715625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4709256-35A2-45FC-8ED4-FE4BFC9A82BC}">
      <dsp:nvSpPr>
        <dsp:cNvPr id="0" name=""/>
        <dsp:cNvSpPr/>
      </dsp:nvSpPr>
      <dsp:spPr>
        <a:xfrm>
          <a:off x="7573412" y="905481"/>
          <a:ext cx="984375" cy="98437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F196770-5A32-4154-AE92-2D57E74D95AD}">
      <dsp:nvSpPr>
        <dsp:cNvPr id="0" name=""/>
        <dsp:cNvSpPr/>
      </dsp:nvSpPr>
      <dsp:spPr>
        <a:xfrm>
          <a:off x="6659350" y="2789856"/>
          <a:ext cx="28125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4000" kern="1200"/>
            <a:t>Reward</a:t>
          </a:r>
        </a:p>
      </dsp:txBody>
      <dsp:txXfrm>
        <a:off x="6659350" y="2789856"/>
        <a:ext cx="28125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9/1/layout/PeoplePortraitsList">
  <dgm:title val="Lista med personporträtt"/>
  <dgm:desc val="Lista med personporträtt"/>
  <dgm:catLst>
    <dgm:cat type="list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/>
      <dgm:constr type="w" for="ch" forName="compNode" refType="h" refFor="ch" refForName="compNode" fact="0.55"/>
      <dgm:constr type="w" for="ch" forName="sibTrans" refType="w" refFor="ch" refForName="compNode" fact="0.175"/>
      <dgm:constr type="primFontSz" for="des" forName="nameTx" val="18"/>
      <dgm:constr type="primFontSz" for="des" forName="desTx" refType="primFontSz" refFor="des" refForName="nameTx" op="lte" fact="0.75"/>
      <dgm:constr type="h" for="des" forName="topSpace" op="equ"/>
      <dgm:constr type="h" for="des" forName="compNode" op="equ"/>
      <dgm:constr type="h" for="des" forName="photoElip" op="equ"/>
      <dgm:constr type="w" for="des" forName="photoElip" op="equ"/>
      <dgm:constr type="l" for="des" forName="photoElip" op="equ"/>
      <dgm:constr type="h" for="des" forName="iconSpace" op="equ"/>
      <dgm:constr type="h" for="des" forName="nameTx" op="equ"/>
      <dgm:constr type="h" for="des" forName="txSpace" op="equ"/>
      <dgm:constr type="h" for="des" forName="desTx" op="equ"/>
      <dgm:constr type="h" for="des" forName="bottSpace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topSpace" refType="w"/>
          <dgm:constr type="h" for="ch" forName="topSpace" refType="h" fact="0.187"/>
          <dgm:constr type="l" for="ch" forName="topSpace"/>
          <dgm:constr type="w" for="ch" forName="photoElip" refType="h" refFor="ch" refForName="photoElip"/>
          <dgm:constr type="h" for="ch" forName="photoElip" val="46.775"/>
          <dgm:constr type="t" for="ch" forName="photoElip" refType="b" refFor="ch" refForName="topSpace"/>
          <dgm:constr type="ctrX" for="ch" forName="photoElip" refType="w" fact="0.5"/>
          <dgm:constr type="w" for="ch" forName="iconSpace" refType="w"/>
          <dgm:constr type="h" for="ch" forName="iconSpace" refType="h" fact="0.075"/>
          <dgm:constr type="l" for="ch" forName="iconSpace"/>
          <dgm:constr type="t" for="ch" forName="iconSpace" refType="b" refFor="ch" refForName="photoElip"/>
          <dgm:constr type="w" for="ch" forName="nameTx" refType="w"/>
          <dgm:constr type="h" for="ch" forName="nameTx" refType="h" fact="0.112"/>
          <dgm:constr type="l" for="ch" forName="nameTx"/>
          <dgm:constr type="t" for="ch" forName="nameTx" refType="b" refFor="ch" refForName="iconSpace"/>
          <dgm:constr type="h" for="ch" forName="txSpace" refType="h" fact="0.015"/>
          <dgm:constr type="w" for="ch" forName="txSpace" refType="w"/>
          <dgm:constr type="l" for="ch" forName="txSpace"/>
          <dgm:constr type="t" for="ch" forName="txSpace" refType="b" refFor="ch" refForName="nameTx"/>
          <dgm:constr type="w" for="ch" forName="desTx" refType="w"/>
          <dgm:constr type="l" for="ch" forName="desTx"/>
          <dgm:constr type="h" for="ch" forName="desTx" refType="h" fact="0.13875"/>
          <dgm:constr type="t" for="ch" forName="desTx" refType="b" refFor="ch" refForName="txSpace"/>
          <dgm:constr type="w" for="ch" forName="bottSpace" refType="w"/>
          <dgm:constr type="h" for="ch" forName="bottSpace" refType="h" fact="0.067"/>
          <dgm:constr type="l" for="ch" forName="bottSpace"/>
          <dgm:constr type="t" for="ch" forName="bottSpace" refType="b" refFor="ch" refForName="desTx"/>
        </dgm:constrLst>
        <dgm:ruleLst>
          <dgm:rule type="h" val="INF" fact="NaN" max="NaN"/>
        </dgm:ruleLst>
        <dgm:layoutNode name="top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hotoElip" styleLbl="nod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nameTx" styleLbl="revTx">
          <dgm:varLst>
            <dgm:chMax val="0"/>
            <dgm:chPref val="0"/>
          </dgm:varLst>
          <dgm:alg type="tx">
            <dgm:param type="txAnchorVert" val="t"/>
            <dgm:param type="txAnchorHorzCh" val="ct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HorzCh" val="ct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primFontSz" val="13"/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13" fact="NaN" max="NaN"/>
            <dgm:rule type="h" val="INF" fact="NaN" max="NaN"/>
          </dgm:ruleLst>
        </dgm:layoutNode>
        <dgm:layoutNode name="bott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 algn="ctr">
          <a:lnSpc>
            <a:spcPct val="100000"/>
          </a:lnSpc>
          <a:defRPr b="1" spc="20">
            <a:latin typeface="+mj-lt"/>
          </a:defRPr>
        </a:lvl1pPr>
        <a:lvl2pPr algn="ctr">
          <a:lnSpc>
            <a:spcPct val="100000"/>
          </a:lnSpc>
          <a:defRPr>
            <a:latin typeface="+mj-lt"/>
          </a:defRPr>
        </a:lvl2pPr>
        <a:lvl3pPr algn="ctr">
          <a:buNone/>
          <a:defRPr i="1">
            <a:latin typeface="+mj-lt"/>
          </a:defRPr>
        </a:lvl3pPr>
        <a:lvl4pPr algn="ctr">
          <a:buNone/>
          <a:defRPr i="1">
            <a:latin typeface="+mj-lt"/>
          </a:defRPr>
        </a:lvl4pPr>
        <a:lvl5pPr algn="ctr">
          <a:buNone/>
          <a:defRPr i="1">
            <a:latin typeface="+mj-lt"/>
          </a:defRPr>
        </a:lvl5pPr>
        <a:lvl6pPr algn="ctr">
          <a:buNone/>
          <a:defRPr i="1">
            <a:latin typeface="+mj-lt"/>
          </a:defRPr>
        </a:lvl6pPr>
        <a:lvl7pPr algn="ctr">
          <a:buNone/>
          <a:defRPr i="1">
            <a:latin typeface="+mj-lt"/>
          </a:defRPr>
        </a:lvl7pPr>
        <a:lvl8pPr algn="ctr">
          <a:buNone/>
          <a:defRPr i="1">
            <a:latin typeface="+mj-lt"/>
          </a:defRPr>
        </a:lvl8pPr>
        <a:lvl9pPr algn="ctr">
          <a:buNone/>
          <a:defRPr i="1">
            <a:latin typeface="+mj-lt"/>
          </a:defRPr>
        </a:lvl9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>
            <a:extLst>
              <a:ext uri="{FF2B5EF4-FFF2-40B4-BE49-F238E27FC236}">
                <a16:creationId xmlns:a16="http://schemas.microsoft.com/office/drawing/2014/main" id="{4AA98339-849B-4A1B-94AD-C4117A0FF41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150D5E0A-DBC5-4154-AAB7-1A6EB3DE09E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B8F4D5C6-7E28-4594-A8B2-534CF0B244E9}" type="datetime1">
              <a:rPr lang="sv-SE" smtClean="0"/>
              <a:t>2025-03-20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7E10B103-107D-44C7-86CE-09C471DEAD0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10E0EF81-D30D-4180-8B94-1BE4961093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1051B87B-3F29-42F3-B07C-6AC1131073F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61051323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sv-SE" noProof="0"/>
          </a:p>
        </p:txBody>
      </p:sp>
      <p:sp>
        <p:nvSpPr>
          <p:cNvPr id="3" name="Platshållare fö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70A9368-6A67-471A-9755-4139D32A53A4}" type="datetime1">
              <a:rPr lang="sv-SE" noProof="0" smtClean="0"/>
              <a:t>2025-03-20</a:t>
            </a:fld>
            <a:endParaRPr lang="sv-SE" noProof="0"/>
          </a:p>
        </p:txBody>
      </p:sp>
      <p:sp>
        <p:nvSpPr>
          <p:cNvPr id="4" name="Platshållare för bildobjekt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sv-SE" noProof="0"/>
          </a:p>
        </p:txBody>
      </p:sp>
      <p:sp>
        <p:nvSpPr>
          <p:cNvPr id="5" name="Platshållare för anteckninga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sv-SE" noProof="0"/>
              <a:t>Redigera format för bakgrundstext</a:t>
            </a:r>
          </a:p>
          <a:p>
            <a:pPr lvl="1" rtl="0"/>
            <a:r>
              <a:rPr lang="sv-SE" noProof="0"/>
              <a:t>Nivå två</a:t>
            </a:r>
          </a:p>
          <a:p>
            <a:pPr lvl="2" rtl="0"/>
            <a:r>
              <a:rPr lang="sv-SE" noProof="0"/>
              <a:t>Nivå tre</a:t>
            </a:r>
          </a:p>
          <a:p>
            <a:pPr lvl="3" rtl="0"/>
            <a:r>
              <a:rPr lang="sv-SE" noProof="0"/>
              <a:t>Nivå fyra</a:t>
            </a:r>
          </a:p>
          <a:p>
            <a:pPr lvl="4" rtl="0"/>
            <a:r>
              <a:rPr lang="sv-SE" noProof="0"/>
              <a:t>Nivå fem</a:t>
            </a:r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sv-SE" noProof="0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6FC84E0-A62F-42E1-8B0C-7D28DFB4787A}" type="slidenum">
              <a:rPr lang="sv-SE" noProof="0" smtClean="0"/>
              <a:t>‹#›</a:t>
            </a:fld>
            <a:endParaRPr lang="sv-SE" noProof="0"/>
          </a:p>
        </p:txBody>
      </p:sp>
    </p:spTree>
    <p:extLst>
      <p:ext uri="{BB962C8B-B14F-4D97-AF65-F5344CB8AC3E}">
        <p14:creationId xmlns:p14="http://schemas.microsoft.com/office/powerpoint/2010/main" val="2855175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sv-SE"/>
          </a:p>
        </p:txBody>
      </p:sp>
      <p:sp>
        <p:nvSpPr>
          <p:cNvPr id="4" name="Platshållare för bildnumm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EDA29696-2BE8-442F-AE32-06B5202A784A}" type="slidenum">
              <a:rPr lang="sv-SE" smtClean="0"/>
              <a:t>1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3681138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sv-SE"/>
          </a:p>
        </p:txBody>
      </p:sp>
      <p:sp>
        <p:nvSpPr>
          <p:cNvPr id="4" name="Platshållare för bildnumm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41624F0E-DEC4-4055-BBC2-60E713F4A980}" type="slidenum">
              <a:rPr lang="sv-SE" smtClean="0"/>
              <a:t>2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4702420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sv-SE"/>
          </a:p>
        </p:txBody>
      </p:sp>
      <p:sp>
        <p:nvSpPr>
          <p:cNvPr id="4" name="Platshållare för bildnumm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41624F0E-DEC4-4055-BBC2-60E713F4A980}" type="slidenum">
              <a:rPr lang="sv-SE" smtClean="0"/>
              <a:t>3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6641227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sv-SE"/>
          </a:p>
        </p:txBody>
      </p:sp>
      <p:sp>
        <p:nvSpPr>
          <p:cNvPr id="4" name="Platshållare för bildnumm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41624F0E-DEC4-4055-BBC2-60E713F4A980}" type="slidenum">
              <a:rPr lang="sv-SE" smtClean="0"/>
              <a:t>4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4702420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8A101-871D-291C-52BA-0F6A4A792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>
            <a:extLst>
              <a:ext uri="{FF2B5EF4-FFF2-40B4-BE49-F238E27FC236}">
                <a16:creationId xmlns:a16="http://schemas.microsoft.com/office/drawing/2014/main" id="{4F3C3DEA-B3D9-C208-DEE8-3AD4EE268E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>
            <a:extLst>
              <a:ext uri="{FF2B5EF4-FFF2-40B4-BE49-F238E27FC236}">
                <a16:creationId xmlns:a16="http://schemas.microsoft.com/office/drawing/2014/main" id="{7078198D-0CF4-6DA9-FC5B-D724B61B9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sv-SE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5537DA04-035E-020E-C586-162E5331BA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41624F0E-DEC4-4055-BBC2-60E713F4A980}" type="slidenum">
              <a:rPr lang="sv-SE" smtClean="0"/>
              <a:t>5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6276500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Platshållare för bild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A6FC84E0-A62F-42E1-8B0C-7D28DFB4787A}" type="slidenum">
              <a:rPr lang="sv-SE" smtClean="0"/>
              <a:t>8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682387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73E54-C578-B0E9-D7FF-150155C06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>
            <a:extLst>
              <a:ext uri="{FF2B5EF4-FFF2-40B4-BE49-F238E27FC236}">
                <a16:creationId xmlns:a16="http://schemas.microsoft.com/office/drawing/2014/main" id="{574718DF-23A1-E984-58CF-67347BC67C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>
            <a:extLst>
              <a:ext uri="{FF2B5EF4-FFF2-40B4-BE49-F238E27FC236}">
                <a16:creationId xmlns:a16="http://schemas.microsoft.com/office/drawing/2014/main" id="{F0355CCA-B277-809F-739B-D23546C1B1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E0118323-809B-2216-59CB-871A35B082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A6FC84E0-A62F-42E1-8B0C-7D28DFB4787A}" type="slidenum">
              <a:rPr lang="sv-SE" smtClean="0"/>
              <a:t>9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9663508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sv-SE"/>
          </a:p>
        </p:txBody>
      </p:sp>
      <p:sp>
        <p:nvSpPr>
          <p:cNvPr id="4" name="Platshållare för bildnumm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41624F0E-DEC4-4055-BBC2-60E713F4A980}" type="slidenum">
              <a:rPr lang="sv-SE" smtClean="0"/>
              <a:t>10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4702420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sv-SE"/>
          </a:p>
        </p:txBody>
      </p:sp>
      <p:sp>
        <p:nvSpPr>
          <p:cNvPr id="4" name="Platshållare för bildnumm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41624F0E-DEC4-4055-BBC2-60E713F4A980}" type="slidenum">
              <a:rPr lang="sv-SE" smtClean="0"/>
              <a:t>11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4702420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v-SE" err="1"/>
              <a:t>Possible</a:t>
            </a:r>
            <a:r>
              <a:rPr lang="sv-SE"/>
              <a:t> to get </a:t>
            </a:r>
            <a:r>
              <a:rPr lang="sv-SE" err="1"/>
              <a:t>better</a:t>
            </a:r>
            <a:endParaRPr lang="sv-SE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v-SE" err="1"/>
              <a:t>Having</a:t>
            </a:r>
            <a:r>
              <a:rPr lang="sv-SE"/>
              <a:t> a </a:t>
            </a:r>
            <a:r>
              <a:rPr lang="sv-SE" err="1"/>
              <a:t>constant</a:t>
            </a:r>
            <a:r>
              <a:rPr lang="sv-SE"/>
              <a:t> </a:t>
            </a:r>
            <a:r>
              <a:rPr lang="sv-SE" err="1"/>
              <a:t>episode</a:t>
            </a:r>
            <a:r>
              <a:rPr lang="sv-SE"/>
              <a:t> </a:t>
            </a:r>
            <a:r>
              <a:rPr lang="sv-SE" err="1"/>
              <a:t>size</a:t>
            </a:r>
            <a:r>
              <a:rPr lang="sv-SE"/>
              <a:t> </a:t>
            </a:r>
            <a:r>
              <a:rPr lang="sv-SE" err="1"/>
              <a:t>did</a:t>
            </a:r>
            <a:r>
              <a:rPr lang="sv-SE"/>
              <a:t> </a:t>
            </a:r>
            <a:r>
              <a:rPr lang="sv-SE" err="1"/>
              <a:t>absolotuly</a:t>
            </a:r>
            <a:r>
              <a:rPr lang="sv-SE"/>
              <a:t> </a:t>
            </a:r>
            <a:r>
              <a:rPr lang="sv-SE" err="1"/>
              <a:t>failed</a:t>
            </a:r>
            <a:r>
              <a:rPr lang="sv-SE"/>
              <a:t> as it </a:t>
            </a:r>
            <a:r>
              <a:rPr lang="sv-SE" err="1"/>
              <a:t>was</a:t>
            </a:r>
            <a:r>
              <a:rPr lang="sv-SE"/>
              <a:t> </a:t>
            </a:r>
            <a:r>
              <a:rPr lang="sv-SE" err="1"/>
              <a:t>implemented</a:t>
            </a:r>
            <a:endParaRPr lang="sv-SE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sv-SE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v-SE"/>
              <a:t>A </a:t>
            </a:r>
            <a:r>
              <a:rPr lang="sv-SE" err="1"/>
              <a:t>more</a:t>
            </a:r>
            <a:r>
              <a:rPr lang="sv-SE"/>
              <a:t> </a:t>
            </a:r>
            <a:r>
              <a:rPr lang="sv-SE" err="1"/>
              <a:t>complex</a:t>
            </a:r>
            <a:r>
              <a:rPr lang="sv-SE"/>
              <a:t> </a:t>
            </a:r>
            <a:r>
              <a:rPr lang="sv-SE" err="1"/>
              <a:t>reward</a:t>
            </a:r>
            <a:r>
              <a:rPr lang="sv-SE"/>
              <a:t> </a:t>
            </a:r>
            <a:r>
              <a:rPr lang="sv-SE" err="1"/>
              <a:t>function</a:t>
            </a:r>
            <a:r>
              <a:rPr lang="sv-SE"/>
              <a:t> for </a:t>
            </a:r>
            <a:r>
              <a:rPr lang="sv-SE" err="1"/>
              <a:t>more</a:t>
            </a:r>
            <a:r>
              <a:rPr lang="sv-SE"/>
              <a:t> </a:t>
            </a:r>
            <a:r>
              <a:rPr lang="sv-SE" err="1"/>
              <a:t>strategy</a:t>
            </a:r>
            <a:endParaRPr lang="sv-SE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v-SE"/>
              <a:t>Switch </a:t>
            </a:r>
            <a:r>
              <a:rPr lang="sv-SE" err="1"/>
              <a:t>up</a:t>
            </a:r>
            <a:r>
              <a:rPr lang="sv-SE"/>
              <a:t> </a:t>
            </a:r>
            <a:r>
              <a:rPr lang="sv-SE" err="1"/>
              <a:t>who</a:t>
            </a:r>
            <a:r>
              <a:rPr lang="sv-SE"/>
              <a:t> starts </a:t>
            </a:r>
            <a:r>
              <a:rPr lang="sv-SE" err="1"/>
              <a:t>first</a:t>
            </a:r>
            <a:r>
              <a:rPr lang="sv-SE"/>
              <a:t> in </a:t>
            </a:r>
            <a:r>
              <a:rPr lang="sv-SE" err="1"/>
              <a:t>training</a:t>
            </a:r>
            <a:r>
              <a:rPr lang="sv-SE"/>
              <a:t> to </a:t>
            </a:r>
            <a:r>
              <a:rPr lang="sv-SE" err="1"/>
              <a:t>avoid</a:t>
            </a:r>
            <a:r>
              <a:rPr lang="sv-SE"/>
              <a:t> </a:t>
            </a:r>
            <a:r>
              <a:rPr lang="sv-SE" err="1"/>
              <a:t>first</a:t>
            </a:r>
            <a:r>
              <a:rPr lang="sv-SE"/>
              <a:t> </a:t>
            </a:r>
            <a:r>
              <a:rPr lang="sv-SE" err="1"/>
              <a:t>move</a:t>
            </a:r>
            <a:r>
              <a:rPr lang="sv-SE"/>
              <a:t> bias</a:t>
            </a:r>
          </a:p>
        </p:txBody>
      </p:sp>
      <p:sp>
        <p:nvSpPr>
          <p:cNvPr id="4" name="Platshållare för bildnumm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EDA29696-2BE8-442F-AE32-06B5202A784A}" type="slidenum">
              <a:rPr lang="sv-SE" smtClean="0"/>
              <a:t>12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97710649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sv-SE"/>
          </a:p>
        </p:txBody>
      </p:sp>
      <p:sp>
        <p:nvSpPr>
          <p:cNvPr id="4" name="Platshållare för bildnumm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EDA29696-2BE8-442F-AE32-06B5202A784A}" type="slidenum">
              <a:rPr lang="sv-SE" smtClean="0"/>
              <a:t>13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880171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Bild 10">
            <a:extLst>
              <a:ext uri="{FF2B5EF4-FFF2-40B4-BE49-F238E27FC236}">
                <a16:creationId xmlns:a16="http://schemas.microsoft.com/office/drawing/2014/main" id="{750609E5-CE3B-4880-AF1C-03AAE8F98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700000">
            <a:off x="175989" y="443117"/>
            <a:ext cx="1066799" cy="1066799"/>
          </a:xfrm>
          <a:custGeom>
            <a:avLst/>
            <a:gdLst>
              <a:gd name="connsiteX0" fmla="*/ 4053340 w 6859500"/>
              <a:gd name="connsiteY0" fmla="*/ 6235893 h 6859500"/>
              <a:gd name="connsiteX1" fmla="*/ 4053340 w 6859500"/>
              <a:gd name="connsiteY1" fmla="*/ 4053340 h 6859500"/>
              <a:gd name="connsiteX2" fmla="*/ 6235893 w 6859500"/>
              <a:gd name="connsiteY2" fmla="*/ 4053340 h 6859500"/>
              <a:gd name="connsiteX3" fmla="*/ 6859501 w 6859500"/>
              <a:gd name="connsiteY3" fmla="*/ 3429731 h 6859500"/>
              <a:gd name="connsiteX4" fmla="*/ 6235893 w 6859500"/>
              <a:gd name="connsiteY4" fmla="*/ 2806123 h 6859500"/>
              <a:gd name="connsiteX5" fmla="*/ 4053340 w 6859500"/>
              <a:gd name="connsiteY5" fmla="*/ 2806123 h 6859500"/>
              <a:gd name="connsiteX6" fmla="*/ 4053340 w 6859500"/>
              <a:gd name="connsiteY6" fmla="*/ 623608 h 6859500"/>
              <a:gd name="connsiteX7" fmla="*/ 3429731 w 6859500"/>
              <a:gd name="connsiteY7" fmla="*/ 0 h 6859500"/>
              <a:gd name="connsiteX8" fmla="*/ 2806123 w 6859500"/>
              <a:gd name="connsiteY8" fmla="*/ 623608 h 6859500"/>
              <a:gd name="connsiteX9" fmla="*/ 2806123 w 6859500"/>
              <a:gd name="connsiteY9" fmla="*/ 2806161 h 6859500"/>
              <a:gd name="connsiteX10" fmla="*/ 623608 w 6859500"/>
              <a:gd name="connsiteY10" fmla="*/ 2806161 h 6859500"/>
              <a:gd name="connsiteX11" fmla="*/ 0 w 6859500"/>
              <a:gd name="connsiteY11" fmla="*/ 3429731 h 6859500"/>
              <a:gd name="connsiteX12" fmla="*/ 623608 w 6859500"/>
              <a:gd name="connsiteY12" fmla="*/ 4053340 h 6859500"/>
              <a:gd name="connsiteX13" fmla="*/ 2806161 w 6859500"/>
              <a:gd name="connsiteY13" fmla="*/ 4053340 h 6859500"/>
              <a:gd name="connsiteX14" fmla="*/ 2806161 w 6859500"/>
              <a:gd name="connsiteY14" fmla="*/ 6235893 h 6859500"/>
              <a:gd name="connsiteX15" fmla="*/ 3429770 w 6859500"/>
              <a:gd name="connsiteY15" fmla="*/ 6859501 h 6859500"/>
              <a:gd name="connsiteX16" fmla="*/ 4053340 w 6859500"/>
              <a:gd name="connsiteY16" fmla="*/ 6235893 h 6859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6859500" h="6859500">
                <a:moveTo>
                  <a:pt x="4053340" y="6235893"/>
                </a:moveTo>
                <a:lnTo>
                  <a:pt x="4053340" y="4053340"/>
                </a:lnTo>
                <a:lnTo>
                  <a:pt x="6235893" y="4053340"/>
                </a:lnTo>
                <a:cubicBezTo>
                  <a:pt x="6580293" y="4053340"/>
                  <a:pt x="6859501" y="3774132"/>
                  <a:pt x="6859501" y="3429731"/>
                </a:cubicBezTo>
                <a:cubicBezTo>
                  <a:pt x="6859501" y="3085330"/>
                  <a:pt x="6580332" y="2806123"/>
                  <a:pt x="6235893" y="2806123"/>
                </a:cubicBezTo>
                <a:lnTo>
                  <a:pt x="4053340" y="2806123"/>
                </a:lnTo>
                <a:lnTo>
                  <a:pt x="4053340" y="623608"/>
                </a:lnTo>
                <a:cubicBezTo>
                  <a:pt x="4053340" y="279208"/>
                  <a:pt x="3774171" y="0"/>
                  <a:pt x="3429731" y="0"/>
                </a:cubicBezTo>
                <a:cubicBezTo>
                  <a:pt x="3085330" y="0"/>
                  <a:pt x="2806123" y="279208"/>
                  <a:pt x="2806123" y="623608"/>
                </a:cubicBezTo>
                <a:lnTo>
                  <a:pt x="2806123" y="2806161"/>
                </a:lnTo>
                <a:lnTo>
                  <a:pt x="623608" y="2806161"/>
                </a:lnTo>
                <a:cubicBezTo>
                  <a:pt x="279208" y="2806161"/>
                  <a:pt x="0" y="3085369"/>
                  <a:pt x="0" y="3429731"/>
                </a:cubicBezTo>
                <a:cubicBezTo>
                  <a:pt x="0" y="3774132"/>
                  <a:pt x="279208" y="4053340"/>
                  <a:pt x="623608" y="4053340"/>
                </a:cubicBezTo>
                <a:lnTo>
                  <a:pt x="2806161" y="4053340"/>
                </a:lnTo>
                <a:lnTo>
                  <a:pt x="2806161" y="6235893"/>
                </a:lnTo>
                <a:cubicBezTo>
                  <a:pt x="2806161" y="6580293"/>
                  <a:pt x="3085369" y="6859501"/>
                  <a:pt x="3429770" y="6859501"/>
                </a:cubicBezTo>
                <a:cubicBezTo>
                  <a:pt x="3774171" y="6859501"/>
                  <a:pt x="4053340" y="6580293"/>
                  <a:pt x="4053340" y="6235893"/>
                </a:cubicBezTo>
                <a:close/>
              </a:path>
            </a:pathLst>
          </a:custGeom>
          <a:solidFill>
            <a:schemeClr val="accent5"/>
          </a:solidFill>
          <a:ln w="3848" cap="flat">
            <a:noFill/>
            <a:prstDash val="solid"/>
            <a:miter/>
          </a:ln>
          <a:effectLst>
            <a:outerShdw blurRad="101600" dist="38100" dir="16200000" rotWithShape="0">
              <a:srgbClr val="000000">
                <a:alpha val="25000"/>
              </a:srgbClr>
            </a:outerShdw>
          </a:effectLst>
        </p:spPr>
        <p:txBody>
          <a:bodyPr rtlCol="0" anchor="ctr"/>
          <a:lstStyle/>
          <a:p>
            <a:pPr rtl="0"/>
            <a:endParaRPr lang="sv-SE" noProof="0"/>
          </a:p>
        </p:txBody>
      </p:sp>
      <p:sp>
        <p:nvSpPr>
          <p:cNvPr id="24" name="Bild 10">
            <a:extLst>
              <a:ext uri="{FF2B5EF4-FFF2-40B4-BE49-F238E27FC236}">
                <a16:creationId xmlns:a16="http://schemas.microsoft.com/office/drawing/2014/main" id="{30A1EBAD-5F9E-43E3-852F-53FD94BE23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700000">
            <a:off x="3678849" y="710118"/>
            <a:ext cx="485348" cy="485348"/>
          </a:xfrm>
          <a:custGeom>
            <a:avLst/>
            <a:gdLst>
              <a:gd name="connsiteX0" fmla="*/ 4053340 w 6859500"/>
              <a:gd name="connsiteY0" fmla="*/ 6235893 h 6859500"/>
              <a:gd name="connsiteX1" fmla="*/ 4053340 w 6859500"/>
              <a:gd name="connsiteY1" fmla="*/ 4053340 h 6859500"/>
              <a:gd name="connsiteX2" fmla="*/ 6235893 w 6859500"/>
              <a:gd name="connsiteY2" fmla="*/ 4053340 h 6859500"/>
              <a:gd name="connsiteX3" fmla="*/ 6859501 w 6859500"/>
              <a:gd name="connsiteY3" fmla="*/ 3429731 h 6859500"/>
              <a:gd name="connsiteX4" fmla="*/ 6235893 w 6859500"/>
              <a:gd name="connsiteY4" fmla="*/ 2806123 h 6859500"/>
              <a:gd name="connsiteX5" fmla="*/ 4053340 w 6859500"/>
              <a:gd name="connsiteY5" fmla="*/ 2806123 h 6859500"/>
              <a:gd name="connsiteX6" fmla="*/ 4053340 w 6859500"/>
              <a:gd name="connsiteY6" fmla="*/ 623608 h 6859500"/>
              <a:gd name="connsiteX7" fmla="*/ 3429731 w 6859500"/>
              <a:gd name="connsiteY7" fmla="*/ 0 h 6859500"/>
              <a:gd name="connsiteX8" fmla="*/ 2806123 w 6859500"/>
              <a:gd name="connsiteY8" fmla="*/ 623608 h 6859500"/>
              <a:gd name="connsiteX9" fmla="*/ 2806123 w 6859500"/>
              <a:gd name="connsiteY9" fmla="*/ 2806161 h 6859500"/>
              <a:gd name="connsiteX10" fmla="*/ 623608 w 6859500"/>
              <a:gd name="connsiteY10" fmla="*/ 2806161 h 6859500"/>
              <a:gd name="connsiteX11" fmla="*/ 0 w 6859500"/>
              <a:gd name="connsiteY11" fmla="*/ 3429731 h 6859500"/>
              <a:gd name="connsiteX12" fmla="*/ 623608 w 6859500"/>
              <a:gd name="connsiteY12" fmla="*/ 4053340 h 6859500"/>
              <a:gd name="connsiteX13" fmla="*/ 2806161 w 6859500"/>
              <a:gd name="connsiteY13" fmla="*/ 4053340 h 6859500"/>
              <a:gd name="connsiteX14" fmla="*/ 2806161 w 6859500"/>
              <a:gd name="connsiteY14" fmla="*/ 6235893 h 6859500"/>
              <a:gd name="connsiteX15" fmla="*/ 3429770 w 6859500"/>
              <a:gd name="connsiteY15" fmla="*/ 6859501 h 6859500"/>
              <a:gd name="connsiteX16" fmla="*/ 4053340 w 6859500"/>
              <a:gd name="connsiteY16" fmla="*/ 6235893 h 6859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6859500" h="6859500">
                <a:moveTo>
                  <a:pt x="4053340" y="6235893"/>
                </a:moveTo>
                <a:lnTo>
                  <a:pt x="4053340" y="4053340"/>
                </a:lnTo>
                <a:lnTo>
                  <a:pt x="6235893" y="4053340"/>
                </a:lnTo>
                <a:cubicBezTo>
                  <a:pt x="6580293" y="4053340"/>
                  <a:pt x="6859501" y="3774132"/>
                  <a:pt x="6859501" y="3429731"/>
                </a:cubicBezTo>
                <a:cubicBezTo>
                  <a:pt x="6859501" y="3085330"/>
                  <a:pt x="6580332" y="2806123"/>
                  <a:pt x="6235893" y="2806123"/>
                </a:cubicBezTo>
                <a:lnTo>
                  <a:pt x="4053340" y="2806123"/>
                </a:lnTo>
                <a:lnTo>
                  <a:pt x="4053340" y="623608"/>
                </a:lnTo>
                <a:cubicBezTo>
                  <a:pt x="4053340" y="279208"/>
                  <a:pt x="3774171" y="0"/>
                  <a:pt x="3429731" y="0"/>
                </a:cubicBezTo>
                <a:cubicBezTo>
                  <a:pt x="3085330" y="0"/>
                  <a:pt x="2806123" y="279208"/>
                  <a:pt x="2806123" y="623608"/>
                </a:cubicBezTo>
                <a:lnTo>
                  <a:pt x="2806123" y="2806161"/>
                </a:lnTo>
                <a:lnTo>
                  <a:pt x="623608" y="2806161"/>
                </a:lnTo>
                <a:cubicBezTo>
                  <a:pt x="279208" y="2806161"/>
                  <a:pt x="0" y="3085369"/>
                  <a:pt x="0" y="3429731"/>
                </a:cubicBezTo>
                <a:cubicBezTo>
                  <a:pt x="0" y="3774132"/>
                  <a:pt x="279208" y="4053340"/>
                  <a:pt x="623608" y="4053340"/>
                </a:cubicBezTo>
                <a:lnTo>
                  <a:pt x="2806161" y="4053340"/>
                </a:lnTo>
                <a:lnTo>
                  <a:pt x="2806161" y="6235893"/>
                </a:lnTo>
                <a:cubicBezTo>
                  <a:pt x="2806161" y="6580293"/>
                  <a:pt x="3085369" y="6859501"/>
                  <a:pt x="3429770" y="6859501"/>
                </a:cubicBezTo>
                <a:cubicBezTo>
                  <a:pt x="3774171" y="6859501"/>
                  <a:pt x="4053340" y="6580293"/>
                  <a:pt x="4053340" y="6235893"/>
                </a:cubicBezTo>
                <a:close/>
              </a:path>
            </a:pathLst>
          </a:custGeom>
          <a:solidFill>
            <a:schemeClr val="accent5"/>
          </a:solidFill>
          <a:ln w="3848" cap="flat">
            <a:noFill/>
            <a:prstDash val="solid"/>
            <a:miter/>
          </a:ln>
          <a:effectLst>
            <a:outerShdw blurRad="101600" dist="38100" dir="16200000" rotWithShape="0">
              <a:srgbClr val="000000">
                <a:alpha val="25000"/>
              </a:srgbClr>
            </a:outerShdw>
          </a:effectLst>
        </p:spPr>
        <p:txBody>
          <a:bodyPr rtlCol="0" anchor="ctr"/>
          <a:lstStyle/>
          <a:p>
            <a:pPr rtl="0"/>
            <a:endParaRPr lang="sv-SE" noProof="0"/>
          </a:p>
        </p:txBody>
      </p:sp>
      <p:sp>
        <p:nvSpPr>
          <p:cNvPr id="26" name="Ellips 25">
            <a:extLst>
              <a:ext uri="{FF2B5EF4-FFF2-40B4-BE49-F238E27FC236}">
                <a16:creationId xmlns:a16="http://schemas.microsoft.com/office/drawing/2014/main" id="{B12F733F-6A95-4365-941D-3C310EC060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>
            <a:off x="1949364" y="328201"/>
            <a:ext cx="418430" cy="418430"/>
          </a:xfrm>
          <a:prstGeom prst="ellipse">
            <a:avLst/>
          </a:prstGeom>
          <a:solidFill>
            <a:schemeClr val="accent5"/>
          </a:solidFill>
          <a:ln w="3848" cap="flat">
            <a:noFill/>
            <a:prstDash val="solid"/>
            <a:miter/>
          </a:ln>
          <a:effectLst>
            <a:outerShdw blurRad="101600" dist="38100" dir="16200000" rotWithShape="0">
              <a:srgbClr val="000000">
                <a:alpha val="25000"/>
              </a:srgbClr>
            </a:outerShdw>
          </a:effectLst>
        </p:spPr>
        <p:txBody>
          <a:bodyPr rtlCol="0" anchor="ctr"/>
          <a:lstStyle/>
          <a:p>
            <a:pPr rtl="0"/>
            <a:endParaRPr lang="sv-SE" noProof="0"/>
          </a:p>
        </p:txBody>
      </p:sp>
      <p:sp>
        <p:nvSpPr>
          <p:cNvPr id="34" name="Rubrik 1">
            <a:extLst>
              <a:ext uri="{FF2B5EF4-FFF2-40B4-BE49-F238E27FC236}">
                <a16:creationId xmlns:a16="http://schemas.microsoft.com/office/drawing/2014/main" id="{1F2624E7-C182-4BF3-A1CE-10E0802352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5634" y="575423"/>
            <a:ext cx="5435027" cy="3234577"/>
          </a:xfrm>
        </p:spPr>
        <p:txBody>
          <a:bodyPr rtlCol="0" anchor="b">
            <a:normAutofit/>
          </a:bodyPr>
          <a:lstStyle>
            <a:lvl1pPr>
              <a:defRPr sz="5400">
                <a:solidFill>
                  <a:schemeClr val="bg1"/>
                </a:solidFill>
              </a:defRPr>
            </a:lvl1pPr>
          </a:lstStyle>
          <a:p>
            <a:pPr algn="l" rtl="0"/>
            <a:r>
              <a:rPr lang="en-GB" sz="5400" noProof="0">
                <a:solidFill>
                  <a:srgbClr val="FFFFFF"/>
                </a:solidFill>
              </a:rPr>
              <a:t>Click to edit Master title style</a:t>
            </a:r>
            <a:endParaRPr lang="sv-SE" sz="5400" noProof="0">
              <a:solidFill>
                <a:srgbClr val="FFFFFF"/>
              </a:solidFill>
            </a:endParaRPr>
          </a:p>
        </p:txBody>
      </p:sp>
      <p:sp>
        <p:nvSpPr>
          <p:cNvPr id="29" name="Underrubrik 2">
            <a:extLst>
              <a:ext uri="{FF2B5EF4-FFF2-40B4-BE49-F238E27FC236}">
                <a16:creationId xmlns:a16="http://schemas.microsoft.com/office/drawing/2014/main" id="{2E173997-1548-44F7-B0A4-108B77F0B8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5636" y="4004423"/>
            <a:ext cx="5435026" cy="2278154"/>
          </a:xfrm>
        </p:spPr>
        <p:txBody>
          <a:bodyPr rtlCol="0" anchor="t"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</a:lstStyle>
          <a:p>
            <a:pPr algn="l" rtl="0"/>
            <a:r>
              <a:rPr lang="en-GB" noProof="0">
                <a:solidFill>
                  <a:srgbClr val="FFFFFF"/>
                </a:solidFill>
              </a:rPr>
              <a:t>Click to edit Master subtitle style</a:t>
            </a:r>
            <a:endParaRPr lang="sv-SE" noProof="0">
              <a:solidFill>
                <a:srgbClr val="FFFFFF"/>
              </a:solidFill>
            </a:endParaRPr>
          </a:p>
        </p:txBody>
      </p:sp>
      <p:sp>
        <p:nvSpPr>
          <p:cNvPr id="37" name="Platshållare för bild 34">
            <a:extLst>
              <a:ext uri="{FF2B5EF4-FFF2-40B4-BE49-F238E27FC236}">
                <a16:creationId xmlns:a16="http://schemas.microsoft.com/office/drawing/2014/main" id="{A37CD930-076A-4257-8800-922EDF1A057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97600" y="574675"/>
            <a:ext cx="5445125" cy="5749925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pPr rtl="0"/>
            <a:r>
              <a:rPr lang="sv-SE" noProof="0"/>
              <a:t>Infoga fotot här</a:t>
            </a:r>
          </a:p>
        </p:txBody>
      </p:sp>
      <p:sp>
        <p:nvSpPr>
          <p:cNvPr id="31" name="Platshållare för datum 4">
            <a:extLst>
              <a:ext uri="{FF2B5EF4-FFF2-40B4-BE49-F238E27FC236}">
                <a16:creationId xmlns:a16="http://schemas.microsoft.com/office/drawing/2014/main" id="{B17F4254-E7F3-482D-83B2-F40E678DC31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00800"/>
            <a:ext cx="2743200" cy="365125"/>
          </a:xfrm>
        </p:spPr>
        <p:txBody>
          <a:bodyPr rtlCol="0"/>
          <a:lstStyle/>
          <a:p>
            <a:pPr rtl="0"/>
            <a:r>
              <a:rPr lang="sv-SE" noProof="0">
                <a:solidFill>
                  <a:srgbClr val="FFFFFF"/>
                </a:solidFill>
              </a:rPr>
              <a:t>2/2/20XX</a:t>
            </a:r>
          </a:p>
        </p:txBody>
      </p:sp>
      <p:sp>
        <p:nvSpPr>
          <p:cNvPr id="32" name="Platshållare för sidfot 5">
            <a:extLst>
              <a:ext uri="{FF2B5EF4-FFF2-40B4-BE49-F238E27FC236}">
                <a16:creationId xmlns:a16="http://schemas.microsoft.com/office/drawing/2014/main" id="{69A3213B-8554-4293-925C-3977950B2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00800"/>
            <a:ext cx="4114800" cy="365125"/>
          </a:xfrm>
        </p:spPr>
        <p:txBody>
          <a:bodyPr rtlCol="0"/>
          <a:lstStyle/>
          <a:p>
            <a:pPr rtl="0"/>
            <a:r>
              <a:rPr lang="sv-SE" noProof="0">
                <a:solidFill>
                  <a:srgbClr val="FFFFFF"/>
                </a:solidFill>
              </a:rPr>
              <a:t>PRESENTATIONENS RUBRIK</a:t>
            </a:r>
          </a:p>
        </p:txBody>
      </p:sp>
      <p:sp>
        <p:nvSpPr>
          <p:cNvPr id="33" name="Platshållare för bildnummer 6">
            <a:extLst>
              <a:ext uri="{FF2B5EF4-FFF2-40B4-BE49-F238E27FC236}">
                <a16:creationId xmlns:a16="http://schemas.microsoft.com/office/drawing/2014/main" id="{E6081EFA-FDDB-48B1-8F8F-506DAA8FB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00800"/>
            <a:ext cx="2743200" cy="365125"/>
          </a:xfrm>
        </p:spPr>
        <p:txBody>
          <a:bodyPr rtlCol="0"/>
          <a:lstStyle/>
          <a:p>
            <a:pPr rtl="0"/>
            <a:fld id="{DFA5D71E-5CDF-4C93-8A75-5B916FDC5BEA}" type="slidenum">
              <a:rPr lang="sv-SE" noProof="0" smtClean="0">
                <a:solidFill>
                  <a:srgbClr val="FFFFFF"/>
                </a:solidFill>
              </a:rPr>
              <a:pPr rtl="0"/>
              <a:t>‹#›</a:t>
            </a:fld>
            <a:endParaRPr lang="sv-SE" noProof="0">
              <a:solidFill>
                <a:srgbClr val="FFFFFF"/>
              </a:solidFill>
            </a:endParaRPr>
          </a:p>
        </p:txBody>
      </p:sp>
      <p:sp>
        <p:nvSpPr>
          <p:cNvPr id="39" name="Ellips 38">
            <a:extLst>
              <a:ext uri="{FF2B5EF4-FFF2-40B4-BE49-F238E27FC236}">
                <a16:creationId xmlns:a16="http://schemas.microsoft.com/office/drawing/2014/main" id="{7A5EAFD9-C10D-423D-877A-A7E344B82A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1725987" y="6085893"/>
            <a:ext cx="261660" cy="261660"/>
          </a:xfrm>
          <a:prstGeom prst="ellipse">
            <a:avLst/>
          </a:prstGeom>
          <a:solidFill>
            <a:schemeClr val="accent5"/>
          </a:solidFill>
          <a:ln w="3848" cap="flat">
            <a:noFill/>
            <a:prstDash val="solid"/>
            <a:miter/>
          </a:ln>
          <a:effectLst>
            <a:outerShdw blurRad="101600" dist="38100" dir="16200000" rotWithShape="0">
              <a:srgbClr val="000000">
                <a:alpha val="25000"/>
              </a:srgbClr>
            </a:outerShdw>
          </a:effectLst>
        </p:spPr>
        <p:txBody>
          <a:bodyPr rtlCol="0" anchor="ctr"/>
          <a:lstStyle/>
          <a:p>
            <a:pPr rtl="0"/>
            <a:endParaRPr lang="sv-SE" noProof="0"/>
          </a:p>
        </p:txBody>
      </p:sp>
      <p:sp>
        <p:nvSpPr>
          <p:cNvPr id="41" name="Ellips 40">
            <a:extLst>
              <a:ext uri="{FF2B5EF4-FFF2-40B4-BE49-F238E27FC236}">
                <a16:creationId xmlns:a16="http://schemas.microsoft.com/office/drawing/2014/main" id="{552E34FD-F45A-4FC4-A537-1CD327317B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1234728" y="5325178"/>
            <a:ext cx="418430" cy="418430"/>
          </a:xfrm>
          <a:prstGeom prst="ellipse">
            <a:avLst/>
          </a:prstGeom>
          <a:solidFill>
            <a:schemeClr val="accent5"/>
          </a:solidFill>
          <a:ln w="3848" cap="flat">
            <a:noFill/>
            <a:prstDash val="solid"/>
            <a:miter/>
          </a:ln>
          <a:effectLst>
            <a:outerShdw blurRad="101600" dist="38100" dir="16200000" rotWithShape="0">
              <a:srgbClr val="000000">
                <a:alpha val="25000"/>
              </a:srgbClr>
            </a:outerShdw>
          </a:effectLst>
        </p:spPr>
        <p:txBody>
          <a:bodyPr rtlCol="0" anchor="ctr"/>
          <a:lstStyle/>
          <a:p>
            <a:pPr rtl="0"/>
            <a:endParaRPr lang="sv-SE" noProof="0"/>
          </a:p>
        </p:txBody>
      </p:sp>
    </p:spTree>
    <p:extLst>
      <p:ext uri="{BB962C8B-B14F-4D97-AF65-F5344CB8AC3E}">
        <p14:creationId xmlns:p14="http://schemas.microsoft.com/office/powerpoint/2010/main" val="38402088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p 8">
            <a:extLst>
              <a:ext uri="{FF2B5EF4-FFF2-40B4-BE49-F238E27FC236}">
                <a16:creationId xmlns:a16="http://schemas.microsoft.com/office/drawing/2014/main" id="{0BE28B89-23CB-4E2C-9090-24A7CDF75E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27986" y="173174"/>
            <a:ext cx="11687253" cy="6145490"/>
            <a:chOff x="127986" y="173174"/>
            <a:chExt cx="11687253" cy="6145490"/>
          </a:xfrm>
        </p:grpSpPr>
        <p:sp useBgFill="1">
          <p:nvSpPr>
            <p:cNvPr id="10" name="Bild 10">
              <a:extLst>
                <a:ext uri="{FF2B5EF4-FFF2-40B4-BE49-F238E27FC236}">
                  <a16:creationId xmlns:a16="http://schemas.microsoft.com/office/drawing/2014/main" id="{26535BF8-E789-4325-8C4F-264426E02116}"/>
                </a:ext>
              </a:extLst>
            </p:cNvPr>
            <p:cNvSpPr/>
            <p:nvPr/>
          </p:nvSpPr>
          <p:spPr>
            <a:xfrm rot="18900000" flipH="1">
              <a:off x="10799652" y="173174"/>
              <a:ext cx="1015587" cy="1015587"/>
            </a:xfrm>
            <a:custGeom>
              <a:avLst/>
              <a:gdLst>
                <a:gd name="connsiteX0" fmla="*/ 4053340 w 6859500"/>
                <a:gd name="connsiteY0" fmla="*/ 6235893 h 6859500"/>
                <a:gd name="connsiteX1" fmla="*/ 4053340 w 6859500"/>
                <a:gd name="connsiteY1" fmla="*/ 4053340 h 6859500"/>
                <a:gd name="connsiteX2" fmla="*/ 6235893 w 6859500"/>
                <a:gd name="connsiteY2" fmla="*/ 4053340 h 6859500"/>
                <a:gd name="connsiteX3" fmla="*/ 6859501 w 6859500"/>
                <a:gd name="connsiteY3" fmla="*/ 3429731 h 6859500"/>
                <a:gd name="connsiteX4" fmla="*/ 6235893 w 6859500"/>
                <a:gd name="connsiteY4" fmla="*/ 2806123 h 6859500"/>
                <a:gd name="connsiteX5" fmla="*/ 4053340 w 6859500"/>
                <a:gd name="connsiteY5" fmla="*/ 2806123 h 6859500"/>
                <a:gd name="connsiteX6" fmla="*/ 4053340 w 6859500"/>
                <a:gd name="connsiteY6" fmla="*/ 623608 h 6859500"/>
                <a:gd name="connsiteX7" fmla="*/ 3429731 w 6859500"/>
                <a:gd name="connsiteY7" fmla="*/ 0 h 6859500"/>
                <a:gd name="connsiteX8" fmla="*/ 2806123 w 6859500"/>
                <a:gd name="connsiteY8" fmla="*/ 623608 h 6859500"/>
                <a:gd name="connsiteX9" fmla="*/ 2806123 w 6859500"/>
                <a:gd name="connsiteY9" fmla="*/ 2806161 h 6859500"/>
                <a:gd name="connsiteX10" fmla="*/ 623608 w 6859500"/>
                <a:gd name="connsiteY10" fmla="*/ 2806161 h 6859500"/>
                <a:gd name="connsiteX11" fmla="*/ 0 w 6859500"/>
                <a:gd name="connsiteY11" fmla="*/ 3429731 h 6859500"/>
                <a:gd name="connsiteX12" fmla="*/ 623608 w 6859500"/>
                <a:gd name="connsiteY12" fmla="*/ 4053340 h 6859500"/>
                <a:gd name="connsiteX13" fmla="*/ 2806161 w 6859500"/>
                <a:gd name="connsiteY13" fmla="*/ 4053340 h 6859500"/>
                <a:gd name="connsiteX14" fmla="*/ 2806161 w 6859500"/>
                <a:gd name="connsiteY14" fmla="*/ 6235893 h 6859500"/>
                <a:gd name="connsiteX15" fmla="*/ 3429770 w 6859500"/>
                <a:gd name="connsiteY15" fmla="*/ 6859501 h 6859500"/>
                <a:gd name="connsiteX16" fmla="*/ 4053340 w 6859500"/>
                <a:gd name="connsiteY16" fmla="*/ 6235893 h 6859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859500" h="6859500">
                  <a:moveTo>
                    <a:pt x="4053340" y="6235893"/>
                  </a:moveTo>
                  <a:lnTo>
                    <a:pt x="4053340" y="4053340"/>
                  </a:lnTo>
                  <a:lnTo>
                    <a:pt x="6235893" y="4053340"/>
                  </a:lnTo>
                  <a:cubicBezTo>
                    <a:pt x="6580293" y="4053340"/>
                    <a:pt x="6859501" y="3774132"/>
                    <a:pt x="6859501" y="3429731"/>
                  </a:cubicBezTo>
                  <a:cubicBezTo>
                    <a:pt x="6859501" y="3085330"/>
                    <a:pt x="6580332" y="2806123"/>
                    <a:pt x="6235893" y="2806123"/>
                  </a:cubicBezTo>
                  <a:lnTo>
                    <a:pt x="4053340" y="2806123"/>
                  </a:lnTo>
                  <a:lnTo>
                    <a:pt x="4053340" y="623608"/>
                  </a:lnTo>
                  <a:cubicBezTo>
                    <a:pt x="4053340" y="279208"/>
                    <a:pt x="3774171" y="0"/>
                    <a:pt x="3429731" y="0"/>
                  </a:cubicBezTo>
                  <a:cubicBezTo>
                    <a:pt x="3085330" y="0"/>
                    <a:pt x="2806123" y="279208"/>
                    <a:pt x="2806123" y="623608"/>
                  </a:cubicBezTo>
                  <a:lnTo>
                    <a:pt x="2806123" y="2806161"/>
                  </a:lnTo>
                  <a:lnTo>
                    <a:pt x="623608" y="2806161"/>
                  </a:lnTo>
                  <a:cubicBezTo>
                    <a:pt x="279208" y="2806161"/>
                    <a:pt x="0" y="3085369"/>
                    <a:pt x="0" y="3429731"/>
                  </a:cubicBezTo>
                  <a:cubicBezTo>
                    <a:pt x="0" y="3774132"/>
                    <a:pt x="279208" y="4053340"/>
                    <a:pt x="623608" y="4053340"/>
                  </a:cubicBezTo>
                  <a:lnTo>
                    <a:pt x="2806161" y="4053340"/>
                  </a:lnTo>
                  <a:lnTo>
                    <a:pt x="2806161" y="6235893"/>
                  </a:lnTo>
                  <a:cubicBezTo>
                    <a:pt x="2806161" y="6580293"/>
                    <a:pt x="3085369" y="6859501"/>
                    <a:pt x="3429770" y="6859501"/>
                  </a:cubicBezTo>
                  <a:cubicBezTo>
                    <a:pt x="3774171" y="6859501"/>
                    <a:pt x="4053340" y="6580293"/>
                    <a:pt x="4053340" y="6235893"/>
                  </a:cubicBezTo>
                  <a:close/>
                </a:path>
              </a:pathLst>
            </a:custGeom>
            <a:ln w="3848" cap="flat">
              <a:noFill/>
              <a:prstDash val="solid"/>
              <a:miter/>
            </a:ln>
            <a:effectLst>
              <a:glow rad="152400">
                <a:srgbClr val="000000">
                  <a:alpha val="4000"/>
                </a:srgbClr>
              </a:glow>
              <a:outerShdw blurRad="101600" dist="38100" dir="16200000" rotWithShape="0">
                <a:srgbClr val="000000">
                  <a:alpha val="5000"/>
                </a:srgbClr>
              </a:outerShdw>
            </a:effectLst>
          </p:spPr>
          <p:txBody>
            <a:bodyPr rtlCol="0" anchor="ctr"/>
            <a:lstStyle/>
            <a:p>
              <a:pPr rtl="0"/>
              <a:endParaRPr lang="sv-SE" noProof="0"/>
            </a:p>
          </p:txBody>
        </p:sp>
        <p:sp useBgFill="1">
          <p:nvSpPr>
            <p:cNvPr id="11" name="Ellips 10">
              <a:extLst>
                <a:ext uri="{FF2B5EF4-FFF2-40B4-BE49-F238E27FC236}">
                  <a16:creationId xmlns:a16="http://schemas.microsoft.com/office/drawing/2014/main" id="{B78DBD66-1754-4720-8E59-A61B23F58E27}"/>
                </a:ext>
              </a:extLst>
            </p:cNvPr>
            <p:cNvSpPr/>
            <p:nvPr/>
          </p:nvSpPr>
          <p:spPr>
            <a:xfrm rot="10800000" flipH="1">
              <a:off x="10187575" y="200771"/>
              <a:ext cx="175876" cy="175876"/>
            </a:xfrm>
            <a:prstGeom prst="ellipse">
              <a:avLst/>
            </a:prstGeom>
            <a:ln w="3848" cap="flat">
              <a:noFill/>
              <a:prstDash val="solid"/>
              <a:miter/>
            </a:ln>
            <a:effectLst>
              <a:glow rad="152400">
                <a:srgbClr val="000000">
                  <a:alpha val="4000"/>
                </a:srgbClr>
              </a:glow>
              <a:outerShdw blurRad="101600" dist="38100" dir="16200000" rotWithShape="0">
                <a:srgbClr val="000000">
                  <a:alpha val="5000"/>
                </a:srgbClr>
              </a:outerShdw>
            </a:effectLst>
          </p:spPr>
          <p:txBody>
            <a:bodyPr rtlCol="0" anchor="ctr"/>
            <a:lstStyle/>
            <a:p>
              <a:pPr rtl="0"/>
              <a:endParaRPr lang="sv-SE" noProof="0"/>
            </a:p>
          </p:txBody>
        </p:sp>
        <p:sp useBgFill="1">
          <p:nvSpPr>
            <p:cNvPr id="12" name="Ellips 11">
              <a:extLst>
                <a:ext uri="{FF2B5EF4-FFF2-40B4-BE49-F238E27FC236}">
                  <a16:creationId xmlns:a16="http://schemas.microsoft.com/office/drawing/2014/main" id="{75D17540-387A-482A-B432-46A1EFB58756}"/>
                </a:ext>
              </a:extLst>
            </p:cNvPr>
            <p:cNvSpPr/>
            <p:nvPr/>
          </p:nvSpPr>
          <p:spPr>
            <a:xfrm rot="10800000" flipH="1">
              <a:off x="127986" y="6031517"/>
              <a:ext cx="287147" cy="287147"/>
            </a:xfrm>
            <a:prstGeom prst="ellipse">
              <a:avLst/>
            </a:prstGeom>
            <a:ln w="3848" cap="flat">
              <a:noFill/>
              <a:prstDash val="solid"/>
              <a:miter/>
            </a:ln>
            <a:effectLst>
              <a:glow rad="152400">
                <a:srgbClr val="000000">
                  <a:alpha val="4000"/>
                </a:srgbClr>
              </a:glow>
              <a:outerShdw blurRad="101600" dist="38100" dir="16200000" rotWithShape="0">
                <a:srgbClr val="000000">
                  <a:alpha val="5000"/>
                </a:srgbClr>
              </a:outerShdw>
            </a:effectLst>
          </p:spPr>
          <p:txBody>
            <a:bodyPr rtlCol="0" anchor="ctr"/>
            <a:lstStyle/>
            <a:p>
              <a:pPr rtl="0"/>
              <a:endParaRPr lang="sv-SE" noProof="0"/>
            </a:p>
          </p:txBody>
        </p:sp>
        <p:sp useBgFill="1">
          <p:nvSpPr>
            <p:cNvPr id="13" name="Ellips 12">
              <a:extLst>
                <a:ext uri="{FF2B5EF4-FFF2-40B4-BE49-F238E27FC236}">
                  <a16:creationId xmlns:a16="http://schemas.microsoft.com/office/drawing/2014/main" id="{E29BA681-D191-4B3E-B7AD-D4DD1956C66B}"/>
                </a:ext>
              </a:extLst>
            </p:cNvPr>
            <p:cNvSpPr/>
            <p:nvPr/>
          </p:nvSpPr>
          <p:spPr>
            <a:xfrm rot="10800000" flipH="1">
              <a:off x="9714204" y="733387"/>
              <a:ext cx="348801" cy="348801"/>
            </a:xfrm>
            <a:prstGeom prst="ellipse">
              <a:avLst/>
            </a:prstGeom>
            <a:ln w="3848" cap="flat">
              <a:noFill/>
              <a:prstDash val="solid"/>
              <a:miter/>
            </a:ln>
            <a:effectLst>
              <a:glow rad="152400">
                <a:srgbClr val="000000">
                  <a:alpha val="4000"/>
                </a:srgbClr>
              </a:glow>
              <a:outerShdw blurRad="101600" dist="38100" dir="16200000" rotWithShape="0">
                <a:srgbClr val="000000">
                  <a:alpha val="5000"/>
                </a:srgbClr>
              </a:outerShdw>
            </a:effectLst>
          </p:spPr>
          <p:txBody>
            <a:bodyPr rtlCol="0" anchor="ctr"/>
            <a:lstStyle/>
            <a:p>
              <a:pPr rtl="0"/>
              <a:endParaRPr lang="sv-SE" noProof="0"/>
            </a:p>
          </p:txBody>
        </p:sp>
      </p:grpSp>
      <p:sp>
        <p:nvSpPr>
          <p:cNvPr id="14" name="Rubrik 1">
            <a:extLst>
              <a:ext uri="{FF2B5EF4-FFF2-40B4-BE49-F238E27FC236}">
                <a16:creationId xmlns:a16="http://schemas.microsoft.com/office/drawing/2014/main" id="{B0E8379E-F532-476C-8A66-79F96DB2E7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252" y="544786"/>
            <a:ext cx="6400800" cy="1683971"/>
          </a:xfrm>
        </p:spPr>
        <p:txBody>
          <a:bodyPr rtlCol="0" anchor="b">
            <a:normAutofit/>
          </a:bodyPr>
          <a:lstStyle/>
          <a:p>
            <a:pPr rtl="0"/>
            <a:r>
              <a:rPr lang="en-GB" noProof="0">
                <a:cs typeface="Segoe UI" panose="020B0502040204020203" pitchFamily="34" charset="0"/>
              </a:rPr>
              <a:t>Click to edit Master title style</a:t>
            </a:r>
            <a:endParaRPr lang="sv-SE" noProof="0">
              <a:cs typeface="Segoe UI" panose="020B0502040204020203" pitchFamily="34" charset="0"/>
            </a:endParaRPr>
          </a:p>
        </p:txBody>
      </p:sp>
      <p:sp>
        <p:nvSpPr>
          <p:cNvPr id="28" name="Platshållare för bild 22">
            <a:extLst>
              <a:ext uri="{FF2B5EF4-FFF2-40B4-BE49-F238E27FC236}">
                <a16:creationId xmlns:a16="http://schemas.microsoft.com/office/drawing/2014/main" id="{C1B7FDD6-4D3A-4AE1-B7D0-86DC45B0EA3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42925" y="574675"/>
            <a:ext cx="4022725" cy="1867360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sv-SE" noProof="0"/>
              <a:t>Infoga fotot här</a:t>
            </a:r>
          </a:p>
        </p:txBody>
      </p:sp>
      <p:sp>
        <p:nvSpPr>
          <p:cNvPr id="29" name="Platshållare för bild 24">
            <a:extLst>
              <a:ext uri="{FF2B5EF4-FFF2-40B4-BE49-F238E27FC236}">
                <a16:creationId xmlns:a16="http://schemas.microsoft.com/office/drawing/2014/main" id="{31A33AED-20A4-4373-814A-DA708A6CBE4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42925" y="2519163"/>
            <a:ext cx="4022725" cy="1843040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sv-SE" noProof="0"/>
              <a:t>Infoga fotot här</a:t>
            </a:r>
          </a:p>
        </p:txBody>
      </p:sp>
      <p:sp>
        <p:nvSpPr>
          <p:cNvPr id="30" name="Platshållare för bild 26">
            <a:extLst>
              <a:ext uri="{FF2B5EF4-FFF2-40B4-BE49-F238E27FC236}">
                <a16:creationId xmlns:a16="http://schemas.microsoft.com/office/drawing/2014/main" id="{912C8FB0-089E-45C8-820C-1DB37CF6EDD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42925" y="4439331"/>
            <a:ext cx="4022725" cy="1879333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sv-SE" noProof="0"/>
              <a:t>Infoga fotot här</a:t>
            </a:r>
          </a:p>
        </p:txBody>
      </p:sp>
      <p:sp>
        <p:nvSpPr>
          <p:cNvPr id="18" name="Platshållare för innehåll 2">
            <a:extLst>
              <a:ext uri="{FF2B5EF4-FFF2-40B4-BE49-F238E27FC236}">
                <a16:creationId xmlns:a16="http://schemas.microsoft.com/office/drawing/2014/main" id="{27E06B4D-C658-4E45-A3F7-F9764B1970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78252" y="2409776"/>
            <a:ext cx="6400800" cy="3714837"/>
          </a:xfrm>
        </p:spPr>
        <p:txBody>
          <a:bodyPr rtlCol="0" anchor="t">
            <a:normAutofit/>
          </a:bodyPr>
          <a:lstStyle>
            <a:lvl1pPr>
              <a:lnSpc>
                <a:spcPct val="100000"/>
              </a:lnSpc>
              <a:buClr>
                <a:schemeClr val="accent6"/>
              </a:buClr>
              <a:defRPr/>
            </a:lvl1pPr>
          </a:lstStyle>
          <a:p>
            <a:pPr lvl="0" rtl="0">
              <a:lnSpc>
                <a:spcPct val="120000"/>
              </a:lnSpc>
              <a:buFont typeface="Aller" panose="020B0603020203020204" pitchFamily="34" charset="0"/>
              <a:buChar char="+"/>
            </a:pPr>
            <a:r>
              <a:rPr lang="en-GB" sz="1800" noProof="0">
                <a:cs typeface="Segoe UI" panose="020B0502040204020203" pitchFamily="34" charset="0"/>
              </a:rPr>
              <a:t>Click to edit Master text styles</a:t>
            </a:r>
          </a:p>
        </p:txBody>
      </p:sp>
      <p:sp>
        <p:nvSpPr>
          <p:cNvPr id="19" name="Platshållare för datum 4">
            <a:extLst>
              <a:ext uri="{FF2B5EF4-FFF2-40B4-BE49-F238E27FC236}">
                <a16:creationId xmlns:a16="http://schemas.microsoft.com/office/drawing/2014/main" id="{15A75550-8D38-4A9F-85E4-7A0AAC0443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00800"/>
            <a:ext cx="2743200" cy="365125"/>
          </a:xfrm>
        </p:spPr>
        <p:txBody>
          <a:bodyPr rtlCol="0"/>
          <a:lstStyle/>
          <a:p>
            <a:pPr rtl="0"/>
            <a:r>
              <a:rPr lang="sv-SE" noProof="0"/>
              <a:t>2/2/20XX</a:t>
            </a:r>
          </a:p>
        </p:txBody>
      </p:sp>
      <p:sp>
        <p:nvSpPr>
          <p:cNvPr id="20" name="Platshållare för sidfot 5">
            <a:extLst>
              <a:ext uri="{FF2B5EF4-FFF2-40B4-BE49-F238E27FC236}">
                <a16:creationId xmlns:a16="http://schemas.microsoft.com/office/drawing/2014/main" id="{38B8FA61-4080-4FE6-A841-33EBEFFA7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00800"/>
            <a:ext cx="4114800" cy="365125"/>
          </a:xfrm>
        </p:spPr>
        <p:txBody>
          <a:bodyPr rtlCol="0"/>
          <a:lstStyle>
            <a:lvl1pPr>
              <a:defRPr/>
            </a:lvl1pPr>
          </a:lstStyle>
          <a:p>
            <a:pPr rtl="0"/>
            <a:r>
              <a:rPr lang="sv-SE" noProof="0"/>
              <a:t>PRESENTATIONENS RUBRIK</a:t>
            </a:r>
          </a:p>
        </p:txBody>
      </p:sp>
      <p:sp>
        <p:nvSpPr>
          <p:cNvPr id="21" name="Platshållare för bildnummer 6">
            <a:extLst>
              <a:ext uri="{FF2B5EF4-FFF2-40B4-BE49-F238E27FC236}">
                <a16:creationId xmlns:a16="http://schemas.microsoft.com/office/drawing/2014/main" id="{D100CF52-3E48-4F45-8364-508D4B714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00800"/>
            <a:ext cx="2743200" cy="365125"/>
          </a:xfrm>
        </p:spPr>
        <p:txBody>
          <a:bodyPr rtlCol="0"/>
          <a:lstStyle/>
          <a:p>
            <a:pPr rtl="0"/>
            <a:fld id="{DFA5D71E-5CDF-4C93-8A75-5B916FDC5BEA}" type="slidenum">
              <a:rPr lang="sv-SE" noProof="0" smtClean="0"/>
              <a:pPr rtl="0"/>
              <a:t>‹#›</a:t>
            </a:fld>
            <a:endParaRPr lang="sv-SE" noProof="0"/>
          </a:p>
        </p:txBody>
      </p:sp>
    </p:spTree>
    <p:extLst>
      <p:ext uri="{BB962C8B-B14F-4D97-AF65-F5344CB8AC3E}">
        <p14:creationId xmlns:p14="http://schemas.microsoft.com/office/powerpoint/2010/main" val="10912619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led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Bild 10">
            <a:extLst>
              <a:ext uri="{FF2B5EF4-FFF2-40B4-BE49-F238E27FC236}">
                <a16:creationId xmlns:a16="http://schemas.microsoft.com/office/drawing/2014/main" id="{700F5C96-E2D7-4D19-99B6-D56001B8D3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2700000">
            <a:off x="10891156" y="241085"/>
            <a:ext cx="925287" cy="925287"/>
          </a:xfrm>
          <a:custGeom>
            <a:avLst/>
            <a:gdLst>
              <a:gd name="connsiteX0" fmla="*/ 4053340 w 6859500"/>
              <a:gd name="connsiteY0" fmla="*/ 6235893 h 6859500"/>
              <a:gd name="connsiteX1" fmla="*/ 4053340 w 6859500"/>
              <a:gd name="connsiteY1" fmla="*/ 4053340 h 6859500"/>
              <a:gd name="connsiteX2" fmla="*/ 6235893 w 6859500"/>
              <a:gd name="connsiteY2" fmla="*/ 4053340 h 6859500"/>
              <a:gd name="connsiteX3" fmla="*/ 6859501 w 6859500"/>
              <a:gd name="connsiteY3" fmla="*/ 3429731 h 6859500"/>
              <a:gd name="connsiteX4" fmla="*/ 6235893 w 6859500"/>
              <a:gd name="connsiteY4" fmla="*/ 2806123 h 6859500"/>
              <a:gd name="connsiteX5" fmla="*/ 4053340 w 6859500"/>
              <a:gd name="connsiteY5" fmla="*/ 2806123 h 6859500"/>
              <a:gd name="connsiteX6" fmla="*/ 4053340 w 6859500"/>
              <a:gd name="connsiteY6" fmla="*/ 623608 h 6859500"/>
              <a:gd name="connsiteX7" fmla="*/ 3429731 w 6859500"/>
              <a:gd name="connsiteY7" fmla="*/ 0 h 6859500"/>
              <a:gd name="connsiteX8" fmla="*/ 2806123 w 6859500"/>
              <a:gd name="connsiteY8" fmla="*/ 623608 h 6859500"/>
              <a:gd name="connsiteX9" fmla="*/ 2806123 w 6859500"/>
              <a:gd name="connsiteY9" fmla="*/ 2806161 h 6859500"/>
              <a:gd name="connsiteX10" fmla="*/ 623608 w 6859500"/>
              <a:gd name="connsiteY10" fmla="*/ 2806161 h 6859500"/>
              <a:gd name="connsiteX11" fmla="*/ 0 w 6859500"/>
              <a:gd name="connsiteY11" fmla="*/ 3429731 h 6859500"/>
              <a:gd name="connsiteX12" fmla="*/ 623608 w 6859500"/>
              <a:gd name="connsiteY12" fmla="*/ 4053340 h 6859500"/>
              <a:gd name="connsiteX13" fmla="*/ 2806161 w 6859500"/>
              <a:gd name="connsiteY13" fmla="*/ 4053340 h 6859500"/>
              <a:gd name="connsiteX14" fmla="*/ 2806161 w 6859500"/>
              <a:gd name="connsiteY14" fmla="*/ 6235893 h 6859500"/>
              <a:gd name="connsiteX15" fmla="*/ 3429770 w 6859500"/>
              <a:gd name="connsiteY15" fmla="*/ 6859501 h 6859500"/>
              <a:gd name="connsiteX16" fmla="*/ 4053340 w 6859500"/>
              <a:gd name="connsiteY16" fmla="*/ 6235893 h 6859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6859500" h="6859500">
                <a:moveTo>
                  <a:pt x="4053340" y="6235893"/>
                </a:moveTo>
                <a:lnTo>
                  <a:pt x="4053340" y="4053340"/>
                </a:lnTo>
                <a:lnTo>
                  <a:pt x="6235893" y="4053340"/>
                </a:lnTo>
                <a:cubicBezTo>
                  <a:pt x="6580293" y="4053340"/>
                  <a:pt x="6859501" y="3774132"/>
                  <a:pt x="6859501" y="3429731"/>
                </a:cubicBezTo>
                <a:cubicBezTo>
                  <a:pt x="6859501" y="3085330"/>
                  <a:pt x="6580332" y="2806123"/>
                  <a:pt x="6235893" y="2806123"/>
                </a:cubicBezTo>
                <a:lnTo>
                  <a:pt x="4053340" y="2806123"/>
                </a:lnTo>
                <a:lnTo>
                  <a:pt x="4053340" y="623608"/>
                </a:lnTo>
                <a:cubicBezTo>
                  <a:pt x="4053340" y="279208"/>
                  <a:pt x="3774171" y="0"/>
                  <a:pt x="3429731" y="0"/>
                </a:cubicBezTo>
                <a:cubicBezTo>
                  <a:pt x="3085330" y="0"/>
                  <a:pt x="2806123" y="279208"/>
                  <a:pt x="2806123" y="623608"/>
                </a:cubicBezTo>
                <a:lnTo>
                  <a:pt x="2806123" y="2806161"/>
                </a:lnTo>
                <a:lnTo>
                  <a:pt x="623608" y="2806161"/>
                </a:lnTo>
                <a:cubicBezTo>
                  <a:pt x="279208" y="2806161"/>
                  <a:pt x="0" y="3085369"/>
                  <a:pt x="0" y="3429731"/>
                </a:cubicBezTo>
                <a:cubicBezTo>
                  <a:pt x="0" y="3774132"/>
                  <a:pt x="279208" y="4053340"/>
                  <a:pt x="623608" y="4053340"/>
                </a:cubicBezTo>
                <a:lnTo>
                  <a:pt x="2806161" y="4053340"/>
                </a:lnTo>
                <a:lnTo>
                  <a:pt x="2806161" y="6235893"/>
                </a:lnTo>
                <a:cubicBezTo>
                  <a:pt x="2806161" y="6580293"/>
                  <a:pt x="3085369" y="6859501"/>
                  <a:pt x="3429770" y="6859501"/>
                </a:cubicBezTo>
                <a:cubicBezTo>
                  <a:pt x="3774171" y="6859501"/>
                  <a:pt x="4053340" y="6580293"/>
                  <a:pt x="4053340" y="6235893"/>
                </a:cubicBezTo>
                <a:close/>
              </a:path>
            </a:pathLst>
          </a:custGeom>
          <a:ln w="3848" cap="flat">
            <a:noFill/>
            <a:prstDash val="solid"/>
            <a:miter/>
          </a:ln>
          <a:effectLst>
            <a:glow rad="152400">
              <a:srgbClr val="000000">
                <a:alpha val="4000"/>
              </a:srgbClr>
            </a:glow>
            <a:outerShdw blurRad="101600" dist="38100" dir="16200000" rotWithShape="0">
              <a:srgbClr val="000000">
                <a:alpha val="5000"/>
              </a:srgbClr>
            </a:outerShdw>
          </a:effectLst>
        </p:spPr>
        <p:txBody>
          <a:bodyPr rtlCol="0" anchor="ctr"/>
          <a:lstStyle/>
          <a:p>
            <a:pPr rtl="0"/>
            <a:endParaRPr lang="sv-SE" noProof="0"/>
          </a:p>
        </p:txBody>
      </p:sp>
      <p:sp useBgFill="1">
        <p:nvSpPr>
          <p:cNvPr id="10" name="Ellips 9">
            <a:extLst>
              <a:ext uri="{FF2B5EF4-FFF2-40B4-BE49-F238E27FC236}">
                <a16:creationId xmlns:a16="http://schemas.microsoft.com/office/drawing/2014/main" id="{C3AFF211-012D-43E4-B59F-BAFA07FEE0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734076" y="1394142"/>
            <a:ext cx="261660" cy="261660"/>
          </a:xfrm>
          <a:prstGeom prst="ellipse">
            <a:avLst/>
          </a:prstGeom>
          <a:ln w="3848" cap="flat">
            <a:noFill/>
            <a:prstDash val="solid"/>
            <a:miter/>
          </a:ln>
          <a:effectLst>
            <a:glow rad="152400">
              <a:srgbClr val="000000">
                <a:alpha val="4000"/>
              </a:srgbClr>
            </a:glow>
            <a:outerShdw blurRad="101600" dist="38100" dir="16200000" rotWithShape="0">
              <a:srgbClr val="000000">
                <a:alpha val="5000"/>
              </a:srgbClr>
            </a:outerShdw>
          </a:effectLst>
        </p:spPr>
        <p:txBody>
          <a:bodyPr rtlCol="0" anchor="ctr"/>
          <a:lstStyle/>
          <a:p>
            <a:pPr rtl="0"/>
            <a:endParaRPr lang="sv-SE" noProof="0"/>
          </a:p>
        </p:txBody>
      </p:sp>
      <p:sp>
        <p:nvSpPr>
          <p:cNvPr id="11" name="Rubrik 1">
            <a:extLst>
              <a:ext uri="{FF2B5EF4-FFF2-40B4-BE49-F238E27FC236}">
                <a16:creationId xmlns:a16="http://schemas.microsoft.com/office/drawing/2014/main" id="{6525CA5D-5FF0-4FEA-A2FC-2239486D98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566490"/>
            <a:ext cx="11238347" cy="1502704"/>
          </a:xfrm>
        </p:spPr>
        <p:txBody>
          <a:bodyPr rtlCol="0" anchor="ctr">
            <a:normAutofit/>
          </a:bodyPr>
          <a:lstStyle/>
          <a:p>
            <a:pPr rtl="0"/>
            <a:r>
              <a:rPr lang="en-GB" noProof="0">
                <a:cs typeface="Segoe UI" panose="020B0502040204020203" pitchFamily="34" charset="0"/>
              </a:rPr>
              <a:t>Click to edit Master title style</a:t>
            </a:r>
            <a:endParaRPr lang="sv-SE" noProof="0">
              <a:cs typeface="Segoe UI" panose="020B0502040204020203" pitchFamily="34" charset="0"/>
            </a:endParaRP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A3976CE4-35AA-4B7D-B1D9-AFEC56F1F97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7201" y="2286000"/>
            <a:ext cx="5435600" cy="4005263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800" baseline="0"/>
            </a:lvl1pPr>
            <a:lvl2pPr marL="457200" indent="0">
              <a:lnSpc>
                <a:spcPct val="100000"/>
              </a:lnSpc>
              <a:spcBef>
                <a:spcPts val="1000"/>
              </a:spcBef>
              <a:buNone/>
              <a:defRPr/>
            </a:lvl2pPr>
            <a:lvl3pPr marL="914400" indent="0">
              <a:lnSpc>
                <a:spcPct val="100000"/>
              </a:lnSpc>
              <a:spcBef>
                <a:spcPts val="1000"/>
              </a:spcBef>
              <a:buNone/>
              <a:defRPr/>
            </a:lvl3pPr>
            <a:lvl4pPr marL="1371600" indent="0">
              <a:lnSpc>
                <a:spcPct val="100000"/>
              </a:lnSpc>
              <a:spcBef>
                <a:spcPts val="1000"/>
              </a:spcBef>
              <a:buNone/>
              <a:defRPr/>
            </a:lvl4pPr>
            <a:lvl5pPr marL="1828800" indent="0">
              <a:lnSpc>
                <a:spcPct val="100000"/>
              </a:lnSpc>
              <a:spcBef>
                <a:spcPts val="1000"/>
              </a:spcBef>
              <a:buNone/>
              <a:defRPr/>
            </a:lvl5pPr>
          </a:lstStyle>
          <a:p>
            <a:pPr lvl="0" rtl="0"/>
            <a:r>
              <a:rPr lang="sv-SE" noProof="0"/>
              <a:t>Objekt</a:t>
            </a:r>
          </a:p>
        </p:txBody>
      </p:sp>
      <p:sp>
        <p:nvSpPr>
          <p:cNvPr id="20" name="Platshållare för bild 18">
            <a:extLst>
              <a:ext uri="{FF2B5EF4-FFF2-40B4-BE49-F238E27FC236}">
                <a16:creationId xmlns:a16="http://schemas.microsoft.com/office/drawing/2014/main" id="{CA50A35E-7645-4F70-8ADA-229A6593E79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07125" y="2286000"/>
            <a:ext cx="5435600" cy="4038600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sv-SE" noProof="0"/>
              <a:t>Infoga fotot här</a:t>
            </a:r>
          </a:p>
        </p:txBody>
      </p:sp>
      <p:sp>
        <p:nvSpPr>
          <p:cNvPr id="15" name="Platshållare för datum 4">
            <a:extLst>
              <a:ext uri="{FF2B5EF4-FFF2-40B4-BE49-F238E27FC236}">
                <a16:creationId xmlns:a16="http://schemas.microsoft.com/office/drawing/2014/main" id="{0190A104-68BF-4430-B596-8DF4AAFD6BA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00800"/>
            <a:ext cx="2743200" cy="365125"/>
          </a:xfrm>
        </p:spPr>
        <p:txBody>
          <a:bodyPr rtlCol="0"/>
          <a:lstStyle/>
          <a:p>
            <a:pPr rtl="0"/>
            <a:r>
              <a:rPr lang="sv-SE" noProof="0"/>
              <a:t>2/2/20XX</a:t>
            </a:r>
          </a:p>
        </p:txBody>
      </p:sp>
      <p:sp>
        <p:nvSpPr>
          <p:cNvPr id="16" name="Platshållare för sidfot 5">
            <a:extLst>
              <a:ext uri="{FF2B5EF4-FFF2-40B4-BE49-F238E27FC236}">
                <a16:creationId xmlns:a16="http://schemas.microsoft.com/office/drawing/2014/main" id="{8CCC4275-F340-400B-8C07-11B2A7B22D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00800"/>
            <a:ext cx="4114800" cy="365125"/>
          </a:xfrm>
        </p:spPr>
        <p:txBody>
          <a:bodyPr rtlCol="0"/>
          <a:lstStyle>
            <a:lvl1pPr>
              <a:defRPr/>
            </a:lvl1pPr>
          </a:lstStyle>
          <a:p>
            <a:pPr rtl="0"/>
            <a:r>
              <a:rPr lang="sv-SE" noProof="0"/>
              <a:t>PRESENTATIONENS RUBRIK</a:t>
            </a:r>
          </a:p>
        </p:txBody>
      </p:sp>
      <p:sp>
        <p:nvSpPr>
          <p:cNvPr id="17" name="Platshållare för bildnummer 6">
            <a:extLst>
              <a:ext uri="{FF2B5EF4-FFF2-40B4-BE49-F238E27FC236}">
                <a16:creationId xmlns:a16="http://schemas.microsoft.com/office/drawing/2014/main" id="{9C38366E-8B47-475F-9F64-91C075E2F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00800"/>
            <a:ext cx="2743200" cy="365125"/>
          </a:xfrm>
        </p:spPr>
        <p:txBody>
          <a:bodyPr rtlCol="0"/>
          <a:lstStyle/>
          <a:p>
            <a:pPr rtl="0"/>
            <a:fld id="{DFA5D71E-5CDF-4C93-8A75-5B916FDC5BEA}" type="slidenum">
              <a:rPr lang="sv-SE" noProof="0" smtClean="0"/>
              <a:pPr rtl="0"/>
              <a:t>‹#›</a:t>
            </a:fld>
            <a:endParaRPr lang="sv-SE" noProof="0"/>
          </a:p>
        </p:txBody>
      </p:sp>
    </p:spTree>
    <p:extLst>
      <p:ext uri="{BB962C8B-B14F-4D97-AF65-F5344CB8AC3E}">
        <p14:creationId xmlns:p14="http://schemas.microsoft.com/office/powerpoint/2010/main" val="1230748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vsnittsbryt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brik 1">
            <a:extLst>
              <a:ext uri="{FF2B5EF4-FFF2-40B4-BE49-F238E27FC236}">
                <a16:creationId xmlns:a16="http://schemas.microsoft.com/office/drawing/2014/main" id="{DDDE94BA-93DF-4A00-A48C-185D23B2FF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30848" y="728905"/>
            <a:ext cx="5922952" cy="3184274"/>
          </a:xfrm>
        </p:spPr>
        <p:txBody>
          <a:bodyPr rtlCol="0" anchor="b">
            <a:normAutofit/>
          </a:bodyPr>
          <a:lstStyle/>
          <a:p>
            <a:pPr algn="l" rtl="0"/>
            <a:r>
              <a:rPr lang="en-GB" sz="5400" noProof="0"/>
              <a:t>Click to edit Master title style</a:t>
            </a:r>
            <a:endParaRPr lang="sv-SE" sz="5400" noProof="0"/>
          </a:p>
        </p:txBody>
      </p:sp>
      <p:sp>
        <p:nvSpPr>
          <p:cNvPr id="11" name="Underrubrik 2">
            <a:extLst>
              <a:ext uri="{FF2B5EF4-FFF2-40B4-BE49-F238E27FC236}">
                <a16:creationId xmlns:a16="http://schemas.microsoft.com/office/drawing/2014/main" id="{4DBB12C2-98A6-4E7C-8122-E2EE21BFC7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7967" y="4072044"/>
            <a:ext cx="5942079" cy="1495379"/>
          </a:xfrm>
        </p:spPr>
        <p:txBody>
          <a:bodyPr rtlCol="0"/>
          <a:lstStyle>
            <a:lvl1pPr marL="0" indent="0">
              <a:buClr>
                <a:schemeClr val="accent6"/>
              </a:buClr>
              <a:buNone/>
              <a:defRPr/>
            </a:lvl1pPr>
          </a:lstStyle>
          <a:p>
            <a:pPr algn="l" rtl="0"/>
            <a:r>
              <a:rPr lang="en-GB" noProof="0"/>
              <a:t>Click to edit Master subtitle style</a:t>
            </a:r>
            <a:endParaRPr lang="sv-SE" noProof="0"/>
          </a:p>
        </p:txBody>
      </p:sp>
      <p:sp>
        <p:nvSpPr>
          <p:cNvPr id="18" name="Platshållare för datum 10">
            <a:extLst>
              <a:ext uri="{FF2B5EF4-FFF2-40B4-BE49-F238E27FC236}">
                <a16:creationId xmlns:a16="http://schemas.microsoft.com/office/drawing/2014/main" id="{AC49D1E9-8FDA-48E9-88F2-80DF0F22B64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00800"/>
            <a:ext cx="2743200" cy="365125"/>
          </a:xfrm>
        </p:spPr>
        <p:txBody>
          <a:bodyPr rtlCol="0"/>
          <a:lstStyle/>
          <a:p>
            <a:pPr rtl="0"/>
            <a:r>
              <a:rPr lang="sv-SE" noProof="0"/>
              <a:t>2/2/20XX</a:t>
            </a:r>
          </a:p>
        </p:txBody>
      </p:sp>
      <p:sp>
        <p:nvSpPr>
          <p:cNvPr id="19" name="Platshållare för sidfot 11">
            <a:extLst>
              <a:ext uri="{FF2B5EF4-FFF2-40B4-BE49-F238E27FC236}">
                <a16:creationId xmlns:a16="http://schemas.microsoft.com/office/drawing/2014/main" id="{C4FC0EA3-7981-40EF-88D1-1AAF5E60F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00800"/>
            <a:ext cx="4114800" cy="365125"/>
          </a:xfrm>
        </p:spPr>
        <p:txBody>
          <a:bodyPr rtlCol="0"/>
          <a:lstStyle>
            <a:lvl1pPr>
              <a:defRPr/>
            </a:lvl1pPr>
          </a:lstStyle>
          <a:p>
            <a:pPr rtl="0"/>
            <a:r>
              <a:rPr lang="sv-SE" noProof="0"/>
              <a:t>PRESENTATIONENS RUBRIK</a:t>
            </a:r>
          </a:p>
        </p:txBody>
      </p:sp>
      <p:sp>
        <p:nvSpPr>
          <p:cNvPr id="20" name="Platshållare för bildnummer 12">
            <a:extLst>
              <a:ext uri="{FF2B5EF4-FFF2-40B4-BE49-F238E27FC236}">
                <a16:creationId xmlns:a16="http://schemas.microsoft.com/office/drawing/2014/main" id="{E6BA146E-DA8D-460D-962E-8D54A903DF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00800"/>
            <a:ext cx="2743200" cy="365125"/>
          </a:xfrm>
        </p:spPr>
        <p:txBody>
          <a:bodyPr rtlCol="0"/>
          <a:lstStyle/>
          <a:p>
            <a:pPr rtl="0"/>
            <a:fld id="{DFA5D71E-5CDF-4C93-8A75-5B916FDC5BEA}" type="slidenum">
              <a:rPr lang="sv-SE" noProof="0" smtClean="0"/>
              <a:pPr rtl="0"/>
              <a:t>‹#›</a:t>
            </a:fld>
            <a:endParaRPr lang="sv-SE" noProof="0"/>
          </a:p>
        </p:txBody>
      </p:sp>
      <p:sp>
        <p:nvSpPr>
          <p:cNvPr id="16" name="Platshållare för bild 15">
            <a:extLst>
              <a:ext uri="{FF2B5EF4-FFF2-40B4-BE49-F238E27FC236}">
                <a16:creationId xmlns:a16="http://schemas.microsoft.com/office/drawing/2014/main" id="{3D93F340-CFEF-4E87-A7A5-E9177B914DB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9450" y="574675"/>
            <a:ext cx="4311650" cy="2820988"/>
          </a:xfrm>
          <a:custGeom>
            <a:avLst/>
            <a:gdLst>
              <a:gd name="connsiteX0" fmla="*/ 337233 w 4311650"/>
              <a:gd name="connsiteY0" fmla="*/ 0 h 2820988"/>
              <a:gd name="connsiteX1" fmla="*/ 1035594 w 4311650"/>
              <a:gd name="connsiteY1" fmla="*/ 0 h 2820988"/>
              <a:gd name="connsiteX2" fmla="*/ 1035443 w 4311650"/>
              <a:gd name="connsiteY2" fmla="*/ 749 h 2820988"/>
              <a:gd name="connsiteX3" fmla="*/ 1209844 w 4311650"/>
              <a:gd name="connsiteY3" fmla="*/ 175150 h 2820988"/>
              <a:gd name="connsiteX4" fmla="*/ 1384245 w 4311650"/>
              <a:gd name="connsiteY4" fmla="*/ 749 h 2820988"/>
              <a:gd name="connsiteX5" fmla="*/ 1384094 w 4311650"/>
              <a:gd name="connsiteY5" fmla="*/ 0 h 2820988"/>
              <a:gd name="connsiteX6" fmla="*/ 4311650 w 4311650"/>
              <a:gd name="connsiteY6" fmla="*/ 0 h 2820988"/>
              <a:gd name="connsiteX7" fmla="*/ 4311650 w 4311650"/>
              <a:gd name="connsiteY7" fmla="*/ 2820988 h 2820988"/>
              <a:gd name="connsiteX8" fmla="*/ 0 w 4311650"/>
              <a:gd name="connsiteY8" fmla="*/ 2820988 h 2820988"/>
              <a:gd name="connsiteX9" fmla="*/ 0 w 4311650"/>
              <a:gd name="connsiteY9" fmla="*/ 337233 h 2820988"/>
              <a:gd name="connsiteX10" fmla="*/ 100372 w 4311650"/>
              <a:gd name="connsiteY10" fmla="*/ 236861 h 2820988"/>
              <a:gd name="connsiteX11" fmla="*/ 328865 w 4311650"/>
              <a:gd name="connsiteY11" fmla="*/ 465355 h 2820988"/>
              <a:gd name="connsiteX12" fmla="*/ 459438 w 4311650"/>
              <a:gd name="connsiteY12" fmla="*/ 465355 h 2820988"/>
              <a:gd name="connsiteX13" fmla="*/ 459438 w 4311650"/>
              <a:gd name="connsiteY13" fmla="*/ 334783 h 2820988"/>
              <a:gd name="connsiteX14" fmla="*/ 230944 w 4311650"/>
              <a:gd name="connsiteY14" fmla="*/ 106289 h 28209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4311650" h="2820988">
                <a:moveTo>
                  <a:pt x="337233" y="0"/>
                </a:moveTo>
                <a:lnTo>
                  <a:pt x="1035594" y="0"/>
                </a:lnTo>
                <a:lnTo>
                  <a:pt x="1035443" y="749"/>
                </a:lnTo>
                <a:cubicBezTo>
                  <a:pt x="1035443" y="97068"/>
                  <a:pt x="1113525" y="175150"/>
                  <a:pt x="1209844" y="175150"/>
                </a:cubicBezTo>
                <a:cubicBezTo>
                  <a:pt x="1306163" y="175150"/>
                  <a:pt x="1384245" y="97068"/>
                  <a:pt x="1384245" y="749"/>
                </a:cubicBezTo>
                <a:lnTo>
                  <a:pt x="1384094" y="0"/>
                </a:lnTo>
                <a:lnTo>
                  <a:pt x="4311650" y="0"/>
                </a:lnTo>
                <a:lnTo>
                  <a:pt x="4311650" y="2820988"/>
                </a:lnTo>
                <a:lnTo>
                  <a:pt x="0" y="2820988"/>
                </a:lnTo>
                <a:lnTo>
                  <a:pt x="0" y="337233"/>
                </a:lnTo>
                <a:lnTo>
                  <a:pt x="100372" y="236861"/>
                </a:lnTo>
                <a:lnTo>
                  <a:pt x="328865" y="465355"/>
                </a:lnTo>
                <a:cubicBezTo>
                  <a:pt x="364921" y="501411"/>
                  <a:pt x="423382" y="501411"/>
                  <a:pt x="459438" y="465355"/>
                </a:cubicBezTo>
                <a:cubicBezTo>
                  <a:pt x="495494" y="429299"/>
                  <a:pt x="495498" y="370842"/>
                  <a:pt x="459438" y="334783"/>
                </a:cubicBezTo>
                <a:lnTo>
                  <a:pt x="230944" y="106289"/>
                </a:lnTo>
                <a:close/>
              </a:path>
            </a:pathLst>
          </a:custGeom>
        </p:spPr>
        <p:txBody>
          <a:bodyPr wrap="square" rtlCol="0">
            <a:no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sv-SE" noProof="0"/>
              <a:t>Infoga fotot här</a:t>
            </a:r>
          </a:p>
        </p:txBody>
      </p:sp>
      <p:sp>
        <p:nvSpPr>
          <p:cNvPr id="26" name="Platshållare för bild 23">
            <a:extLst>
              <a:ext uri="{FF2B5EF4-FFF2-40B4-BE49-F238E27FC236}">
                <a16:creationId xmlns:a16="http://schemas.microsoft.com/office/drawing/2014/main" id="{CE34FBF6-A149-4B42-B3B9-271F169AFFA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79450" y="3487738"/>
            <a:ext cx="4311650" cy="2833687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sv-SE" noProof="0"/>
              <a:t>Infoga fotot här</a:t>
            </a:r>
          </a:p>
        </p:txBody>
      </p:sp>
      <p:grpSp>
        <p:nvGrpSpPr>
          <p:cNvPr id="17" name="Grupp 16">
            <a:extLst>
              <a:ext uri="{FF2B5EF4-FFF2-40B4-BE49-F238E27FC236}">
                <a16:creationId xmlns:a16="http://schemas.microsoft.com/office/drawing/2014/main" id="{7CDB6B12-76FD-4280-86DE-B351366A1B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265908" y="173174"/>
            <a:ext cx="1797787" cy="1668695"/>
            <a:chOff x="265908" y="173174"/>
            <a:chExt cx="1797787" cy="1668695"/>
          </a:xfrm>
        </p:grpSpPr>
        <p:sp useBgFill="1">
          <p:nvSpPr>
            <p:cNvPr id="21" name="Bild 10">
              <a:extLst>
                <a:ext uri="{FF2B5EF4-FFF2-40B4-BE49-F238E27FC236}">
                  <a16:creationId xmlns:a16="http://schemas.microsoft.com/office/drawing/2014/main" id="{0DCFA73E-0BBC-4BDD-A0D3-396BC9C659B0}"/>
                </a:ext>
              </a:extLst>
            </p:cNvPr>
            <p:cNvSpPr/>
            <p:nvPr/>
          </p:nvSpPr>
          <p:spPr>
            <a:xfrm rot="2700000">
              <a:off x="272028" y="173174"/>
              <a:ext cx="1015587" cy="1015587"/>
            </a:xfrm>
            <a:custGeom>
              <a:avLst/>
              <a:gdLst>
                <a:gd name="connsiteX0" fmla="*/ 4053340 w 6859500"/>
                <a:gd name="connsiteY0" fmla="*/ 6235893 h 6859500"/>
                <a:gd name="connsiteX1" fmla="*/ 4053340 w 6859500"/>
                <a:gd name="connsiteY1" fmla="*/ 4053340 h 6859500"/>
                <a:gd name="connsiteX2" fmla="*/ 6235893 w 6859500"/>
                <a:gd name="connsiteY2" fmla="*/ 4053340 h 6859500"/>
                <a:gd name="connsiteX3" fmla="*/ 6859501 w 6859500"/>
                <a:gd name="connsiteY3" fmla="*/ 3429731 h 6859500"/>
                <a:gd name="connsiteX4" fmla="*/ 6235893 w 6859500"/>
                <a:gd name="connsiteY4" fmla="*/ 2806123 h 6859500"/>
                <a:gd name="connsiteX5" fmla="*/ 4053340 w 6859500"/>
                <a:gd name="connsiteY5" fmla="*/ 2806123 h 6859500"/>
                <a:gd name="connsiteX6" fmla="*/ 4053340 w 6859500"/>
                <a:gd name="connsiteY6" fmla="*/ 623608 h 6859500"/>
                <a:gd name="connsiteX7" fmla="*/ 3429731 w 6859500"/>
                <a:gd name="connsiteY7" fmla="*/ 0 h 6859500"/>
                <a:gd name="connsiteX8" fmla="*/ 2806123 w 6859500"/>
                <a:gd name="connsiteY8" fmla="*/ 623608 h 6859500"/>
                <a:gd name="connsiteX9" fmla="*/ 2806123 w 6859500"/>
                <a:gd name="connsiteY9" fmla="*/ 2806161 h 6859500"/>
                <a:gd name="connsiteX10" fmla="*/ 623608 w 6859500"/>
                <a:gd name="connsiteY10" fmla="*/ 2806161 h 6859500"/>
                <a:gd name="connsiteX11" fmla="*/ 0 w 6859500"/>
                <a:gd name="connsiteY11" fmla="*/ 3429731 h 6859500"/>
                <a:gd name="connsiteX12" fmla="*/ 623608 w 6859500"/>
                <a:gd name="connsiteY12" fmla="*/ 4053340 h 6859500"/>
                <a:gd name="connsiteX13" fmla="*/ 2806161 w 6859500"/>
                <a:gd name="connsiteY13" fmla="*/ 4053340 h 6859500"/>
                <a:gd name="connsiteX14" fmla="*/ 2806161 w 6859500"/>
                <a:gd name="connsiteY14" fmla="*/ 6235893 h 6859500"/>
                <a:gd name="connsiteX15" fmla="*/ 3429770 w 6859500"/>
                <a:gd name="connsiteY15" fmla="*/ 6859501 h 6859500"/>
                <a:gd name="connsiteX16" fmla="*/ 4053340 w 6859500"/>
                <a:gd name="connsiteY16" fmla="*/ 6235893 h 6859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859500" h="6859500">
                  <a:moveTo>
                    <a:pt x="4053340" y="6235893"/>
                  </a:moveTo>
                  <a:lnTo>
                    <a:pt x="4053340" y="4053340"/>
                  </a:lnTo>
                  <a:lnTo>
                    <a:pt x="6235893" y="4053340"/>
                  </a:lnTo>
                  <a:cubicBezTo>
                    <a:pt x="6580293" y="4053340"/>
                    <a:pt x="6859501" y="3774132"/>
                    <a:pt x="6859501" y="3429731"/>
                  </a:cubicBezTo>
                  <a:cubicBezTo>
                    <a:pt x="6859501" y="3085330"/>
                    <a:pt x="6580332" y="2806123"/>
                    <a:pt x="6235893" y="2806123"/>
                  </a:cubicBezTo>
                  <a:lnTo>
                    <a:pt x="4053340" y="2806123"/>
                  </a:lnTo>
                  <a:lnTo>
                    <a:pt x="4053340" y="623608"/>
                  </a:lnTo>
                  <a:cubicBezTo>
                    <a:pt x="4053340" y="279208"/>
                    <a:pt x="3774171" y="0"/>
                    <a:pt x="3429731" y="0"/>
                  </a:cubicBezTo>
                  <a:cubicBezTo>
                    <a:pt x="3085330" y="0"/>
                    <a:pt x="2806123" y="279208"/>
                    <a:pt x="2806123" y="623608"/>
                  </a:cubicBezTo>
                  <a:lnTo>
                    <a:pt x="2806123" y="2806161"/>
                  </a:lnTo>
                  <a:lnTo>
                    <a:pt x="623608" y="2806161"/>
                  </a:lnTo>
                  <a:cubicBezTo>
                    <a:pt x="279208" y="2806161"/>
                    <a:pt x="0" y="3085369"/>
                    <a:pt x="0" y="3429731"/>
                  </a:cubicBezTo>
                  <a:cubicBezTo>
                    <a:pt x="0" y="3774132"/>
                    <a:pt x="279208" y="4053340"/>
                    <a:pt x="623608" y="4053340"/>
                  </a:cubicBezTo>
                  <a:lnTo>
                    <a:pt x="2806161" y="4053340"/>
                  </a:lnTo>
                  <a:lnTo>
                    <a:pt x="2806161" y="6235893"/>
                  </a:lnTo>
                  <a:cubicBezTo>
                    <a:pt x="2806161" y="6580293"/>
                    <a:pt x="3085369" y="6859501"/>
                    <a:pt x="3429770" y="6859501"/>
                  </a:cubicBezTo>
                  <a:cubicBezTo>
                    <a:pt x="3774171" y="6859501"/>
                    <a:pt x="4053340" y="6580293"/>
                    <a:pt x="4053340" y="6235893"/>
                  </a:cubicBezTo>
                  <a:close/>
                </a:path>
              </a:pathLst>
            </a:custGeom>
            <a:ln w="3848" cap="flat">
              <a:noFill/>
              <a:prstDash val="solid"/>
              <a:miter/>
            </a:ln>
            <a:effectLst>
              <a:glow rad="152400">
                <a:srgbClr val="000000">
                  <a:alpha val="4000"/>
                </a:srgbClr>
              </a:glow>
              <a:outerShdw blurRad="101600" dist="38100" dir="16200000" rotWithShape="0">
                <a:srgbClr val="000000">
                  <a:alpha val="5000"/>
                </a:srgbClr>
              </a:outerShdw>
            </a:effectLst>
          </p:spPr>
          <p:txBody>
            <a:bodyPr rtlCol="0" anchor="ctr"/>
            <a:lstStyle/>
            <a:p>
              <a:pPr rtl="0"/>
              <a:endParaRPr lang="sv-SE" noProof="0"/>
            </a:p>
          </p:txBody>
        </p:sp>
        <p:sp useBgFill="1">
          <p:nvSpPr>
            <p:cNvPr id="22" name="Ellips 21">
              <a:extLst>
                <a:ext uri="{FF2B5EF4-FFF2-40B4-BE49-F238E27FC236}">
                  <a16:creationId xmlns:a16="http://schemas.microsoft.com/office/drawing/2014/main" id="{CA1CA5DB-AEE4-4355-8599-F7BD50C85C79}"/>
                </a:ext>
              </a:extLst>
            </p:cNvPr>
            <p:cNvSpPr/>
            <p:nvPr/>
          </p:nvSpPr>
          <p:spPr>
            <a:xfrm rot="10800000">
              <a:off x="265908" y="1557961"/>
              <a:ext cx="283908" cy="283908"/>
            </a:xfrm>
            <a:prstGeom prst="ellipse">
              <a:avLst/>
            </a:prstGeom>
            <a:ln w="3848" cap="flat">
              <a:noFill/>
              <a:prstDash val="solid"/>
              <a:miter/>
            </a:ln>
            <a:effectLst>
              <a:glow rad="152400">
                <a:srgbClr val="000000">
                  <a:alpha val="4000"/>
                </a:srgbClr>
              </a:glow>
              <a:outerShdw blurRad="101600" dist="38100" dir="16200000" rotWithShape="0">
                <a:srgbClr val="000000">
                  <a:alpha val="5000"/>
                </a:srgbClr>
              </a:outerShdw>
            </a:effectLst>
          </p:spPr>
          <p:txBody>
            <a:bodyPr rtlCol="0" anchor="ctr"/>
            <a:lstStyle/>
            <a:p>
              <a:pPr rtl="0"/>
              <a:endParaRPr lang="sv-SE" noProof="0"/>
            </a:p>
          </p:txBody>
        </p:sp>
        <p:sp useBgFill="1">
          <p:nvSpPr>
            <p:cNvPr id="23" name="Ellips 22">
              <a:extLst>
                <a:ext uri="{FF2B5EF4-FFF2-40B4-BE49-F238E27FC236}">
                  <a16:creationId xmlns:a16="http://schemas.microsoft.com/office/drawing/2014/main" id="{2005B60E-16D1-4A97-8788-9718DAF6AA95}"/>
                </a:ext>
              </a:extLst>
            </p:cNvPr>
            <p:cNvSpPr/>
            <p:nvPr/>
          </p:nvSpPr>
          <p:spPr>
            <a:xfrm rot="10800000">
              <a:off x="1714894" y="401024"/>
              <a:ext cx="348801" cy="348801"/>
            </a:xfrm>
            <a:prstGeom prst="ellipse">
              <a:avLst/>
            </a:prstGeom>
            <a:ln w="3848" cap="flat">
              <a:noFill/>
              <a:prstDash val="solid"/>
              <a:miter/>
            </a:ln>
            <a:effectLst>
              <a:glow rad="152400">
                <a:srgbClr val="000000">
                  <a:alpha val="4000"/>
                </a:srgbClr>
              </a:glow>
              <a:outerShdw blurRad="101600" dist="38100" dir="16200000" rotWithShape="0">
                <a:srgbClr val="000000">
                  <a:alpha val="5000"/>
                </a:srgbClr>
              </a:outerShdw>
            </a:effectLst>
          </p:spPr>
          <p:txBody>
            <a:bodyPr rtlCol="0" anchor="ctr"/>
            <a:lstStyle/>
            <a:p>
              <a:pPr rtl="0"/>
              <a:endParaRPr lang="sv-SE" noProof="0"/>
            </a:p>
          </p:txBody>
        </p:sp>
      </p:grpSp>
    </p:spTree>
    <p:extLst>
      <p:ext uri="{BB962C8B-B14F-4D97-AF65-F5344CB8AC3E}">
        <p14:creationId xmlns:p14="http://schemas.microsoft.com/office/powerpoint/2010/main" val="15426712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ubrik 1">
            <a:extLst>
              <a:ext uri="{FF2B5EF4-FFF2-40B4-BE49-F238E27FC236}">
                <a16:creationId xmlns:a16="http://schemas.microsoft.com/office/drawing/2014/main" id="{FFE2DC9A-7C93-4FE3-B388-FB7A243D94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352" y="566127"/>
            <a:ext cx="10531448" cy="1386498"/>
          </a:xfrm>
        </p:spPr>
        <p:txBody>
          <a:bodyPr rtlCol="0" anchor="ctr">
            <a:normAutofit/>
          </a:bodyPr>
          <a:lstStyle>
            <a:lvl1pPr algn="ctr">
              <a:defRPr/>
            </a:lvl1pPr>
          </a:lstStyle>
          <a:p>
            <a:pPr algn="ctr" rtl="0"/>
            <a:r>
              <a:rPr lang="en-GB" noProof="0">
                <a:latin typeface="Aller" panose="020B0603020203020204" pitchFamily="34" charset="0"/>
                <a:cs typeface="Segoe UI" panose="020B0502040204020203" pitchFamily="34" charset="0"/>
              </a:rPr>
              <a:t>Click to edit Master title style</a:t>
            </a:r>
            <a:endParaRPr lang="sv-SE" noProof="0">
              <a:latin typeface="Aller" panose="020B0603020203020204" pitchFamily="34" charset="0"/>
              <a:cs typeface="Segoe UI" panose="020B0502040204020203" pitchFamily="34" charset="0"/>
            </a:endParaRPr>
          </a:p>
        </p:txBody>
      </p:sp>
      <p:grpSp>
        <p:nvGrpSpPr>
          <p:cNvPr id="13" name="Grupp 12">
            <a:extLst>
              <a:ext uri="{FF2B5EF4-FFF2-40B4-BE49-F238E27FC236}">
                <a16:creationId xmlns:a16="http://schemas.microsoft.com/office/drawing/2014/main" id="{128A406E-B859-428A-BEC7-33F294F0F7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969500" y="206142"/>
            <a:ext cx="2102143" cy="1530997"/>
            <a:chOff x="9969500" y="206142"/>
            <a:chExt cx="2102143" cy="1530997"/>
          </a:xfrm>
        </p:grpSpPr>
        <p:sp useBgFill="1">
          <p:nvSpPr>
            <p:cNvPr id="14" name="Bild 10">
              <a:extLst>
                <a:ext uri="{FF2B5EF4-FFF2-40B4-BE49-F238E27FC236}">
                  <a16:creationId xmlns:a16="http://schemas.microsoft.com/office/drawing/2014/main" id="{3B215ABC-BA07-4988-85DE-DE8F4BC0E073}"/>
                </a:ext>
              </a:extLst>
            </p:cNvPr>
            <p:cNvSpPr/>
            <p:nvPr/>
          </p:nvSpPr>
          <p:spPr>
            <a:xfrm rot="2700000">
              <a:off x="11146356" y="206142"/>
              <a:ext cx="925287" cy="925287"/>
            </a:xfrm>
            <a:custGeom>
              <a:avLst/>
              <a:gdLst>
                <a:gd name="connsiteX0" fmla="*/ 4053340 w 6859500"/>
                <a:gd name="connsiteY0" fmla="*/ 6235893 h 6859500"/>
                <a:gd name="connsiteX1" fmla="*/ 4053340 w 6859500"/>
                <a:gd name="connsiteY1" fmla="*/ 4053340 h 6859500"/>
                <a:gd name="connsiteX2" fmla="*/ 6235893 w 6859500"/>
                <a:gd name="connsiteY2" fmla="*/ 4053340 h 6859500"/>
                <a:gd name="connsiteX3" fmla="*/ 6859501 w 6859500"/>
                <a:gd name="connsiteY3" fmla="*/ 3429731 h 6859500"/>
                <a:gd name="connsiteX4" fmla="*/ 6235893 w 6859500"/>
                <a:gd name="connsiteY4" fmla="*/ 2806123 h 6859500"/>
                <a:gd name="connsiteX5" fmla="*/ 4053340 w 6859500"/>
                <a:gd name="connsiteY5" fmla="*/ 2806123 h 6859500"/>
                <a:gd name="connsiteX6" fmla="*/ 4053340 w 6859500"/>
                <a:gd name="connsiteY6" fmla="*/ 623608 h 6859500"/>
                <a:gd name="connsiteX7" fmla="*/ 3429731 w 6859500"/>
                <a:gd name="connsiteY7" fmla="*/ 0 h 6859500"/>
                <a:gd name="connsiteX8" fmla="*/ 2806123 w 6859500"/>
                <a:gd name="connsiteY8" fmla="*/ 623608 h 6859500"/>
                <a:gd name="connsiteX9" fmla="*/ 2806123 w 6859500"/>
                <a:gd name="connsiteY9" fmla="*/ 2806161 h 6859500"/>
                <a:gd name="connsiteX10" fmla="*/ 623608 w 6859500"/>
                <a:gd name="connsiteY10" fmla="*/ 2806161 h 6859500"/>
                <a:gd name="connsiteX11" fmla="*/ 0 w 6859500"/>
                <a:gd name="connsiteY11" fmla="*/ 3429731 h 6859500"/>
                <a:gd name="connsiteX12" fmla="*/ 623608 w 6859500"/>
                <a:gd name="connsiteY12" fmla="*/ 4053340 h 6859500"/>
                <a:gd name="connsiteX13" fmla="*/ 2806161 w 6859500"/>
                <a:gd name="connsiteY13" fmla="*/ 4053340 h 6859500"/>
                <a:gd name="connsiteX14" fmla="*/ 2806161 w 6859500"/>
                <a:gd name="connsiteY14" fmla="*/ 6235893 h 6859500"/>
                <a:gd name="connsiteX15" fmla="*/ 3429770 w 6859500"/>
                <a:gd name="connsiteY15" fmla="*/ 6859501 h 6859500"/>
                <a:gd name="connsiteX16" fmla="*/ 4053340 w 6859500"/>
                <a:gd name="connsiteY16" fmla="*/ 6235893 h 6859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859500" h="6859500">
                  <a:moveTo>
                    <a:pt x="4053340" y="6235893"/>
                  </a:moveTo>
                  <a:lnTo>
                    <a:pt x="4053340" y="4053340"/>
                  </a:lnTo>
                  <a:lnTo>
                    <a:pt x="6235893" y="4053340"/>
                  </a:lnTo>
                  <a:cubicBezTo>
                    <a:pt x="6580293" y="4053340"/>
                    <a:pt x="6859501" y="3774132"/>
                    <a:pt x="6859501" y="3429731"/>
                  </a:cubicBezTo>
                  <a:cubicBezTo>
                    <a:pt x="6859501" y="3085330"/>
                    <a:pt x="6580332" y="2806123"/>
                    <a:pt x="6235893" y="2806123"/>
                  </a:cubicBezTo>
                  <a:lnTo>
                    <a:pt x="4053340" y="2806123"/>
                  </a:lnTo>
                  <a:lnTo>
                    <a:pt x="4053340" y="623608"/>
                  </a:lnTo>
                  <a:cubicBezTo>
                    <a:pt x="4053340" y="279208"/>
                    <a:pt x="3774171" y="0"/>
                    <a:pt x="3429731" y="0"/>
                  </a:cubicBezTo>
                  <a:cubicBezTo>
                    <a:pt x="3085330" y="0"/>
                    <a:pt x="2806123" y="279208"/>
                    <a:pt x="2806123" y="623608"/>
                  </a:cubicBezTo>
                  <a:lnTo>
                    <a:pt x="2806123" y="2806161"/>
                  </a:lnTo>
                  <a:lnTo>
                    <a:pt x="623608" y="2806161"/>
                  </a:lnTo>
                  <a:cubicBezTo>
                    <a:pt x="279208" y="2806161"/>
                    <a:pt x="0" y="3085369"/>
                    <a:pt x="0" y="3429731"/>
                  </a:cubicBezTo>
                  <a:cubicBezTo>
                    <a:pt x="0" y="3774132"/>
                    <a:pt x="279208" y="4053340"/>
                    <a:pt x="623608" y="4053340"/>
                  </a:cubicBezTo>
                  <a:lnTo>
                    <a:pt x="2806161" y="4053340"/>
                  </a:lnTo>
                  <a:lnTo>
                    <a:pt x="2806161" y="6235893"/>
                  </a:lnTo>
                  <a:cubicBezTo>
                    <a:pt x="2806161" y="6580293"/>
                    <a:pt x="3085369" y="6859501"/>
                    <a:pt x="3429770" y="6859501"/>
                  </a:cubicBezTo>
                  <a:cubicBezTo>
                    <a:pt x="3774171" y="6859501"/>
                    <a:pt x="4053340" y="6580293"/>
                    <a:pt x="4053340" y="6235893"/>
                  </a:cubicBezTo>
                  <a:close/>
                </a:path>
              </a:pathLst>
            </a:custGeom>
            <a:ln w="3848" cap="flat">
              <a:noFill/>
              <a:prstDash val="solid"/>
              <a:miter/>
            </a:ln>
            <a:effectLst>
              <a:glow rad="152400">
                <a:srgbClr val="000000">
                  <a:alpha val="4000"/>
                </a:srgbClr>
              </a:glow>
              <a:outerShdw blurRad="101600" dist="38100" dir="16200000" rotWithShape="0">
                <a:srgbClr val="000000">
                  <a:alpha val="5000"/>
                </a:srgbClr>
              </a:outerShdw>
            </a:effectLst>
          </p:spPr>
          <p:txBody>
            <a:bodyPr rtlCol="0" anchor="ctr"/>
            <a:lstStyle/>
            <a:p>
              <a:pPr rtl="0"/>
              <a:endParaRPr lang="sv-SE" noProof="0"/>
            </a:p>
          </p:txBody>
        </p:sp>
        <p:sp useBgFill="1">
          <p:nvSpPr>
            <p:cNvPr id="15" name="Ellips 14">
              <a:extLst>
                <a:ext uri="{FF2B5EF4-FFF2-40B4-BE49-F238E27FC236}">
                  <a16:creationId xmlns:a16="http://schemas.microsoft.com/office/drawing/2014/main" id="{D909885A-5D3C-4D71-A937-69B3D935C302}"/>
                </a:ext>
              </a:extLst>
            </p:cNvPr>
            <p:cNvSpPr/>
            <p:nvPr/>
          </p:nvSpPr>
          <p:spPr>
            <a:xfrm rot="10800000">
              <a:off x="10972800" y="1475479"/>
              <a:ext cx="261660" cy="261660"/>
            </a:xfrm>
            <a:prstGeom prst="ellipse">
              <a:avLst/>
            </a:prstGeom>
            <a:ln w="3848" cap="flat">
              <a:noFill/>
              <a:prstDash val="solid"/>
              <a:miter/>
            </a:ln>
            <a:effectLst>
              <a:glow rad="152400">
                <a:srgbClr val="000000">
                  <a:alpha val="4000"/>
                </a:srgbClr>
              </a:glow>
              <a:outerShdw blurRad="101600" dist="38100" dir="16200000" rotWithShape="0">
                <a:srgbClr val="000000">
                  <a:alpha val="5000"/>
                </a:srgbClr>
              </a:outerShdw>
            </a:effectLst>
          </p:spPr>
          <p:txBody>
            <a:bodyPr rtlCol="0" anchor="ctr"/>
            <a:lstStyle/>
            <a:p>
              <a:pPr rtl="0"/>
              <a:endParaRPr lang="sv-SE" noProof="0"/>
            </a:p>
          </p:txBody>
        </p:sp>
        <p:sp useBgFill="1">
          <p:nvSpPr>
            <p:cNvPr id="16" name="Ellips 15">
              <a:extLst>
                <a:ext uri="{FF2B5EF4-FFF2-40B4-BE49-F238E27FC236}">
                  <a16:creationId xmlns:a16="http://schemas.microsoft.com/office/drawing/2014/main" id="{1C2CCEA3-5FBC-4911-BC8F-47522E1C7A48}"/>
                </a:ext>
              </a:extLst>
            </p:cNvPr>
            <p:cNvSpPr/>
            <p:nvPr/>
          </p:nvSpPr>
          <p:spPr>
            <a:xfrm rot="10800000">
              <a:off x="9969500" y="380388"/>
              <a:ext cx="642322" cy="642322"/>
            </a:xfrm>
            <a:prstGeom prst="ellipse">
              <a:avLst/>
            </a:prstGeom>
            <a:ln w="3848" cap="flat">
              <a:noFill/>
              <a:prstDash val="solid"/>
              <a:miter/>
            </a:ln>
            <a:effectLst>
              <a:glow rad="152400">
                <a:srgbClr val="000000">
                  <a:alpha val="4000"/>
                </a:srgbClr>
              </a:glow>
              <a:outerShdw blurRad="101600" dist="38100" dir="16200000" rotWithShape="0">
                <a:srgbClr val="000000">
                  <a:alpha val="5000"/>
                </a:srgbClr>
              </a:outerShdw>
            </a:effectLst>
          </p:spPr>
          <p:txBody>
            <a:bodyPr rtlCol="0" anchor="ctr"/>
            <a:lstStyle/>
            <a:p>
              <a:pPr rtl="0"/>
              <a:endParaRPr lang="sv-SE" noProof="0"/>
            </a:p>
          </p:txBody>
        </p:sp>
      </p:grpSp>
      <p:sp>
        <p:nvSpPr>
          <p:cNvPr id="18" name="Platshållare för datum 2">
            <a:extLst>
              <a:ext uri="{FF2B5EF4-FFF2-40B4-BE49-F238E27FC236}">
                <a16:creationId xmlns:a16="http://schemas.microsoft.com/office/drawing/2014/main" id="{CEBDC8E3-DB7D-444D-B9B6-36628B962F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00800"/>
            <a:ext cx="2743200" cy="365125"/>
          </a:xfrm>
        </p:spPr>
        <p:txBody>
          <a:bodyPr rtlCol="0"/>
          <a:lstStyle/>
          <a:p>
            <a:pPr rtl="0"/>
            <a:r>
              <a:rPr lang="sv-SE" noProof="0"/>
              <a:t>2/2/20XX</a:t>
            </a:r>
          </a:p>
        </p:txBody>
      </p:sp>
      <p:sp>
        <p:nvSpPr>
          <p:cNvPr id="19" name="Platshållare för sidfot 5">
            <a:extLst>
              <a:ext uri="{FF2B5EF4-FFF2-40B4-BE49-F238E27FC236}">
                <a16:creationId xmlns:a16="http://schemas.microsoft.com/office/drawing/2014/main" id="{04CF7828-4D00-4A80-A2C2-488A6CBE1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00800"/>
            <a:ext cx="4114800" cy="365125"/>
          </a:xfrm>
        </p:spPr>
        <p:txBody>
          <a:bodyPr rtlCol="0"/>
          <a:lstStyle>
            <a:lvl1pPr>
              <a:defRPr/>
            </a:lvl1pPr>
          </a:lstStyle>
          <a:p>
            <a:pPr rtl="0"/>
            <a:r>
              <a:rPr lang="sv-SE" noProof="0"/>
              <a:t>PRESENTATIONENS RUBRIK</a:t>
            </a:r>
          </a:p>
        </p:txBody>
      </p:sp>
      <p:sp>
        <p:nvSpPr>
          <p:cNvPr id="20" name="Platshållare för bildnummer 6">
            <a:extLst>
              <a:ext uri="{FF2B5EF4-FFF2-40B4-BE49-F238E27FC236}">
                <a16:creationId xmlns:a16="http://schemas.microsoft.com/office/drawing/2014/main" id="{1A7427F8-39B8-4BCB-8133-43D6D1ABA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00800"/>
            <a:ext cx="2743200" cy="365125"/>
          </a:xfrm>
        </p:spPr>
        <p:txBody>
          <a:bodyPr rtlCol="0"/>
          <a:lstStyle/>
          <a:p>
            <a:pPr rtl="0"/>
            <a:fld id="{DFA5D71E-5CDF-4C93-8A75-5B916FDC5BEA}" type="slidenum">
              <a:rPr lang="sv-SE" noProof="0" smtClean="0"/>
              <a:pPr rtl="0"/>
              <a:t>‹#›</a:t>
            </a:fld>
            <a:endParaRPr lang="sv-SE" noProof="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E2EEF69E-6727-40D9-9752-CE0768FA079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35088" y="1952625"/>
            <a:ext cx="9521825" cy="4049713"/>
          </a:xfrm>
        </p:spPr>
        <p:txBody>
          <a:bodyPr rtlCol="0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sv-SE" noProof="0"/>
              <a:t>Innehåll</a:t>
            </a:r>
          </a:p>
        </p:txBody>
      </p:sp>
    </p:spTree>
    <p:extLst>
      <p:ext uri="{BB962C8B-B14F-4D97-AF65-F5344CB8AC3E}">
        <p14:creationId xmlns:p14="http://schemas.microsoft.com/office/powerpoint/2010/main" val="11420331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ubrik 1">
            <a:extLst>
              <a:ext uri="{FF2B5EF4-FFF2-40B4-BE49-F238E27FC236}">
                <a16:creationId xmlns:a16="http://schemas.microsoft.com/office/drawing/2014/main" id="{6693AFB7-EE11-42A5-A443-CEE872841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352" y="566127"/>
            <a:ext cx="10531448" cy="1386498"/>
          </a:xfrm>
        </p:spPr>
        <p:txBody>
          <a:bodyPr rtlCol="0" anchor="ctr">
            <a:normAutofit/>
          </a:bodyPr>
          <a:lstStyle>
            <a:lvl1pPr algn="ctr">
              <a:defRPr/>
            </a:lvl1pPr>
          </a:lstStyle>
          <a:p>
            <a:pPr algn="ctr" rtl="0"/>
            <a:r>
              <a:rPr lang="en-GB" noProof="0">
                <a:latin typeface="Aller" panose="020B0603020203020204" pitchFamily="34" charset="0"/>
                <a:cs typeface="Segoe UI" panose="020B0502040204020203" pitchFamily="34" charset="0"/>
              </a:rPr>
              <a:t>Click to edit Master title style</a:t>
            </a:r>
            <a:endParaRPr lang="sv-SE" noProof="0">
              <a:latin typeface="Aller" panose="020B0603020203020204" pitchFamily="34" charset="0"/>
              <a:cs typeface="Segoe UI" panose="020B0502040204020203" pitchFamily="34" charset="0"/>
            </a:endParaRPr>
          </a:p>
        </p:txBody>
      </p:sp>
      <p:grpSp>
        <p:nvGrpSpPr>
          <p:cNvPr id="7" name="Grupp 6">
            <a:extLst>
              <a:ext uri="{FF2B5EF4-FFF2-40B4-BE49-F238E27FC236}">
                <a16:creationId xmlns:a16="http://schemas.microsoft.com/office/drawing/2014/main" id="{24365C1B-8502-4C76-A183-977A616810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969500" y="206142"/>
            <a:ext cx="2102143" cy="1530997"/>
            <a:chOff x="9969500" y="206142"/>
            <a:chExt cx="2102143" cy="1530997"/>
          </a:xfrm>
        </p:grpSpPr>
        <p:sp useBgFill="1">
          <p:nvSpPr>
            <p:cNvPr id="8" name="Bild 10">
              <a:extLst>
                <a:ext uri="{FF2B5EF4-FFF2-40B4-BE49-F238E27FC236}">
                  <a16:creationId xmlns:a16="http://schemas.microsoft.com/office/drawing/2014/main" id="{8B301D95-DC48-420E-A7BA-A8B0209F7CC6}"/>
                </a:ext>
              </a:extLst>
            </p:cNvPr>
            <p:cNvSpPr/>
            <p:nvPr/>
          </p:nvSpPr>
          <p:spPr>
            <a:xfrm rot="2700000">
              <a:off x="11146356" y="206142"/>
              <a:ext cx="925287" cy="925287"/>
            </a:xfrm>
            <a:custGeom>
              <a:avLst/>
              <a:gdLst>
                <a:gd name="connsiteX0" fmla="*/ 4053340 w 6859500"/>
                <a:gd name="connsiteY0" fmla="*/ 6235893 h 6859500"/>
                <a:gd name="connsiteX1" fmla="*/ 4053340 w 6859500"/>
                <a:gd name="connsiteY1" fmla="*/ 4053340 h 6859500"/>
                <a:gd name="connsiteX2" fmla="*/ 6235893 w 6859500"/>
                <a:gd name="connsiteY2" fmla="*/ 4053340 h 6859500"/>
                <a:gd name="connsiteX3" fmla="*/ 6859501 w 6859500"/>
                <a:gd name="connsiteY3" fmla="*/ 3429731 h 6859500"/>
                <a:gd name="connsiteX4" fmla="*/ 6235893 w 6859500"/>
                <a:gd name="connsiteY4" fmla="*/ 2806123 h 6859500"/>
                <a:gd name="connsiteX5" fmla="*/ 4053340 w 6859500"/>
                <a:gd name="connsiteY5" fmla="*/ 2806123 h 6859500"/>
                <a:gd name="connsiteX6" fmla="*/ 4053340 w 6859500"/>
                <a:gd name="connsiteY6" fmla="*/ 623608 h 6859500"/>
                <a:gd name="connsiteX7" fmla="*/ 3429731 w 6859500"/>
                <a:gd name="connsiteY7" fmla="*/ 0 h 6859500"/>
                <a:gd name="connsiteX8" fmla="*/ 2806123 w 6859500"/>
                <a:gd name="connsiteY8" fmla="*/ 623608 h 6859500"/>
                <a:gd name="connsiteX9" fmla="*/ 2806123 w 6859500"/>
                <a:gd name="connsiteY9" fmla="*/ 2806161 h 6859500"/>
                <a:gd name="connsiteX10" fmla="*/ 623608 w 6859500"/>
                <a:gd name="connsiteY10" fmla="*/ 2806161 h 6859500"/>
                <a:gd name="connsiteX11" fmla="*/ 0 w 6859500"/>
                <a:gd name="connsiteY11" fmla="*/ 3429731 h 6859500"/>
                <a:gd name="connsiteX12" fmla="*/ 623608 w 6859500"/>
                <a:gd name="connsiteY12" fmla="*/ 4053340 h 6859500"/>
                <a:gd name="connsiteX13" fmla="*/ 2806161 w 6859500"/>
                <a:gd name="connsiteY13" fmla="*/ 4053340 h 6859500"/>
                <a:gd name="connsiteX14" fmla="*/ 2806161 w 6859500"/>
                <a:gd name="connsiteY14" fmla="*/ 6235893 h 6859500"/>
                <a:gd name="connsiteX15" fmla="*/ 3429770 w 6859500"/>
                <a:gd name="connsiteY15" fmla="*/ 6859501 h 6859500"/>
                <a:gd name="connsiteX16" fmla="*/ 4053340 w 6859500"/>
                <a:gd name="connsiteY16" fmla="*/ 6235893 h 6859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859500" h="6859500">
                  <a:moveTo>
                    <a:pt x="4053340" y="6235893"/>
                  </a:moveTo>
                  <a:lnTo>
                    <a:pt x="4053340" y="4053340"/>
                  </a:lnTo>
                  <a:lnTo>
                    <a:pt x="6235893" y="4053340"/>
                  </a:lnTo>
                  <a:cubicBezTo>
                    <a:pt x="6580293" y="4053340"/>
                    <a:pt x="6859501" y="3774132"/>
                    <a:pt x="6859501" y="3429731"/>
                  </a:cubicBezTo>
                  <a:cubicBezTo>
                    <a:pt x="6859501" y="3085330"/>
                    <a:pt x="6580332" y="2806123"/>
                    <a:pt x="6235893" y="2806123"/>
                  </a:cubicBezTo>
                  <a:lnTo>
                    <a:pt x="4053340" y="2806123"/>
                  </a:lnTo>
                  <a:lnTo>
                    <a:pt x="4053340" y="623608"/>
                  </a:lnTo>
                  <a:cubicBezTo>
                    <a:pt x="4053340" y="279208"/>
                    <a:pt x="3774171" y="0"/>
                    <a:pt x="3429731" y="0"/>
                  </a:cubicBezTo>
                  <a:cubicBezTo>
                    <a:pt x="3085330" y="0"/>
                    <a:pt x="2806123" y="279208"/>
                    <a:pt x="2806123" y="623608"/>
                  </a:cubicBezTo>
                  <a:lnTo>
                    <a:pt x="2806123" y="2806161"/>
                  </a:lnTo>
                  <a:lnTo>
                    <a:pt x="623608" y="2806161"/>
                  </a:lnTo>
                  <a:cubicBezTo>
                    <a:pt x="279208" y="2806161"/>
                    <a:pt x="0" y="3085369"/>
                    <a:pt x="0" y="3429731"/>
                  </a:cubicBezTo>
                  <a:cubicBezTo>
                    <a:pt x="0" y="3774132"/>
                    <a:pt x="279208" y="4053340"/>
                    <a:pt x="623608" y="4053340"/>
                  </a:cubicBezTo>
                  <a:lnTo>
                    <a:pt x="2806161" y="4053340"/>
                  </a:lnTo>
                  <a:lnTo>
                    <a:pt x="2806161" y="6235893"/>
                  </a:lnTo>
                  <a:cubicBezTo>
                    <a:pt x="2806161" y="6580293"/>
                    <a:pt x="3085369" y="6859501"/>
                    <a:pt x="3429770" y="6859501"/>
                  </a:cubicBezTo>
                  <a:cubicBezTo>
                    <a:pt x="3774171" y="6859501"/>
                    <a:pt x="4053340" y="6580293"/>
                    <a:pt x="4053340" y="6235893"/>
                  </a:cubicBezTo>
                  <a:close/>
                </a:path>
              </a:pathLst>
            </a:custGeom>
            <a:ln w="3848" cap="flat">
              <a:noFill/>
              <a:prstDash val="solid"/>
              <a:miter/>
            </a:ln>
            <a:effectLst>
              <a:glow rad="152400">
                <a:srgbClr val="000000">
                  <a:alpha val="4000"/>
                </a:srgbClr>
              </a:glow>
              <a:outerShdw blurRad="101600" dist="38100" dir="16200000" rotWithShape="0">
                <a:srgbClr val="000000">
                  <a:alpha val="5000"/>
                </a:srgbClr>
              </a:outerShdw>
            </a:effectLst>
          </p:spPr>
          <p:txBody>
            <a:bodyPr rtlCol="0" anchor="ctr"/>
            <a:lstStyle/>
            <a:p>
              <a:pPr rtl="0"/>
              <a:endParaRPr lang="sv-SE" noProof="0"/>
            </a:p>
          </p:txBody>
        </p:sp>
        <p:sp useBgFill="1">
          <p:nvSpPr>
            <p:cNvPr id="9" name="Ellips 8">
              <a:extLst>
                <a:ext uri="{FF2B5EF4-FFF2-40B4-BE49-F238E27FC236}">
                  <a16:creationId xmlns:a16="http://schemas.microsoft.com/office/drawing/2014/main" id="{4437A3E9-B343-4F63-8EB3-E20E196ADA6F}"/>
                </a:ext>
              </a:extLst>
            </p:cNvPr>
            <p:cNvSpPr/>
            <p:nvPr/>
          </p:nvSpPr>
          <p:spPr>
            <a:xfrm rot="10800000">
              <a:off x="10972800" y="1475479"/>
              <a:ext cx="261660" cy="261660"/>
            </a:xfrm>
            <a:prstGeom prst="ellipse">
              <a:avLst/>
            </a:prstGeom>
            <a:ln w="3848" cap="flat">
              <a:noFill/>
              <a:prstDash val="solid"/>
              <a:miter/>
            </a:ln>
            <a:effectLst>
              <a:glow rad="152400">
                <a:srgbClr val="000000">
                  <a:alpha val="4000"/>
                </a:srgbClr>
              </a:glow>
              <a:outerShdw blurRad="101600" dist="38100" dir="16200000" rotWithShape="0">
                <a:srgbClr val="000000">
                  <a:alpha val="5000"/>
                </a:srgbClr>
              </a:outerShdw>
            </a:effectLst>
          </p:spPr>
          <p:txBody>
            <a:bodyPr rtlCol="0" anchor="ctr"/>
            <a:lstStyle/>
            <a:p>
              <a:pPr rtl="0"/>
              <a:endParaRPr lang="sv-SE" noProof="0"/>
            </a:p>
          </p:txBody>
        </p:sp>
        <p:sp useBgFill="1">
          <p:nvSpPr>
            <p:cNvPr id="10" name="Ellips 9">
              <a:extLst>
                <a:ext uri="{FF2B5EF4-FFF2-40B4-BE49-F238E27FC236}">
                  <a16:creationId xmlns:a16="http://schemas.microsoft.com/office/drawing/2014/main" id="{1CE068AC-F212-42BF-A1F0-707A57D7DE65}"/>
                </a:ext>
              </a:extLst>
            </p:cNvPr>
            <p:cNvSpPr/>
            <p:nvPr/>
          </p:nvSpPr>
          <p:spPr>
            <a:xfrm rot="10800000">
              <a:off x="9969500" y="380388"/>
              <a:ext cx="642322" cy="642322"/>
            </a:xfrm>
            <a:prstGeom prst="ellipse">
              <a:avLst/>
            </a:prstGeom>
            <a:ln w="3848" cap="flat">
              <a:noFill/>
              <a:prstDash val="solid"/>
              <a:miter/>
            </a:ln>
            <a:effectLst>
              <a:glow rad="152400">
                <a:srgbClr val="000000">
                  <a:alpha val="4000"/>
                </a:srgbClr>
              </a:glow>
              <a:outerShdw blurRad="101600" dist="38100" dir="16200000" rotWithShape="0">
                <a:srgbClr val="000000">
                  <a:alpha val="5000"/>
                </a:srgbClr>
              </a:outerShdw>
            </a:effectLst>
          </p:spPr>
          <p:txBody>
            <a:bodyPr rtlCol="0" anchor="ctr"/>
            <a:lstStyle/>
            <a:p>
              <a:pPr rtl="0"/>
              <a:endParaRPr lang="sv-SE" noProof="0"/>
            </a:p>
          </p:txBody>
        </p:sp>
      </p:grpSp>
      <p:sp>
        <p:nvSpPr>
          <p:cNvPr id="11" name="Platshållare för datum 2">
            <a:extLst>
              <a:ext uri="{FF2B5EF4-FFF2-40B4-BE49-F238E27FC236}">
                <a16:creationId xmlns:a16="http://schemas.microsoft.com/office/drawing/2014/main" id="{0538589D-580E-49A3-9B5F-41A31152C4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00800"/>
            <a:ext cx="2743200" cy="365125"/>
          </a:xfrm>
        </p:spPr>
        <p:txBody>
          <a:bodyPr rtlCol="0"/>
          <a:lstStyle/>
          <a:p>
            <a:pPr rtl="0"/>
            <a:r>
              <a:rPr lang="sv-SE" noProof="0"/>
              <a:t>2/2/20XX</a:t>
            </a:r>
          </a:p>
        </p:txBody>
      </p:sp>
      <p:sp>
        <p:nvSpPr>
          <p:cNvPr id="12" name="Platshållare för sidfot 5">
            <a:extLst>
              <a:ext uri="{FF2B5EF4-FFF2-40B4-BE49-F238E27FC236}">
                <a16:creationId xmlns:a16="http://schemas.microsoft.com/office/drawing/2014/main" id="{9AFEC8BE-6E4C-4E48-A75A-8F63DDB25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00800"/>
            <a:ext cx="4114800" cy="365125"/>
          </a:xfrm>
        </p:spPr>
        <p:txBody>
          <a:bodyPr rtlCol="0"/>
          <a:lstStyle>
            <a:lvl1pPr>
              <a:defRPr/>
            </a:lvl1pPr>
          </a:lstStyle>
          <a:p>
            <a:pPr rtl="0"/>
            <a:r>
              <a:rPr lang="sv-SE" noProof="0"/>
              <a:t>PRESENTATIONENS RUBRIK</a:t>
            </a:r>
          </a:p>
        </p:txBody>
      </p:sp>
      <p:sp>
        <p:nvSpPr>
          <p:cNvPr id="13" name="Platshållare för bildnummer 6">
            <a:extLst>
              <a:ext uri="{FF2B5EF4-FFF2-40B4-BE49-F238E27FC236}">
                <a16:creationId xmlns:a16="http://schemas.microsoft.com/office/drawing/2014/main" id="{3CE8A72A-AC7D-4CE3-9724-0A703AEEB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00800"/>
            <a:ext cx="2743200" cy="365125"/>
          </a:xfrm>
        </p:spPr>
        <p:txBody>
          <a:bodyPr rtlCol="0"/>
          <a:lstStyle/>
          <a:p>
            <a:pPr rtl="0"/>
            <a:fld id="{DFA5D71E-5CDF-4C93-8A75-5B916FDC5BEA}" type="slidenum">
              <a:rPr lang="sv-SE" noProof="0" smtClean="0"/>
              <a:pPr rtl="0"/>
              <a:t>‹#›</a:t>
            </a:fld>
            <a:endParaRPr lang="sv-SE" noProof="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8450B9E2-00B0-4447-A8A1-C344DC673C6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762125" y="2362200"/>
            <a:ext cx="8639175" cy="3314700"/>
          </a:xfrm>
        </p:spPr>
        <p:txBody>
          <a:bodyPr rtlCol="0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 rtl="0"/>
            <a:r>
              <a:rPr lang="sv-SE" noProof="0"/>
              <a:t>Innehåll</a:t>
            </a:r>
          </a:p>
        </p:txBody>
      </p:sp>
    </p:spTree>
    <p:extLst>
      <p:ext uri="{BB962C8B-B14F-4D97-AF65-F5344CB8AC3E}">
        <p14:creationId xmlns:p14="http://schemas.microsoft.com/office/powerpoint/2010/main" val="24433699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tshållare för bild 14">
            <a:extLst>
              <a:ext uri="{FF2B5EF4-FFF2-40B4-BE49-F238E27FC236}">
                <a16:creationId xmlns:a16="http://schemas.microsoft.com/office/drawing/2014/main" id="{D4A9F27B-681F-4AFD-B774-93B4D7E7C4A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42925" y="0"/>
            <a:ext cx="11106150" cy="6303588"/>
          </a:xfrm>
          <a:custGeom>
            <a:avLst/>
            <a:gdLst>
              <a:gd name="connsiteX0" fmla="*/ 0 w 11106150"/>
              <a:gd name="connsiteY0" fmla="*/ 0 h 6303588"/>
              <a:gd name="connsiteX1" fmla="*/ 11106150 w 11106150"/>
              <a:gd name="connsiteY1" fmla="*/ 0 h 6303588"/>
              <a:gd name="connsiteX2" fmla="*/ 11106150 w 11106150"/>
              <a:gd name="connsiteY2" fmla="*/ 5562639 h 6303588"/>
              <a:gd name="connsiteX3" fmla="*/ 11105955 w 11106150"/>
              <a:gd name="connsiteY3" fmla="*/ 5562599 h 6303588"/>
              <a:gd name="connsiteX4" fmla="*/ 10938762 w 11106150"/>
              <a:gd name="connsiteY4" fmla="*/ 5729792 h 6303588"/>
              <a:gd name="connsiteX5" fmla="*/ 11105955 w 11106150"/>
              <a:gd name="connsiteY5" fmla="*/ 5896985 h 6303588"/>
              <a:gd name="connsiteX6" fmla="*/ 11106150 w 11106150"/>
              <a:gd name="connsiteY6" fmla="*/ 5896946 h 6303588"/>
              <a:gd name="connsiteX7" fmla="*/ 11106150 w 11106150"/>
              <a:gd name="connsiteY7" fmla="*/ 6303588 h 6303588"/>
              <a:gd name="connsiteX8" fmla="*/ 0 w 11106150"/>
              <a:gd name="connsiteY8" fmla="*/ 6303588 h 6303588"/>
              <a:gd name="connsiteX9" fmla="*/ 0 w 11106150"/>
              <a:gd name="connsiteY9" fmla="*/ 1178324 h 6303588"/>
              <a:gd name="connsiteX10" fmla="*/ 195 w 11106150"/>
              <a:gd name="connsiteY10" fmla="*/ 1178130 h 6303588"/>
              <a:gd name="connsiteX11" fmla="*/ 194290 w 11106150"/>
              <a:gd name="connsiteY11" fmla="*/ 1372225 h 6303588"/>
              <a:gd name="connsiteX12" fmla="*/ 305205 w 11106150"/>
              <a:gd name="connsiteY12" fmla="*/ 1372225 h 6303588"/>
              <a:gd name="connsiteX13" fmla="*/ 305205 w 11106150"/>
              <a:gd name="connsiteY13" fmla="*/ 1261310 h 6303588"/>
              <a:gd name="connsiteX14" fmla="*/ 111110 w 11106150"/>
              <a:gd name="connsiteY14" fmla="*/ 1067214 h 6303588"/>
              <a:gd name="connsiteX15" fmla="*/ 305202 w 11106150"/>
              <a:gd name="connsiteY15" fmla="*/ 873123 h 6303588"/>
              <a:gd name="connsiteX16" fmla="*/ 305202 w 11106150"/>
              <a:gd name="connsiteY16" fmla="*/ 762207 h 6303588"/>
              <a:gd name="connsiteX17" fmla="*/ 194286 w 11106150"/>
              <a:gd name="connsiteY17" fmla="*/ 762207 h 6303588"/>
              <a:gd name="connsiteX18" fmla="*/ 191 w 11106150"/>
              <a:gd name="connsiteY18" fmla="*/ 956302 h 6303588"/>
              <a:gd name="connsiteX19" fmla="*/ 0 w 11106150"/>
              <a:gd name="connsiteY19" fmla="*/ 956111 h 63035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1106150" h="6303588">
                <a:moveTo>
                  <a:pt x="0" y="0"/>
                </a:moveTo>
                <a:lnTo>
                  <a:pt x="11106150" y="0"/>
                </a:lnTo>
                <a:lnTo>
                  <a:pt x="11106150" y="5562639"/>
                </a:lnTo>
                <a:lnTo>
                  <a:pt x="11105955" y="5562599"/>
                </a:lnTo>
                <a:cubicBezTo>
                  <a:pt x="11013617" y="5562599"/>
                  <a:pt x="10938762" y="5637454"/>
                  <a:pt x="10938762" y="5729792"/>
                </a:cubicBezTo>
                <a:cubicBezTo>
                  <a:pt x="10938762" y="5822130"/>
                  <a:pt x="11013617" y="5896985"/>
                  <a:pt x="11105955" y="5896985"/>
                </a:cubicBezTo>
                <a:lnTo>
                  <a:pt x="11106150" y="5896946"/>
                </a:lnTo>
                <a:lnTo>
                  <a:pt x="11106150" y="6303588"/>
                </a:lnTo>
                <a:lnTo>
                  <a:pt x="0" y="6303588"/>
                </a:lnTo>
                <a:lnTo>
                  <a:pt x="0" y="1178324"/>
                </a:lnTo>
                <a:lnTo>
                  <a:pt x="195" y="1178130"/>
                </a:lnTo>
                <a:lnTo>
                  <a:pt x="194290" y="1372225"/>
                </a:lnTo>
                <a:cubicBezTo>
                  <a:pt x="224917" y="1402853"/>
                  <a:pt x="274577" y="1402853"/>
                  <a:pt x="305205" y="1372225"/>
                </a:cubicBezTo>
                <a:cubicBezTo>
                  <a:pt x="335833" y="1341597"/>
                  <a:pt x="335836" y="1291941"/>
                  <a:pt x="305205" y="1261310"/>
                </a:cubicBezTo>
                <a:lnTo>
                  <a:pt x="111110" y="1067214"/>
                </a:lnTo>
                <a:lnTo>
                  <a:pt x="305202" y="873123"/>
                </a:lnTo>
                <a:cubicBezTo>
                  <a:pt x="335830" y="842495"/>
                  <a:pt x="335833" y="792838"/>
                  <a:pt x="305202" y="762207"/>
                </a:cubicBezTo>
                <a:cubicBezTo>
                  <a:pt x="274574" y="731580"/>
                  <a:pt x="224914" y="731580"/>
                  <a:pt x="194286" y="762207"/>
                </a:cubicBezTo>
                <a:lnTo>
                  <a:pt x="191" y="956302"/>
                </a:lnTo>
                <a:lnTo>
                  <a:pt x="0" y="956111"/>
                </a:lnTo>
                <a:close/>
              </a:path>
            </a:pathLst>
          </a:custGeom>
        </p:spPr>
        <p:txBody>
          <a:bodyPr wrap="square" rtlCol="0">
            <a:no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sv-SE" noProof="0"/>
              <a:t>Infoga fotot här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C5CF2BD1-012F-4FC1-8150-5ABFB71D80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09675" y="1188084"/>
            <a:ext cx="4886325" cy="3353435"/>
          </a:xfrm>
        </p:spPr>
        <p:txBody>
          <a:bodyPr rtlCol="0" anchor="t"/>
          <a:lstStyle>
            <a:lvl1pPr>
              <a:lnSpc>
                <a:spcPct val="110000"/>
              </a:lnSpc>
              <a:spcBef>
                <a:spcPts val="1000"/>
              </a:spcBef>
              <a:defRPr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r>
              <a:rPr lang="sv-SE" noProof="0"/>
              <a:t>Klicka för att infoga rubrik</a:t>
            </a:r>
          </a:p>
        </p:txBody>
      </p:sp>
      <p:sp>
        <p:nvSpPr>
          <p:cNvPr id="19" name="Platshållare för text 17">
            <a:extLst>
              <a:ext uri="{FF2B5EF4-FFF2-40B4-BE49-F238E27FC236}">
                <a16:creationId xmlns:a16="http://schemas.microsoft.com/office/drawing/2014/main" id="{CA5CDEBD-7143-4A5E-8992-1CC22CCB7DA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09675" y="4744720"/>
            <a:ext cx="4886325" cy="802640"/>
          </a:xfrm>
        </p:spPr>
        <p:txBody>
          <a:bodyPr rtlCol="0">
            <a:normAutofit/>
          </a:bodyPr>
          <a:lstStyle>
            <a:lvl1pPr marL="0" indent="0">
              <a:buNone/>
              <a:defRPr sz="28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lvl="0" rtl="0"/>
            <a:r>
              <a:rPr lang="sv-SE" noProof="0"/>
              <a:t>Klicka för att infoga underrubrik</a:t>
            </a:r>
          </a:p>
        </p:txBody>
      </p:sp>
      <p:sp>
        <p:nvSpPr>
          <p:cNvPr id="11" name="Platshållare för datum 4">
            <a:extLst>
              <a:ext uri="{FF2B5EF4-FFF2-40B4-BE49-F238E27FC236}">
                <a16:creationId xmlns:a16="http://schemas.microsoft.com/office/drawing/2014/main" id="{3310B848-1DD7-4FAE-9A29-A903AB28D51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00800"/>
            <a:ext cx="2743200" cy="365125"/>
          </a:xfrm>
        </p:spPr>
        <p:txBody>
          <a:bodyPr rtlCol="0"/>
          <a:lstStyle/>
          <a:p>
            <a:pPr rtl="0"/>
            <a:r>
              <a:rPr lang="sv-SE" noProof="0"/>
              <a:t>2/2/20XX</a:t>
            </a:r>
          </a:p>
        </p:txBody>
      </p:sp>
      <p:sp>
        <p:nvSpPr>
          <p:cNvPr id="12" name="Platshållare för sidfot 10">
            <a:extLst>
              <a:ext uri="{FF2B5EF4-FFF2-40B4-BE49-F238E27FC236}">
                <a16:creationId xmlns:a16="http://schemas.microsoft.com/office/drawing/2014/main" id="{C4EABCE6-B9A0-4478-8470-10FE3275E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00800"/>
            <a:ext cx="4114800" cy="365125"/>
          </a:xfrm>
        </p:spPr>
        <p:txBody>
          <a:bodyPr rtlCol="0"/>
          <a:lstStyle>
            <a:lvl1pPr>
              <a:defRPr/>
            </a:lvl1pPr>
          </a:lstStyle>
          <a:p>
            <a:pPr rtl="0"/>
            <a:r>
              <a:rPr lang="sv-SE" noProof="0"/>
              <a:t>PRESENTATIONENS RUBRIK</a:t>
            </a:r>
          </a:p>
        </p:txBody>
      </p:sp>
      <p:sp>
        <p:nvSpPr>
          <p:cNvPr id="13" name="Platshållare för bildnummer 11">
            <a:extLst>
              <a:ext uri="{FF2B5EF4-FFF2-40B4-BE49-F238E27FC236}">
                <a16:creationId xmlns:a16="http://schemas.microsoft.com/office/drawing/2014/main" id="{7BC00746-548B-44E3-BCF4-D999C0384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00800"/>
            <a:ext cx="2743200" cy="365125"/>
          </a:xfrm>
        </p:spPr>
        <p:txBody>
          <a:bodyPr rtlCol="0"/>
          <a:lstStyle/>
          <a:p>
            <a:pPr rtl="0"/>
            <a:fld id="{DFA5D71E-5CDF-4C93-8A75-5B916FDC5BEA}" type="slidenum">
              <a:rPr lang="sv-SE" noProof="0" smtClean="0"/>
              <a:pPr rtl="0"/>
              <a:t>‹#›</a:t>
            </a:fld>
            <a:endParaRPr lang="sv-SE" noProof="0"/>
          </a:p>
        </p:txBody>
      </p:sp>
      <p:grpSp>
        <p:nvGrpSpPr>
          <p:cNvPr id="17" name="Grupp 16">
            <a:extLst>
              <a:ext uri="{FF2B5EF4-FFF2-40B4-BE49-F238E27FC236}">
                <a16:creationId xmlns:a16="http://schemas.microsoft.com/office/drawing/2014/main" id="{0C47AB42-9344-4388-8186-987D011AC2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1772" y="635870"/>
            <a:ext cx="11704301" cy="5261115"/>
            <a:chOff x="111772" y="635870"/>
            <a:chExt cx="11704301" cy="5261115"/>
          </a:xfrm>
        </p:grpSpPr>
        <p:sp useBgFill="1">
          <p:nvSpPr>
            <p:cNvPr id="18" name="Bild 10">
              <a:extLst>
                <a:ext uri="{FF2B5EF4-FFF2-40B4-BE49-F238E27FC236}">
                  <a16:creationId xmlns:a16="http://schemas.microsoft.com/office/drawing/2014/main" id="{AF670C5B-6404-41AC-9E4B-7079704AD98F}"/>
                </a:ext>
              </a:extLst>
            </p:cNvPr>
            <p:cNvSpPr/>
            <p:nvPr/>
          </p:nvSpPr>
          <p:spPr>
            <a:xfrm rot="2700000">
              <a:off x="111772" y="635870"/>
              <a:ext cx="862695" cy="862695"/>
            </a:xfrm>
            <a:custGeom>
              <a:avLst/>
              <a:gdLst>
                <a:gd name="connsiteX0" fmla="*/ 4053340 w 6859500"/>
                <a:gd name="connsiteY0" fmla="*/ 6235893 h 6859500"/>
                <a:gd name="connsiteX1" fmla="*/ 4053340 w 6859500"/>
                <a:gd name="connsiteY1" fmla="*/ 4053340 h 6859500"/>
                <a:gd name="connsiteX2" fmla="*/ 6235893 w 6859500"/>
                <a:gd name="connsiteY2" fmla="*/ 4053340 h 6859500"/>
                <a:gd name="connsiteX3" fmla="*/ 6859501 w 6859500"/>
                <a:gd name="connsiteY3" fmla="*/ 3429731 h 6859500"/>
                <a:gd name="connsiteX4" fmla="*/ 6235893 w 6859500"/>
                <a:gd name="connsiteY4" fmla="*/ 2806123 h 6859500"/>
                <a:gd name="connsiteX5" fmla="*/ 4053340 w 6859500"/>
                <a:gd name="connsiteY5" fmla="*/ 2806123 h 6859500"/>
                <a:gd name="connsiteX6" fmla="*/ 4053340 w 6859500"/>
                <a:gd name="connsiteY6" fmla="*/ 623608 h 6859500"/>
                <a:gd name="connsiteX7" fmla="*/ 3429731 w 6859500"/>
                <a:gd name="connsiteY7" fmla="*/ 0 h 6859500"/>
                <a:gd name="connsiteX8" fmla="*/ 2806123 w 6859500"/>
                <a:gd name="connsiteY8" fmla="*/ 623608 h 6859500"/>
                <a:gd name="connsiteX9" fmla="*/ 2806123 w 6859500"/>
                <a:gd name="connsiteY9" fmla="*/ 2806161 h 6859500"/>
                <a:gd name="connsiteX10" fmla="*/ 623608 w 6859500"/>
                <a:gd name="connsiteY10" fmla="*/ 2806161 h 6859500"/>
                <a:gd name="connsiteX11" fmla="*/ 0 w 6859500"/>
                <a:gd name="connsiteY11" fmla="*/ 3429731 h 6859500"/>
                <a:gd name="connsiteX12" fmla="*/ 623608 w 6859500"/>
                <a:gd name="connsiteY12" fmla="*/ 4053340 h 6859500"/>
                <a:gd name="connsiteX13" fmla="*/ 2806161 w 6859500"/>
                <a:gd name="connsiteY13" fmla="*/ 4053340 h 6859500"/>
                <a:gd name="connsiteX14" fmla="*/ 2806161 w 6859500"/>
                <a:gd name="connsiteY14" fmla="*/ 6235893 h 6859500"/>
                <a:gd name="connsiteX15" fmla="*/ 3429770 w 6859500"/>
                <a:gd name="connsiteY15" fmla="*/ 6859501 h 6859500"/>
                <a:gd name="connsiteX16" fmla="*/ 4053340 w 6859500"/>
                <a:gd name="connsiteY16" fmla="*/ 6235893 h 6859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859500" h="6859500">
                  <a:moveTo>
                    <a:pt x="4053340" y="6235893"/>
                  </a:moveTo>
                  <a:lnTo>
                    <a:pt x="4053340" y="4053340"/>
                  </a:lnTo>
                  <a:lnTo>
                    <a:pt x="6235893" y="4053340"/>
                  </a:lnTo>
                  <a:cubicBezTo>
                    <a:pt x="6580293" y="4053340"/>
                    <a:pt x="6859501" y="3774132"/>
                    <a:pt x="6859501" y="3429731"/>
                  </a:cubicBezTo>
                  <a:cubicBezTo>
                    <a:pt x="6859501" y="3085330"/>
                    <a:pt x="6580332" y="2806123"/>
                    <a:pt x="6235893" y="2806123"/>
                  </a:cubicBezTo>
                  <a:lnTo>
                    <a:pt x="4053340" y="2806123"/>
                  </a:lnTo>
                  <a:lnTo>
                    <a:pt x="4053340" y="623608"/>
                  </a:lnTo>
                  <a:cubicBezTo>
                    <a:pt x="4053340" y="279208"/>
                    <a:pt x="3774171" y="0"/>
                    <a:pt x="3429731" y="0"/>
                  </a:cubicBezTo>
                  <a:cubicBezTo>
                    <a:pt x="3085330" y="0"/>
                    <a:pt x="2806123" y="279208"/>
                    <a:pt x="2806123" y="623608"/>
                  </a:cubicBezTo>
                  <a:lnTo>
                    <a:pt x="2806123" y="2806161"/>
                  </a:lnTo>
                  <a:lnTo>
                    <a:pt x="623608" y="2806161"/>
                  </a:lnTo>
                  <a:cubicBezTo>
                    <a:pt x="279208" y="2806161"/>
                    <a:pt x="0" y="3085369"/>
                    <a:pt x="0" y="3429731"/>
                  </a:cubicBezTo>
                  <a:cubicBezTo>
                    <a:pt x="0" y="3774132"/>
                    <a:pt x="279208" y="4053340"/>
                    <a:pt x="623608" y="4053340"/>
                  </a:cubicBezTo>
                  <a:lnTo>
                    <a:pt x="2806161" y="4053340"/>
                  </a:lnTo>
                  <a:lnTo>
                    <a:pt x="2806161" y="6235893"/>
                  </a:lnTo>
                  <a:cubicBezTo>
                    <a:pt x="2806161" y="6580293"/>
                    <a:pt x="3085369" y="6859501"/>
                    <a:pt x="3429770" y="6859501"/>
                  </a:cubicBezTo>
                  <a:cubicBezTo>
                    <a:pt x="3774171" y="6859501"/>
                    <a:pt x="4053340" y="6580293"/>
                    <a:pt x="4053340" y="6235893"/>
                  </a:cubicBezTo>
                  <a:close/>
                </a:path>
              </a:pathLst>
            </a:custGeom>
            <a:ln w="3848" cap="flat">
              <a:noFill/>
              <a:prstDash val="solid"/>
              <a:miter/>
            </a:ln>
            <a:effectLst>
              <a:glow rad="152400">
                <a:srgbClr val="000000">
                  <a:alpha val="4000"/>
                </a:srgbClr>
              </a:glow>
              <a:outerShdw blurRad="101600" dist="38100" dir="16200000" rotWithShape="0">
                <a:srgbClr val="000000">
                  <a:alpha val="5000"/>
                </a:srgbClr>
              </a:outerShdw>
            </a:effectLst>
          </p:spPr>
          <p:txBody>
            <a:bodyPr rtlCol="0" anchor="ctr"/>
            <a:lstStyle/>
            <a:p>
              <a:pPr rtl="0"/>
              <a:endParaRPr lang="sv-SE" noProof="0"/>
            </a:p>
          </p:txBody>
        </p:sp>
        <p:sp useBgFill="1">
          <p:nvSpPr>
            <p:cNvPr id="20" name="Ellips 19">
              <a:extLst>
                <a:ext uri="{FF2B5EF4-FFF2-40B4-BE49-F238E27FC236}">
                  <a16:creationId xmlns:a16="http://schemas.microsoft.com/office/drawing/2014/main" id="{06EEC11D-FD72-4E2C-9BE7-0ADDCC1FCDA0}"/>
                </a:ext>
              </a:extLst>
            </p:cNvPr>
            <p:cNvSpPr/>
            <p:nvPr/>
          </p:nvSpPr>
          <p:spPr>
            <a:xfrm rot="10800000">
              <a:off x="11481688" y="5562600"/>
              <a:ext cx="334385" cy="334385"/>
            </a:xfrm>
            <a:prstGeom prst="ellipse">
              <a:avLst/>
            </a:prstGeom>
            <a:ln w="3848" cap="flat">
              <a:noFill/>
              <a:prstDash val="solid"/>
              <a:miter/>
            </a:ln>
            <a:effectLst>
              <a:glow rad="152400">
                <a:srgbClr val="000000">
                  <a:alpha val="4000"/>
                </a:srgbClr>
              </a:glow>
              <a:outerShdw blurRad="101600" dist="38100" dir="16200000" rotWithShape="0">
                <a:srgbClr val="000000">
                  <a:alpha val="5000"/>
                </a:srgbClr>
              </a:outerShdw>
            </a:effectLst>
          </p:spPr>
          <p:txBody>
            <a:bodyPr rtlCol="0" anchor="ctr"/>
            <a:lstStyle/>
            <a:p>
              <a:pPr rtl="0"/>
              <a:endParaRPr lang="sv-SE" noProof="0"/>
            </a:p>
          </p:txBody>
        </p:sp>
      </p:grpSp>
    </p:spTree>
    <p:extLst>
      <p:ext uri="{BB962C8B-B14F-4D97-AF65-F5344CB8AC3E}">
        <p14:creationId xmlns:p14="http://schemas.microsoft.com/office/powerpoint/2010/main" val="1175792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ubrik 1">
            <a:extLst>
              <a:ext uri="{FF2B5EF4-FFF2-40B4-BE49-F238E27FC236}">
                <a16:creationId xmlns:a16="http://schemas.microsoft.com/office/drawing/2014/main" id="{BC926DD1-2816-4B16-9809-3DD34B7DD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44786"/>
            <a:ext cx="11238346" cy="836339"/>
          </a:xfrm>
        </p:spPr>
        <p:txBody>
          <a:bodyPr rtlCol="0" anchor="t">
            <a:normAutofit/>
          </a:bodyPr>
          <a:lstStyle/>
          <a:p>
            <a:pPr rtl="0"/>
            <a:r>
              <a:rPr lang="en-GB" noProof="0">
                <a:cs typeface="Segoe UI" panose="020B0502040204020203" pitchFamily="34" charset="0"/>
              </a:rPr>
              <a:t>Click to edit Master title style</a:t>
            </a:r>
            <a:endParaRPr lang="sv-SE" noProof="0">
              <a:cs typeface="Segoe UI" panose="020B0502040204020203" pitchFamily="34" charset="0"/>
            </a:endParaRPr>
          </a:p>
        </p:txBody>
      </p:sp>
      <p:grpSp>
        <p:nvGrpSpPr>
          <p:cNvPr id="10" name="Grupp 9">
            <a:extLst>
              <a:ext uri="{FF2B5EF4-FFF2-40B4-BE49-F238E27FC236}">
                <a16:creationId xmlns:a16="http://schemas.microsoft.com/office/drawing/2014/main" id="{C3584E3F-FDB4-479B-BC59-3152EAFFA1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134054" y="381222"/>
            <a:ext cx="1776608" cy="1547254"/>
            <a:chOff x="10134054" y="381222"/>
            <a:chExt cx="1776608" cy="1547254"/>
          </a:xfrm>
        </p:grpSpPr>
        <p:sp useBgFill="1">
          <p:nvSpPr>
            <p:cNvPr id="11" name="Bild 10">
              <a:extLst>
                <a:ext uri="{FF2B5EF4-FFF2-40B4-BE49-F238E27FC236}">
                  <a16:creationId xmlns:a16="http://schemas.microsoft.com/office/drawing/2014/main" id="{192E3F94-4B07-4FE3-90A9-AF47C6013652}"/>
                </a:ext>
              </a:extLst>
            </p:cNvPr>
            <p:cNvSpPr/>
            <p:nvPr/>
          </p:nvSpPr>
          <p:spPr>
            <a:xfrm rot="2700000">
              <a:off x="10895075" y="863805"/>
              <a:ext cx="1015587" cy="1015587"/>
            </a:xfrm>
            <a:custGeom>
              <a:avLst/>
              <a:gdLst>
                <a:gd name="connsiteX0" fmla="*/ 4053340 w 6859500"/>
                <a:gd name="connsiteY0" fmla="*/ 6235893 h 6859500"/>
                <a:gd name="connsiteX1" fmla="*/ 4053340 w 6859500"/>
                <a:gd name="connsiteY1" fmla="*/ 4053340 h 6859500"/>
                <a:gd name="connsiteX2" fmla="*/ 6235893 w 6859500"/>
                <a:gd name="connsiteY2" fmla="*/ 4053340 h 6859500"/>
                <a:gd name="connsiteX3" fmla="*/ 6859501 w 6859500"/>
                <a:gd name="connsiteY3" fmla="*/ 3429731 h 6859500"/>
                <a:gd name="connsiteX4" fmla="*/ 6235893 w 6859500"/>
                <a:gd name="connsiteY4" fmla="*/ 2806123 h 6859500"/>
                <a:gd name="connsiteX5" fmla="*/ 4053340 w 6859500"/>
                <a:gd name="connsiteY5" fmla="*/ 2806123 h 6859500"/>
                <a:gd name="connsiteX6" fmla="*/ 4053340 w 6859500"/>
                <a:gd name="connsiteY6" fmla="*/ 623608 h 6859500"/>
                <a:gd name="connsiteX7" fmla="*/ 3429731 w 6859500"/>
                <a:gd name="connsiteY7" fmla="*/ 0 h 6859500"/>
                <a:gd name="connsiteX8" fmla="*/ 2806123 w 6859500"/>
                <a:gd name="connsiteY8" fmla="*/ 623608 h 6859500"/>
                <a:gd name="connsiteX9" fmla="*/ 2806123 w 6859500"/>
                <a:gd name="connsiteY9" fmla="*/ 2806161 h 6859500"/>
                <a:gd name="connsiteX10" fmla="*/ 623608 w 6859500"/>
                <a:gd name="connsiteY10" fmla="*/ 2806161 h 6859500"/>
                <a:gd name="connsiteX11" fmla="*/ 0 w 6859500"/>
                <a:gd name="connsiteY11" fmla="*/ 3429731 h 6859500"/>
                <a:gd name="connsiteX12" fmla="*/ 623608 w 6859500"/>
                <a:gd name="connsiteY12" fmla="*/ 4053340 h 6859500"/>
                <a:gd name="connsiteX13" fmla="*/ 2806161 w 6859500"/>
                <a:gd name="connsiteY13" fmla="*/ 4053340 h 6859500"/>
                <a:gd name="connsiteX14" fmla="*/ 2806161 w 6859500"/>
                <a:gd name="connsiteY14" fmla="*/ 6235893 h 6859500"/>
                <a:gd name="connsiteX15" fmla="*/ 3429770 w 6859500"/>
                <a:gd name="connsiteY15" fmla="*/ 6859501 h 6859500"/>
                <a:gd name="connsiteX16" fmla="*/ 4053340 w 6859500"/>
                <a:gd name="connsiteY16" fmla="*/ 6235893 h 6859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859500" h="6859500">
                  <a:moveTo>
                    <a:pt x="4053340" y="6235893"/>
                  </a:moveTo>
                  <a:lnTo>
                    <a:pt x="4053340" y="4053340"/>
                  </a:lnTo>
                  <a:lnTo>
                    <a:pt x="6235893" y="4053340"/>
                  </a:lnTo>
                  <a:cubicBezTo>
                    <a:pt x="6580293" y="4053340"/>
                    <a:pt x="6859501" y="3774132"/>
                    <a:pt x="6859501" y="3429731"/>
                  </a:cubicBezTo>
                  <a:cubicBezTo>
                    <a:pt x="6859501" y="3085330"/>
                    <a:pt x="6580332" y="2806123"/>
                    <a:pt x="6235893" y="2806123"/>
                  </a:cubicBezTo>
                  <a:lnTo>
                    <a:pt x="4053340" y="2806123"/>
                  </a:lnTo>
                  <a:lnTo>
                    <a:pt x="4053340" y="623608"/>
                  </a:lnTo>
                  <a:cubicBezTo>
                    <a:pt x="4053340" y="279208"/>
                    <a:pt x="3774171" y="0"/>
                    <a:pt x="3429731" y="0"/>
                  </a:cubicBezTo>
                  <a:cubicBezTo>
                    <a:pt x="3085330" y="0"/>
                    <a:pt x="2806123" y="279208"/>
                    <a:pt x="2806123" y="623608"/>
                  </a:cubicBezTo>
                  <a:lnTo>
                    <a:pt x="2806123" y="2806161"/>
                  </a:lnTo>
                  <a:lnTo>
                    <a:pt x="623608" y="2806161"/>
                  </a:lnTo>
                  <a:cubicBezTo>
                    <a:pt x="279208" y="2806161"/>
                    <a:pt x="0" y="3085369"/>
                    <a:pt x="0" y="3429731"/>
                  </a:cubicBezTo>
                  <a:cubicBezTo>
                    <a:pt x="0" y="3774132"/>
                    <a:pt x="279208" y="4053340"/>
                    <a:pt x="623608" y="4053340"/>
                  </a:cubicBezTo>
                  <a:lnTo>
                    <a:pt x="2806161" y="4053340"/>
                  </a:lnTo>
                  <a:lnTo>
                    <a:pt x="2806161" y="6235893"/>
                  </a:lnTo>
                  <a:cubicBezTo>
                    <a:pt x="2806161" y="6580293"/>
                    <a:pt x="3085369" y="6859501"/>
                    <a:pt x="3429770" y="6859501"/>
                  </a:cubicBezTo>
                  <a:cubicBezTo>
                    <a:pt x="3774171" y="6859501"/>
                    <a:pt x="4053340" y="6580293"/>
                    <a:pt x="4053340" y="6235893"/>
                  </a:cubicBezTo>
                  <a:close/>
                </a:path>
              </a:pathLst>
            </a:custGeom>
            <a:ln w="3848" cap="flat">
              <a:noFill/>
              <a:prstDash val="solid"/>
              <a:miter/>
            </a:ln>
            <a:effectLst>
              <a:glow rad="152400">
                <a:srgbClr val="000000">
                  <a:alpha val="4000"/>
                </a:srgbClr>
              </a:glow>
              <a:outerShdw blurRad="101600" dist="38100" dir="16200000" rotWithShape="0">
                <a:srgbClr val="000000">
                  <a:alpha val="5000"/>
                </a:srgbClr>
              </a:outerShdw>
            </a:effectLst>
          </p:spPr>
          <p:txBody>
            <a:bodyPr rtlCol="0" anchor="ctr"/>
            <a:lstStyle/>
            <a:p>
              <a:pPr rtl="0"/>
              <a:endParaRPr lang="sv-SE" noProof="0"/>
            </a:p>
          </p:txBody>
        </p:sp>
        <p:sp useBgFill="1">
          <p:nvSpPr>
            <p:cNvPr id="12" name="Ellips 11">
              <a:extLst>
                <a:ext uri="{FF2B5EF4-FFF2-40B4-BE49-F238E27FC236}">
                  <a16:creationId xmlns:a16="http://schemas.microsoft.com/office/drawing/2014/main" id="{62F713CE-DF71-4FAD-B02B-77E8F93B0926}"/>
                </a:ext>
              </a:extLst>
            </p:cNvPr>
            <p:cNvSpPr/>
            <p:nvPr/>
          </p:nvSpPr>
          <p:spPr>
            <a:xfrm rot="10800000">
              <a:off x="10318364" y="1752600"/>
              <a:ext cx="175876" cy="175876"/>
            </a:xfrm>
            <a:prstGeom prst="ellipse">
              <a:avLst/>
            </a:prstGeom>
            <a:ln w="3848" cap="flat">
              <a:noFill/>
              <a:prstDash val="solid"/>
              <a:miter/>
            </a:ln>
            <a:effectLst>
              <a:glow rad="152400">
                <a:srgbClr val="000000">
                  <a:alpha val="4000"/>
                </a:srgbClr>
              </a:glow>
              <a:outerShdw blurRad="101600" dist="38100" dir="16200000" rotWithShape="0">
                <a:srgbClr val="000000">
                  <a:alpha val="5000"/>
                </a:srgbClr>
              </a:outerShdw>
            </a:effectLst>
          </p:spPr>
          <p:txBody>
            <a:bodyPr rtlCol="0" anchor="ctr"/>
            <a:lstStyle/>
            <a:p>
              <a:pPr rtl="0"/>
              <a:endParaRPr lang="sv-SE" noProof="0"/>
            </a:p>
          </p:txBody>
        </p:sp>
        <p:sp useBgFill="1">
          <p:nvSpPr>
            <p:cNvPr id="13" name="Ellips 12">
              <a:extLst>
                <a:ext uri="{FF2B5EF4-FFF2-40B4-BE49-F238E27FC236}">
                  <a16:creationId xmlns:a16="http://schemas.microsoft.com/office/drawing/2014/main" id="{CC3EC1C1-7E3D-4CDF-A1AA-25385A5AA5D8}"/>
                </a:ext>
              </a:extLst>
            </p:cNvPr>
            <p:cNvSpPr/>
            <p:nvPr/>
          </p:nvSpPr>
          <p:spPr>
            <a:xfrm rot="10800000">
              <a:off x="10134054" y="381222"/>
              <a:ext cx="544496" cy="544496"/>
            </a:xfrm>
            <a:prstGeom prst="ellipse">
              <a:avLst/>
            </a:prstGeom>
            <a:ln w="3848" cap="flat">
              <a:noFill/>
              <a:prstDash val="solid"/>
              <a:miter/>
            </a:ln>
            <a:effectLst>
              <a:glow rad="152400">
                <a:srgbClr val="000000">
                  <a:alpha val="4000"/>
                </a:srgbClr>
              </a:glow>
              <a:outerShdw blurRad="101600" dist="38100" dir="16200000" rotWithShape="0">
                <a:srgbClr val="000000">
                  <a:alpha val="5000"/>
                </a:srgbClr>
              </a:outerShdw>
            </a:effectLst>
          </p:spPr>
          <p:txBody>
            <a:bodyPr rtlCol="0" anchor="ctr"/>
            <a:lstStyle/>
            <a:p>
              <a:pPr rtl="0"/>
              <a:endParaRPr lang="sv-SE" noProof="0"/>
            </a:p>
          </p:txBody>
        </p:sp>
      </p:grpSp>
      <p:sp>
        <p:nvSpPr>
          <p:cNvPr id="14" name="Platshållare för datum 2">
            <a:extLst>
              <a:ext uri="{FF2B5EF4-FFF2-40B4-BE49-F238E27FC236}">
                <a16:creationId xmlns:a16="http://schemas.microsoft.com/office/drawing/2014/main" id="{8B388008-154C-4BD4-8E16-D1CB0E1DD63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00800"/>
            <a:ext cx="2743200" cy="365125"/>
          </a:xfrm>
        </p:spPr>
        <p:txBody>
          <a:bodyPr rtlCol="0"/>
          <a:lstStyle/>
          <a:p>
            <a:pPr rtl="0"/>
            <a:r>
              <a:rPr lang="sv-SE" noProof="0"/>
              <a:t>2/2/20XX</a:t>
            </a:r>
          </a:p>
        </p:txBody>
      </p:sp>
      <p:sp>
        <p:nvSpPr>
          <p:cNvPr id="15" name="Platshållare för sidfot 5">
            <a:extLst>
              <a:ext uri="{FF2B5EF4-FFF2-40B4-BE49-F238E27FC236}">
                <a16:creationId xmlns:a16="http://schemas.microsoft.com/office/drawing/2014/main" id="{355FD3E6-3F42-47F9-9F0F-A5E7C7CBF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00800"/>
            <a:ext cx="4114800" cy="365125"/>
          </a:xfrm>
        </p:spPr>
        <p:txBody>
          <a:bodyPr rtlCol="0"/>
          <a:lstStyle>
            <a:lvl1pPr>
              <a:defRPr/>
            </a:lvl1pPr>
          </a:lstStyle>
          <a:p>
            <a:pPr rtl="0"/>
            <a:r>
              <a:rPr lang="sv-SE" noProof="0"/>
              <a:t>PRESENTATIONENS RUBRIK</a:t>
            </a:r>
          </a:p>
        </p:txBody>
      </p:sp>
      <p:sp>
        <p:nvSpPr>
          <p:cNvPr id="16" name="Platshållare för bildnummer 6">
            <a:extLst>
              <a:ext uri="{FF2B5EF4-FFF2-40B4-BE49-F238E27FC236}">
                <a16:creationId xmlns:a16="http://schemas.microsoft.com/office/drawing/2014/main" id="{585F908B-6798-4558-9125-E8DBC196B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00800"/>
            <a:ext cx="2743200" cy="365125"/>
          </a:xfrm>
        </p:spPr>
        <p:txBody>
          <a:bodyPr rtlCol="0"/>
          <a:lstStyle/>
          <a:p>
            <a:pPr rtl="0"/>
            <a:fld id="{DFA5D71E-5CDF-4C93-8A75-5B916FDC5BEA}" type="slidenum">
              <a:rPr lang="sv-SE" noProof="0" smtClean="0"/>
              <a:pPr rtl="0"/>
              <a:t>‹#›</a:t>
            </a:fld>
            <a:endParaRPr lang="sv-SE" noProof="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14F1084A-D16F-4367-BA81-D50E03436FD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90525" y="1962150"/>
            <a:ext cx="11407775" cy="4351338"/>
          </a:xfrm>
        </p:spPr>
        <p:txBody>
          <a:bodyPr rtlCol="0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 rtl="0"/>
            <a:r>
              <a:rPr lang="sv-SE" noProof="0"/>
              <a:t>Innehåll</a:t>
            </a:r>
          </a:p>
        </p:txBody>
      </p:sp>
    </p:spTree>
    <p:extLst>
      <p:ext uri="{BB962C8B-B14F-4D97-AF65-F5344CB8AC3E}">
        <p14:creationId xmlns:p14="http://schemas.microsoft.com/office/powerpoint/2010/main" val="9435157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dslin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ubrik 1">
            <a:extLst>
              <a:ext uri="{FF2B5EF4-FFF2-40B4-BE49-F238E27FC236}">
                <a16:creationId xmlns:a16="http://schemas.microsoft.com/office/drawing/2014/main" id="{D85333DF-B319-4AE9-B2FF-17CB683E9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44786"/>
            <a:ext cx="11238346" cy="836339"/>
          </a:xfrm>
        </p:spPr>
        <p:txBody>
          <a:bodyPr rtlCol="0" anchor="t">
            <a:normAutofit/>
          </a:bodyPr>
          <a:lstStyle/>
          <a:p>
            <a:pPr rtl="0"/>
            <a:r>
              <a:rPr lang="en-GB" noProof="0">
                <a:cs typeface="Segoe UI" panose="020B0502040204020203" pitchFamily="34" charset="0"/>
              </a:rPr>
              <a:t>Click to edit Master title style</a:t>
            </a:r>
            <a:endParaRPr lang="sv-SE" noProof="0">
              <a:cs typeface="Segoe UI" panose="020B0502040204020203" pitchFamily="34" charset="0"/>
            </a:endParaRPr>
          </a:p>
        </p:txBody>
      </p:sp>
      <p:grpSp>
        <p:nvGrpSpPr>
          <p:cNvPr id="9" name="Grupp 8">
            <a:extLst>
              <a:ext uri="{FF2B5EF4-FFF2-40B4-BE49-F238E27FC236}">
                <a16:creationId xmlns:a16="http://schemas.microsoft.com/office/drawing/2014/main" id="{F3F11C6D-F71D-4B7F-AD15-0A80B92C52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134054" y="381222"/>
            <a:ext cx="1776608" cy="1547254"/>
            <a:chOff x="10134054" y="381222"/>
            <a:chExt cx="1776608" cy="1547254"/>
          </a:xfrm>
        </p:grpSpPr>
        <p:sp useBgFill="1">
          <p:nvSpPr>
            <p:cNvPr id="10" name="Bild 10">
              <a:extLst>
                <a:ext uri="{FF2B5EF4-FFF2-40B4-BE49-F238E27FC236}">
                  <a16:creationId xmlns:a16="http://schemas.microsoft.com/office/drawing/2014/main" id="{F52E1B51-6BF3-46E9-83D0-40BE41AA989E}"/>
                </a:ext>
              </a:extLst>
            </p:cNvPr>
            <p:cNvSpPr/>
            <p:nvPr/>
          </p:nvSpPr>
          <p:spPr>
            <a:xfrm rot="2700000">
              <a:off x="10895075" y="863805"/>
              <a:ext cx="1015587" cy="1015587"/>
            </a:xfrm>
            <a:custGeom>
              <a:avLst/>
              <a:gdLst>
                <a:gd name="connsiteX0" fmla="*/ 4053340 w 6859500"/>
                <a:gd name="connsiteY0" fmla="*/ 6235893 h 6859500"/>
                <a:gd name="connsiteX1" fmla="*/ 4053340 w 6859500"/>
                <a:gd name="connsiteY1" fmla="*/ 4053340 h 6859500"/>
                <a:gd name="connsiteX2" fmla="*/ 6235893 w 6859500"/>
                <a:gd name="connsiteY2" fmla="*/ 4053340 h 6859500"/>
                <a:gd name="connsiteX3" fmla="*/ 6859501 w 6859500"/>
                <a:gd name="connsiteY3" fmla="*/ 3429731 h 6859500"/>
                <a:gd name="connsiteX4" fmla="*/ 6235893 w 6859500"/>
                <a:gd name="connsiteY4" fmla="*/ 2806123 h 6859500"/>
                <a:gd name="connsiteX5" fmla="*/ 4053340 w 6859500"/>
                <a:gd name="connsiteY5" fmla="*/ 2806123 h 6859500"/>
                <a:gd name="connsiteX6" fmla="*/ 4053340 w 6859500"/>
                <a:gd name="connsiteY6" fmla="*/ 623608 h 6859500"/>
                <a:gd name="connsiteX7" fmla="*/ 3429731 w 6859500"/>
                <a:gd name="connsiteY7" fmla="*/ 0 h 6859500"/>
                <a:gd name="connsiteX8" fmla="*/ 2806123 w 6859500"/>
                <a:gd name="connsiteY8" fmla="*/ 623608 h 6859500"/>
                <a:gd name="connsiteX9" fmla="*/ 2806123 w 6859500"/>
                <a:gd name="connsiteY9" fmla="*/ 2806161 h 6859500"/>
                <a:gd name="connsiteX10" fmla="*/ 623608 w 6859500"/>
                <a:gd name="connsiteY10" fmla="*/ 2806161 h 6859500"/>
                <a:gd name="connsiteX11" fmla="*/ 0 w 6859500"/>
                <a:gd name="connsiteY11" fmla="*/ 3429731 h 6859500"/>
                <a:gd name="connsiteX12" fmla="*/ 623608 w 6859500"/>
                <a:gd name="connsiteY12" fmla="*/ 4053340 h 6859500"/>
                <a:gd name="connsiteX13" fmla="*/ 2806161 w 6859500"/>
                <a:gd name="connsiteY13" fmla="*/ 4053340 h 6859500"/>
                <a:gd name="connsiteX14" fmla="*/ 2806161 w 6859500"/>
                <a:gd name="connsiteY14" fmla="*/ 6235893 h 6859500"/>
                <a:gd name="connsiteX15" fmla="*/ 3429770 w 6859500"/>
                <a:gd name="connsiteY15" fmla="*/ 6859501 h 6859500"/>
                <a:gd name="connsiteX16" fmla="*/ 4053340 w 6859500"/>
                <a:gd name="connsiteY16" fmla="*/ 6235893 h 6859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859500" h="6859500">
                  <a:moveTo>
                    <a:pt x="4053340" y="6235893"/>
                  </a:moveTo>
                  <a:lnTo>
                    <a:pt x="4053340" y="4053340"/>
                  </a:lnTo>
                  <a:lnTo>
                    <a:pt x="6235893" y="4053340"/>
                  </a:lnTo>
                  <a:cubicBezTo>
                    <a:pt x="6580293" y="4053340"/>
                    <a:pt x="6859501" y="3774132"/>
                    <a:pt x="6859501" y="3429731"/>
                  </a:cubicBezTo>
                  <a:cubicBezTo>
                    <a:pt x="6859501" y="3085330"/>
                    <a:pt x="6580332" y="2806123"/>
                    <a:pt x="6235893" y="2806123"/>
                  </a:cubicBezTo>
                  <a:lnTo>
                    <a:pt x="4053340" y="2806123"/>
                  </a:lnTo>
                  <a:lnTo>
                    <a:pt x="4053340" y="623608"/>
                  </a:lnTo>
                  <a:cubicBezTo>
                    <a:pt x="4053340" y="279208"/>
                    <a:pt x="3774171" y="0"/>
                    <a:pt x="3429731" y="0"/>
                  </a:cubicBezTo>
                  <a:cubicBezTo>
                    <a:pt x="3085330" y="0"/>
                    <a:pt x="2806123" y="279208"/>
                    <a:pt x="2806123" y="623608"/>
                  </a:cubicBezTo>
                  <a:lnTo>
                    <a:pt x="2806123" y="2806161"/>
                  </a:lnTo>
                  <a:lnTo>
                    <a:pt x="623608" y="2806161"/>
                  </a:lnTo>
                  <a:cubicBezTo>
                    <a:pt x="279208" y="2806161"/>
                    <a:pt x="0" y="3085369"/>
                    <a:pt x="0" y="3429731"/>
                  </a:cubicBezTo>
                  <a:cubicBezTo>
                    <a:pt x="0" y="3774132"/>
                    <a:pt x="279208" y="4053340"/>
                    <a:pt x="623608" y="4053340"/>
                  </a:cubicBezTo>
                  <a:lnTo>
                    <a:pt x="2806161" y="4053340"/>
                  </a:lnTo>
                  <a:lnTo>
                    <a:pt x="2806161" y="6235893"/>
                  </a:lnTo>
                  <a:cubicBezTo>
                    <a:pt x="2806161" y="6580293"/>
                    <a:pt x="3085369" y="6859501"/>
                    <a:pt x="3429770" y="6859501"/>
                  </a:cubicBezTo>
                  <a:cubicBezTo>
                    <a:pt x="3774171" y="6859501"/>
                    <a:pt x="4053340" y="6580293"/>
                    <a:pt x="4053340" y="6235893"/>
                  </a:cubicBezTo>
                  <a:close/>
                </a:path>
              </a:pathLst>
            </a:custGeom>
            <a:ln w="3848" cap="flat">
              <a:noFill/>
              <a:prstDash val="solid"/>
              <a:miter/>
            </a:ln>
            <a:effectLst>
              <a:glow rad="152400">
                <a:srgbClr val="000000">
                  <a:alpha val="4000"/>
                </a:srgbClr>
              </a:glow>
              <a:outerShdw blurRad="101600" dist="38100" dir="16200000" rotWithShape="0">
                <a:srgbClr val="000000">
                  <a:alpha val="5000"/>
                </a:srgbClr>
              </a:outerShdw>
            </a:effectLst>
          </p:spPr>
          <p:txBody>
            <a:bodyPr rtlCol="0" anchor="ctr"/>
            <a:lstStyle/>
            <a:p>
              <a:pPr rtl="0"/>
              <a:endParaRPr lang="sv-SE" noProof="0"/>
            </a:p>
          </p:txBody>
        </p:sp>
        <p:sp useBgFill="1">
          <p:nvSpPr>
            <p:cNvPr id="11" name="Ellips 10">
              <a:extLst>
                <a:ext uri="{FF2B5EF4-FFF2-40B4-BE49-F238E27FC236}">
                  <a16:creationId xmlns:a16="http://schemas.microsoft.com/office/drawing/2014/main" id="{C1A0293A-61AB-498F-82D7-9E412D08B068}"/>
                </a:ext>
              </a:extLst>
            </p:cNvPr>
            <p:cNvSpPr/>
            <p:nvPr/>
          </p:nvSpPr>
          <p:spPr>
            <a:xfrm rot="10800000">
              <a:off x="10318364" y="1752600"/>
              <a:ext cx="175876" cy="175876"/>
            </a:xfrm>
            <a:prstGeom prst="ellipse">
              <a:avLst/>
            </a:prstGeom>
            <a:ln w="3848" cap="flat">
              <a:noFill/>
              <a:prstDash val="solid"/>
              <a:miter/>
            </a:ln>
            <a:effectLst>
              <a:glow rad="152400">
                <a:srgbClr val="000000">
                  <a:alpha val="4000"/>
                </a:srgbClr>
              </a:glow>
              <a:outerShdw blurRad="101600" dist="38100" dir="16200000" rotWithShape="0">
                <a:srgbClr val="000000">
                  <a:alpha val="5000"/>
                </a:srgbClr>
              </a:outerShdw>
            </a:effectLst>
          </p:spPr>
          <p:txBody>
            <a:bodyPr rtlCol="0" anchor="ctr"/>
            <a:lstStyle/>
            <a:p>
              <a:pPr rtl="0"/>
              <a:endParaRPr lang="sv-SE" noProof="0"/>
            </a:p>
          </p:txBody>
        </p:sp>
        <p:sp useBgFill="1">
          <p:nvSpPr>
            <p:cNvPr id="12" name="Ellips 11">
              <a:extLst>
                <a:ext uri="{FF2B5EF4-FFF2-40B4-BE49-F238E27FC236}">
                  <a16:creationId xmlns:a16="http://schemas.microsoft.com/office/drawing/2014/main" id="{CB8032AC-458F-4F48-BA3C-C13B0F57919F}"/>
                </a:ext>
              </a:extLst>
            </p:cNvPr>
            <p:cNvSpPr/>
            <p:nvPr/>
          </p:nvSpPr>
          <p:spPr>
            <a:xfrm rot="10800000">
              <a:off x="10134054" y="381222"/>
              <a:ext cx="544496" cy="544496"/>
            </a:xfrm>
            <a:prstGeom prst="ellipse">
              <a:avLst/>
            </a:prstGeom>
            <a:ln w="3848" cap="flat">
              <a:noFill/>
              <a:prstDash val="solid"/>
              <a:miter/>
            </a:ln>
            <a:effectLst>
              <a:glow rad="152400">
                <a:srgbClr val="000000">
                  <a:alpha val="4000"/>
                </a:srgbClr>
              </a:glow>
              <a:outerShdw blurRad="101600" dist="38100" dir="16200000" rotWithShape="0">
                <a:srgbClr val="000000">
                  <a:alpha val="5000"/>
                </a:srgbClr>
              </a:outerShdw>
            </a:effectLst>
          </p:spPr>
          <p:txBody>
            <a:bodyPr rtlCol="0" anchor="ctr"/>
            <a:lstStyle/>
            <a:p>
              <a:pPr rtl="0"/>
              <a:endParaRPr lang="sv-SE" noProof="0"/>
            </a:p>
          </p:txBody>
        </p:sp>
      </p:grpSp>
      <p:sp>
        <p:nvSpPr>
          <p:cNvPr id="13" name="Platshållare för datum 2">
            <a:extLst>
              <a:ext uri="{FF2B5EF4-FFF2-40B4-BE49-F238E27FC236}">
                <a16:creationId xmlns:a16="http://schemas.microsoft.com/office/drawing/2014/main" id="{CAE2E565-A9C5-4946-9768-81039DDDCC6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00800"/>
            <a:ext cx="2743200" cy="365125"/>
          </a:xfrm>
        </p:spPr>
        <p:txBody>
          <a:bodyPr rtlCol="0"/>
          <a:lstStyle/>
          <a:p>
            <a:pPr rtl="0"/>
            <a:r>
              <a:rPr lang="sv-SE" noProof="0"/>
              <a:t>2/2/20XX</a:t>
            </a:r>
          </a:p>
        </p:txBody>
      </p:sp>
      <p:sp>
        <p:nvSpPr>
          <p:cNvPr id="14" name="Platshållare för sidfot 5">
            <a:extLst>
              <a:ext uri="{FF2B5EF4-FFF2-40B4-BE49-F238E27FC236}">
                <a16:creationId xmlns:a16="http://schemas.microsoft.com/office/drawing/2014/main" id="{9F6BD62A-8CCF-46F6-87F7-FCCDDA657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00800"/>
            <a:ext cx="4114800" cy="365125"/>
          </a:xfrm>
        </p:spPr>
        <p:txBody>
          <a:bodyPr rtlCol="0"/>
          <a:lstStyle>
            <a:lvl1pPr>
              <a:defRPr/>
            </a:lvl1pPr>
          </a:lstStyle>
          <a:p>
            <a:pPr rtl="0"/>
            <a:r>
              <a:rPr lang="sv-SE" noProof="0"/>
              <a:t>PRESENTATIONENS RUBRIK</a:t>
            </a:r>
          </a:p>
        </p:txBody>
      </p:sp>
      <p:sp>
        <p:nvSpPr>
          <p:cNvPr id="15" name="Platshållare för bildnummer 6">
            <a:extLst>
              <a:ext uri="{FF2B5EF4-FFF2-40B4-BE49-F238E27FC236}">
                <a16:creationId xmlns:a16="http://schemas.microsoft.com/office/drawing/2014/main" id="{0B6E5353-4510-49A8-9DF3-C3BD16C5E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00800"/>
            <a:ext cx="2743200" cy="365125"/>
          </a:xfrm>
        </p:spPr>
        <p:txBody>
          <a:bodyPr rtlCol="0"/>
          <a:lstStyle/>
          <a:p>
            <a:pPr rtl="0"/>
            <a:fld id="{DFA5D71E-5CDF-4C93-8A75-5B916FDC5BEA}" type="slidenum">
              <a:rPr lang="sv-SE" noProof="0" smtClean="0"/>
              <a:pPr rtl="0"/>
              <a:t>‹#›</a:t>
            </a:fld>
            <a:endParaRPr lang="sv-SE" noProof="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913017C2-1A42-4672-97A5-440ECADBAD7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3401" y="2105024"/>
            <a:ext cx="11125200" cy="4010025"/>
          </a:xfrm>
        </p:spPr>
        <p:txBody>
          <a:bodyPr rtlCol="0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 rtl="0"/>
            <a:r>
              <a:rPr lang="sv-SE" noProof="0"/>
              <a:t>Innehåll</a:t>
            </a:r>
          </a:p>
        </p:txBody>
      </p:sp>
    </p:spTree>
    <p:extLst>
      <p:ext uri="{BB962C8B-B14F-4D97-AF65-F5344CB8AC3E}">
        <p14:creationId xmlns:p14="http://schemas.microsoft.com/office/powerpoint/2010/main" val="2706667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lumn för innehåll 2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 9">
            <a:extLst>
              <a:ext uri="{FF2B5EF4-FFF2-40B4-BE49-F238E27FC236}">
                <a16:creationId xmlns:a16="http://schemas.microsoft.com/office/drawing/2014/main" id="{01B714E7-4FD4-46B0-8831-48EB663CFE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83404" y="225822"/>
            <a:ext cx="1847971" cy="2438142"/>
            <a:chOff x="183404" y="225822"/>
            <a:chExt cx="1847971" cy="2438142"/>
          </a:xfrm>
        </p:grpSpPr>
        <p:sp useBgFill="1">
          <p:nvSpPr>
            <p:cNvPr id="11" name="Bild 10">
              <a:extLst>
                <a:ext uri="{FF2B5EF4-FFF2-40B4-BE49-F238E27FC236}">
                  <a16:creationId xmlns:a16="http://schemas.microsoft.com/office/drawing/2014/main" id="{28748170-3B03-4983-B18A-BD3434F6A1E0}"/>
                </a:ext>
              </a:extLst>
            </p:cNvPr>
            <p:cNvSpPr/>
            <p:nvPr/>
          </p:nvSpPr>
          <p:spPr>
            <a:xfrm rot="2700000">
              <a:off x="304800" y="965970"/>
              <a:ext cx="1066799" cy="1066799"/>
            </a:xfrm>
            <a:custGeom>
              <a:avLst/>
              <a:gdLst>
                <a:gd name="connsiteX0" fmla="*/ 4053340 w 6859500"/>
                <a:gd name="connsiteY0" fmla="*/ 6235893 h 6859500"/>
                <a:gd name="connsiteX1" fmla="*/ 4053340 w 6859500"/>
                <a:gd name="connsiteY1" fmla="*/ 4053340 h 6859500"/>
                <a:gd name="connsiteX2" fmla="*/ 6235893 w 6859500"/>
                <a:gd name="connsiteY2" fmla="*/ 4053340 h 6859500"/>
                <a:gd name="connsiteX3" fmla="*/ 6859501 w 6859500"/>
                <a:gd name="connsiteY3" fmla="*/ 3429731 h 6859500"/>
                <a:gd name="connsiteX4" fmla="*/ 6235893 w 6859500"/>
                <a:gd name="connsiteY4" fmla="*/ 2806123 h 6859500"/>
                <a:gd name="connsiteX5" fmla="*/ 4053340 w 6859500"/>
                <a:gd name="connsiteY5" fmla="*/ 2806123 h 6859500"/>
                <a:gd name="connsiteX6" fmla="*/ 4053340 w 6859500"/>
                <a:gd name="connsiteY6" fmla="*/ 623608 h 6859500"/>
                <a:gd name="connsiteX7" fmla="*/ 3429731 w 6859500"/>
                <a:gd name="connsiteY7" fmla="*/ 0 h 6859500"/>
                <a:gd name="connsiteX8" fmla="*/ 2806123 w 6859500"/>
                <a:gd name="connsiteY8" fmla="*/ 623608 h 6859500"/>
                <a:gd name="connsiteX9" fmla="*/ 2806123 w 6859500"/>
                <a:gd name="connsiteY9" fmla="*/ 2806161 h 6859500"/>
                <a:gd name="connsiteX10" fmla="*/ 623608 w 6859500"/>
                <a:gd name="connsiteY10" fmla="*/ 2806161 h 6859500"/>
                <a:gd name="connsiteX11" fmla="*/ 0 w 6859500"/>
                <a:gd name="connsiteY11" fmla="*/ 3429731 h 6859500"/>
                <a:gd name="connsiteX12" fmla="*/ 623608 w 6859500"/>
                <a:gd name="connsiteY12" fmla="*/ 4053340 h 6859500"/>
                <a:gd name="connsiteX13" fmla="*/ 2806161 w 6859500"/>
                <a:gd name="connsiteY13" fmla="*/ 4053340 h 6859500"/>
                <a:gd name="connsiteX14" fmla="*/ 2806161 w 6859500"/>
                <a:gd name="connsiteY14" fmla="*/ 6235893 h 6859500"/>
                <a:gd name="connsiteX15" fmla="*/ 3429770 w 6859500"/>
                <a:gd name="connsiteY15" fmla="*/ 6859501 h 6859500"/>
                <a:gd name="connsiteX16" fmla="*/ 4053340 w 6859500"/>
                <a:gd name="connsiteY16" fmla="*/ 6235893 h 6859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859500" h="6859500">
                  <a:moveTo>
                    <a:pt x="4053340" y="6235893"/>
                  </a:moveTo>
                  <a:lnTo>
                    <a:pt x="4053340" y="4053340"/>
                  </a:lnTo>
                  <a:lnTo>
                    <a:pt x="6235893" y="4053340"/>
                  </a:lnTo>
                  <a:cubicBezTo>
                    <a:pt x="6580293" y="4053340"/>
                    <a:pt x="6859501" y="3774132"/>
                    <a:pt x="6859501" y="3429731"/>
                  </a:cubicBezTo>
                  <a:cubicBezTo>
                    <a:pt x="6859501" y="3085330"/>
                    <a:pt x="6580332" y="2806123"/>
                    <a:pt x="6235893" y="2806123"/>
                  </a:cubicBezTo>
                  <a:lnTo>
                    <a:pt x="4053340" y="2806123"/>
                  </a:lnTo>
                  <a:lnTo>
                    <a:pt x="4053340" y="623608"/>
                  </a:lnTo>
                  <a:cubicBezTo>
                    <a:pt x="4053340" y="279208"/>
                    <a:pt x="3774171" y="0"/>
                    <a:pt x="3429731" y="0"/>
                  </a:cubicBezTo>
                  <a:cubicBezTo>
                    <a:pt x="3085330" y="0"/>
                    <a:pt x="2806123" y="279208"/>
                    <a:pt x="2806123" y="623608"/>
                  </a:cubicBezTo>
                  <a:lnTo>
                    <a:pt x="2806123" y="2806161"/>
                  </a:lnTo>
                  <a:lnTo>
                    <a:pt x="623608" y="2806161"/>
                  </a:lnTo>
                  <a:cubicBezTo>
                    <a:pt x="279208" y="2806161"/>
                    <a:pt x="0" y="3085369"/>
                    <a:pt x="0" y="3429731"/>
                  </a:cubicBezTo>
                  <a:cubicBezTo>
                    <a:pt x="0" y="3774132"/>
                    <a:pt x="279208" y="4053340"/>
                    <a:pt x="623608" y="4053340"/>
                  </a:cubicBezTo>
                  <a:lnTo>
                    <a:pt x="2806161" y="4053340"/>
                  </a:lnTo>
                  <a:lnTo>
                    <a:pt x="2806161" y="6235893"/>
                  </a:lnTo>
                  <a:cubicBezTo>
                    <a:pt x="2806161" y="6580293"/>
                    <a:pt x="3085369" y="6859501"/>
                    <a:pt x="3429770" y="6859501"/>
                  </a:cubicBezTo>
                  <a:cubicBezTo>
                    <a:pt x="3774171" y="6859501"/>
                    <a:pt x="4053340" y="6580293"/>
                    <a:pt x="4053340" y="6235893"/>
                  </a:cubicBezTo>
                  <a:close/>
                </a:path>
              </a:pathLst>
            </a:custGeom>
            <a:ln w="3848" cap="flat">
              <a:noFill/>
              <a:prstDash val="solid"/>
              <a:miter/>
            </a:ln>
            <a:effectLst>
              <a:glow rad="152400">
                <a:srgbClr val="000000">
                  <a:alpha val="4000"/>
                </a:srgbClr>
              </a:glow>
              <a:outerShdw blurRad="101600" dist="38100" dir="16200000" rotWithShape="0">
                <a:srgbClr val="000000">
                  <a:alpha val="5000"/>
                </a:srgbClr>
              </a:outerShdw>
            </a:effectLst>
          </p:spPr>
          <p:txBody>
            <a:bodyPr rtlCol="0" anchor="ctr"/>
            <a:lstStyle/>
            <a:p>
              <a:pPr rtl="0"/>
              <a:endParaRPr lang="sv-SE" noProof="0"/>
            </a:p>
          </p:txBody>
        </p:sp>
        <p:sp useBgFill="1">
          <p:nvSpPr>
            <p:cNvPr id="12" name="Ellips 11">
              <a:extLst>
                <a:ext uri="{FF2B5EF4-FFF2-40B4-BE49-F238E27FC236}">
                  <a16:creationId xmlns:a16="http://schemas.microsoft.com/office/drawing/2014/main" id="{8763577F-7D99-42DD-8DEE-6CC576187D1E}"/>
                </a:ext>
              </a:extLst>
            </p:cNvPr>
            <p:cNvSpPr/>
            <p:nvPr/>
          </p:nvSpPr>
          <p:spPr>
            <a:xfrm rot="10800000">
              <a:off x="1815651" y="1342540"/>
              <a:ext cx="215724" cy="215724"/>
            </a:xfrm>
            <a:prstGeom prst="ellipse">
              <a:avLst/>
            </a:prstGeom>
            <a:ln w="3848" cap="flat">
              <a:noFill/>
              <a:prstDash val="solid"/>
              <a:miter/>
            </a:ln>
            <a:effectLst>
              <a:glow rad="152400">
                <a:srgbClr val="000000">
                  <a:alpha val="4000"/>
                </a:srgbClr>
              </a:glow>
              <a:outerShdw blurRad="101600" dist="38100" dir="16200000" rotWithShape="0">
                <a:srgbClr val="000000">
                  <a:alpha val="5000"/>
                </a:srgbClr>
              </a:outerShdw>
            </a:effectLst>
          </p:spPr>
          <p:txBody>
            <a:bodyPr rtlCol="0" anchor="ctr"/>
            <a:lstStyle/>
            <a:p>
              <a:pPr rtl="0"/>
              <a:endParaRPr lang="sv-SE" noProof="0"/>
            </a:p>
          </p:txBody>
        </p:sp>
        <p:sp useBgFill="1">
          <p:nvSpPr>
            <p:cNvPr id="13" name="Ellips 12">
              <a:extLst>
                <a:ext uri="{FF2B5EF4-FFF2-40B4-BE49-F238E27FC236}">
                  <a16:creationId xmlns:a16="http://schemas.microsoft.com/office/drawing/2014/main" id="{4EF5F2E5-90C0-417E-8B26-0927E3086B9A}"/>
                </a:ext>
              </a:extLst>
            </p:cNvPr>
            <p:cNvSpPr/>
            <p:nvPr/>
          </p:nvSpPr>
          <p:spPr>
            <a:xfrm rot="10800000">
              <a:off x="183404" y="225822"/>
              <a:ext cx="474023" cy="474023"/>
            </a:xfrm>
            <a:prstGeom prst="ellipse">
              <a:avLst/>
            </a:prstGeom>
            <a:ln w="3848" cap="flat">
              <a:noFill/>
              <a:prstDash val="solid"/>
              <a:miter/>
            </a:ln>
            <a:effectLst>
              <a:glow rad="152400">
                <a:srgbClr val="000000">
                  <a:alpha val="4000"/>
                </a:srgbClr>
              </a:glow>
              <a:outerShdw blurRad="101600" dist="38100" dir="16200000" rotWithShape="0">
                <a:srgbClr val="000000">
                  <a:alpha val="5000"/>
                </a:srgbClr>
              </a:outerShdw>
            </a:effectLst>
          </p:spPr>
          <p:txBody>
            <a:bodyPr rtlCol="0" anchor="ctr"/>
            <a:lstStyle/>
            <a:p>
              <a:pPr rtl="0"/>
              <a:endParaRPr lang="sv-SE" noProof="0"/>
            </a:p>
          </p:txBody>
        </p:sp>
        <p:sp useBgFill="1">
          <p:nvSpPr>
            <p:cNvPr id="14" name="Ellips 13">
              <a:extLst>
                <a:ext uri="{FF2B5EF4-FFF2-40B4-BE49-F238E27FC236}">
                  <a16:creationId xmlns:a16="http://schemas.microsoft.com/office/drawing/2014/main" id="{648150F6-4F74-4696-AF2C-455208042AA2}"/>
                </a:ext>
              </a:extLst>
            </p:cNvPr>
            <p:cNvSpPr/>
            <p:nvPr/>
          </p:nvSpPr>
          <p:spPr>
            <a:xfrm rot="10800000">
              <a:off x="583574" y="2333139"/>
              <a:ext cx="330825" cy="330825"/>
            </a:xfrm>
            <a:prstGeom prst="ellipse">
              <a:avLst/>
            </a:prstGeom>
            <a:ln w="3848" cap="flat">
              <a:noFill/>
              <a:prstDash val="solid"/>
              <a:miter/>
            </a:ln>
            <a:effectLst>
              <a:glow rad="152400">
                <a:srgbClr val="000000">
                  <a:alpha val="4000"/>
                </a:srgbClr>
              </a:glow>
              <a:outerShdw blurRad="101600" dist="38100" dir="16200000" rotWithShape="0">
                <a:srgbClr val="000000">
                  <a:alpha val="5000"/>
                </a:srgbClr>
              </a:outerShdw>
            </a:effectLst>
          </p:spPr>
          <p:txBody>
            <a:bodyPr rtlCol="0" anchor="ctr"/>
            <a:lstStyle/>
            <a:p>
              <a:pPr rtl="0"/>
              <a:endParaRPr lang="sv-SE" noProof="0"/>
            </a:p>
          </p:txBody>
        </p:sp>
      </p:grpSp>
      <p:sp>
        <p:nvSpPr>
          <p:cNvPr id="16" name="Rubrik 1">
            <a:extLst>
              <a:ext uri="{FF2B5EF4-FFF2-40B4-BE49-F238E27FC236}">
                <a16:creationId xmlns:a16="http://schemas.microsoft.com/office/drawing/2014/main" id="{DF341ACE-BA74-497F-B0A2-112DCBB28E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352" y="566127"/>
            <a:ext cx="10531448" cy="1490825"/>
          </a:xfrm>
        </p:spPr>
        <p:txBody>
          <a:bodyPr rtlCol="0" anchor="ctr">
            <a:normAutofit/>
          </a:bodyPr>
          <a:lstStyle>
            <a:lvl1pPr algn="ctr">
              <a:defRPr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pPr algn="ctr" rtl="0"/>
            <a:r>
              <a:rPr lang="en-GB" noProof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Segoe UI" panose="020B0502040204020203" pitchFamily="34" charset="0"/>
              </a:rPr>
              <a:t>Click to edit Master title style</a:t>
            </a:r>
            <a:endParaRPr lang="sv-SE" noProof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Segoe UI" panose="020B0502040204020203" pitchFamily="34" charset="0"/>
            </a:endParaRPr>
          </a:p>
        </p:txBody>
      </p:sp>
      <p:sp>
        <p:nvSpPr>
          <p:cNvPr id="24" name="Platshållare för text 23">
            <a:extLst>
              <a:ext uri="{FF2B5EF4-FFF2-40B4-BE49-F238E27FC236}">
                <a16:creationId xmlns:a16="http://schemas.microsoft.com/office/drawing/2014/main" id="{03858BEB-3028-46B2-A113-0312EFEC218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92541" y="2346854"/>
            <a:ext cx="4360512" cy="552450"/>
          </a:xfrm>
        </p:spPr>
        <p:txBody>
          <a:bodyPr rtlCol="0">
            <a:normAutofit/>
          </a:bodyPr>
          <a:lstStyle>
            <a:lvl1pPr marL="0" indent="0">
              <a:buNone/>
              <a:defRPr sz="20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lvl="0" rtl="0"/>
            <a:r>
              <a:rPr lang="sv-SE" noProof="0"/>
              <a:t>Klicka här för att lägga till underrubrik</a:t>
            </a:r>
          </a:p>
        </p:txBody>
      </p:sp>
      <p:sp>
        <p:nvSpPr>
          <p:cNvPr id="28" name="Platshållare för text 25">
            <a:extLst>
              <a:ext uri="{FF2B5EF4-FFF2-40B4-BE49-F238E27FC236}">
                <a16:creationId xmlns:a16="http://schemas.microsoft.com/office/drawing/2014/main" id="{04B6002D-221D-4D66-93ED-DAD87E6478D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92191" y="2899269"/>
            <a:ext cx="4360862" cy="3215781"/>
          </a:xfrm>
        </p:spPr>
        <p:txBody>
          <a:bodyPr rtlCol="0">
            <a:normAutofit/>
          </a:bodyPr>
          <a:lstStyle>
            <a:lvl1pPr marL="285750" indent="-285750">
              <a:buClr>
                <a:schemeClr val="accent3"/>
              </a:buClr>
              <a:buFontTx/>
              <a:buChar char="+"/>
              <a:defRPr sz="180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sv-SE" noProof="0"/>
              <a:t>Klicka för att infoga text</a:t>
            </a:r>
          </a:p>
        </p:txBody>
      </p:sp>
      <p:sp>
        <p:nvSpPr>
          <p:cNvPr id="31" name="Platshållare för text 23">
            <a:extLst>
              <a:ext uri="{FF2B5EF4-FFF2-40B4-BE49-F238E27FC236}">
                <a16:creationId xmlns:a16="http://schemas.microsoft.com/office/drawing/2014/main" id="{37B583B4-9EAA-4C7A-8DE1-DF310A0D244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87397" y="2346854"/>
            <a:ext cx="4360512" cy="552450"/>
          </a:xfrm>
        </p:spPr>
        <p:txBody>
          <a:bodyPr rtlCol="0">
            <a:normAutofit/>
          </a:bodyPr>
          <a:lstStyle>
            <a:lvl1pPr marL="0" indent="0">
              <a:buNone/>
              <a:defRPr sz="20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lvl="0" rtl="0"/>
            <a:r>
              <a:rPr lang="sv-SE" noProof="0"/>
              <a:t>Klicka här för att lägga till underrubrik</a:t>
            </a:r>
          </a:p>
        </p:txBody>
      </p:sp>
      <p:sp>
        <p:nvSpPr>
          <p:cNvPr id="32" name="Platshållare för text 25">
            <a:extLst>
              <a:ext uri="{FF2B5EF4-FFF2-40B4-BE49-F238E27FC236}">
                <a16:creationId xmlns:a16="http://schemas.microsoft.com/office/drawing/2014/main" id="{694B9F6A-3683-47F2-8548-EA26CEAD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87047" y="2899269"/>
            <a:ext cx="4360862" cy="3215781"/>
          </a:xfrm>
        </p:spPr>
        <p:txBody>
          <a:bodyPr rtlCol="0">
            <a:normAutofit/>
          </a:bodyPr>
          <a:lstStyle>
            <a:lvl1pPr marL="285750" indent="-285750">
              <a:buClr>
                <a:schemeClr val="accent3"/>
              </a:buClr>
              <a:buFontTx/>
              <a:buChar char="+"/>
              <a:defRPr sz="180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sv-SE" noProof="0"/>
              <a:t>Klicka för att infoga text</a:t>
            </a:r>
          </a:p>
        </p:txBody>
      </p:sp>
      <p:sp>
        <p:nvSpPr>
          <p:cNvPr id="18" name="Platshållare för datum 4">
            <a:extLst>
              <a:ext uri="{FF2B5EF4-FFF2-40B4-BE49-F238E27FC236}">
                <a16:creationId xmlns:a16="http://schemas.microsoft.com/office/drawing/2014/main" id="{1FDFCFD6-336A-4319-8946-39E7EC2CD1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00800"/>
            <a:ext cx="2743200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r>
              <a:rPr lang="sv-SE" noProof="0"/>
              <a:t>2/2/20XX</a:t>
            </a:r>
          </a:p>
        </p:txBody>
      </p:sp>
      <p:sp>
        <p:nvSpPr>
          <p:cNvPr id="19" name="Platshållare för sidfot 5">
            <a:extLst>
              <a:ext uri="{FF2B5EF4-FFF2-40B4-BE49-F238E27FC236}">
                <a16:creationId xmlns:a16="http://schemas.microsoft.com/office/drawing/2014/main" id="{EDA87BDB-4AAD-4508-9D8E-9413194A6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00800"/>
            <a:ext cx="4114800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r>
              <a:rPr lang="sv-SE" noProof="0"/>
              <a:t>PRESENTATIONENS RUBRIK</a:t>
            </a:r>
          </a:p>
        </p:txBody>
      </p:sp>
      <p:sp>
        <p:nvSpPr>
          <p:cNvPr id="20" name="Platshållare för bildnummer 6">
            <a:extLst>
              <a:ext uri="{FF2B5EF4-FFF2-40B4-BE49-F238E27FC236}">
                <a16:creationId xmlns:a16="http://schemas.microsoft.com/office/drawing/2014/main" id="{972B28B4-16BA-417A-B46D-DBD7D41F7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00800"/>
            <a:ext cx="2743200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fld id="{DFA5D71E-5CDF-4C93-8A75-5B916FDC5BEA}" type="slidenum">
              <a:rPr lang="sv-SE" noProof="0" smtClean="0"/>
              <a:pPr rtl="0"/>
              <a:t>‹#›</a:t>
            </a:fld>
            <a:endParaRPr lang="sv-SE" noProof="0"/>
          </a:p>
        </p:txBody>
      </p:sp>
    </p:spTree>
    <p:extLst>
      <p:ext uri="{BB962C8B-B14F-4D97-AF65-F5344CB8AC3E}">
        <p14:creationId xmlns:p14="http://schemas.microsoft.com/office/powerpoint/2010/main" val="1642508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ehåll i kolumn 3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 9">
            <a:extLst>
              <a:ext uri="{FF2B5EF4-FFF2-40B4-BE49-F238E27FC236}">
                <a16:creationId xmlns:a16="http://schemas.microsoft.com/office/drawing/2014/main" id="{D8A1D0A1-1FD1-4F94-B2C0-06C2E2030D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83404" y="225822"/>
            <a:ext cx="1847971" cy="2438142"/>
            <a:chOff x="183404" y="225822"/>
            <a:chExt cx="1847971" cy="2438142"/>
          </a:xfrm>
        </p:grpSpPr>
        <p:sp useBgFill="1">
          <p:nvSpPr>
            <p:cNvPr id="11" name="Bild 10">
              <a:extLst>
                <a:ext uri="{FF2B5EF4-FFF2-40B4-BE49-F238E27FC236}">
                  <a16:creationId xmlns:a16="http://schemas.microsoft.com/office/drawing/2014/main" id="{58CFF91A-90A9-4CD1-A803-636F9F1304A4}"/>
                </a:ext>
              </a:extLst>
            </p:cNvPr>
            <p:cNvSpPr/>
            <p:nvPr/>
          </p:nvSpPr>
          <p:spPr>
            <a:xfrm rot="2700000">
              <a:off x="304800" y="965970"/>
              <a:ext cx="1066799" cy="1066799"/>
            </a:xfrm>
            <a:custGeom>
              <a:avLst/>
              <a:gdLst>
                <a:gd name="connsiteX0" fmla="*/ 4053340 w 6859500"/>
                <a:gd name="connsiteY0" fmla="*/ 6235893 h 6859500"/>
                <a:gd name="connsiteX1" fmla="*/ 4053340 w 6859500"/>
                <a:gd name="connsiteY1" fmla="*/ 4053340 h 6859500"/>
                <a:gd name="connsiteX2" fmla="*/ 6235893 w 6859500"/>
                <a:gd name="connsiteY2" fmla="*/ 4053340 h 6859500"/>
                <a:gd name="connsiteX3" fmla="*/ 6859501 w 6859500"/>
                <a:gd name="connsiteY3" fmla="*/ 3429731 h 6859500"/>
                <a:gd name="connsiteX4" fmla="*/ 6235893 w 6859500"/>
                <a:gd name="connsiteY4" fmla="*/ 2806123 h 6859500"/>
                <a:gd name="connsiteX5" fmla="*/ 4053340 w 6859500"/>
                <a:gd name="connsiteY5" fmla="*/ 2806123 h 6859500"/>
                <a:gd name="connsiteX6" fmla="*/ 4053340 w 6859500"/>
                <a:gd name="connsiteY6" fmla="*/ 623608 h 6859500"/>
                <a:gd name="connsiteX7" fmla="*/ 3429731 w 6859500"/>
                <a:gd name="connsiteY7" fmla="*/ 0 h 6859500"/>
                <a:gd name="connsiteX8" fmla="*/ 2806123 w 6859500"/>
                <a:gd name="connsiteY8" fmla="*/ 623608 h 6859500"/>
                <a:gd name="connsiteX9" fmla="*/ 2806123 w 6859500"/>
                <a:gd name="connsiteY9" fmla="*/ 2806161 h 6859500"/>
                <a:gd name="connsiteX10" fmla="*/ 623608 w 6859500"/>
                <a:gd name="connsiteY10" fmla="*/ 2806161 h 6859500"/>
                <a:gd name="connsiteX11" fmla="*/ 0 w 6859500"/>
                <a:gd name="connsiteY11" fmla="*/ 3429731 h 6859500"/>
                <a:gd name="connsiteX12" fmla="*/ 623608 w 6859500"/>
                <a:gd name="connsiteY12" fmla="*/ 4053340 h 6859500"/>
                <a:gd name="connsiteX13" fmla="*/ 2806161 w 6859500"/>
                <a:gd name="connsiteY13" fmla="*/ 4053340 h 6859500"/>
                <a:gd name="connsiteX14" fmla="*/ 2806161 w 6859500"/>
                <a:gd name="connsiteY14" fmla="*/ 6235893 h 6859500"/>
                <a:gd name="connsiteX15" fmla="*/ 3429770 w 6859500"/>
                <a:gd name="connsiteY15" fmla="*/ 6859501 h 6859500"/>
                <a:gd name="connsiteX16" fmla="*/ 4053340 w 6859500"/>
                <a:gd name="connsiteY16" fmla="*/ 6235893 h 6859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859500" h="6859500">
                  <a:moveTo>
                    <a:pt x="4053340" y="6235893"/>
                  </a:moveTo>
                  <a:lnTo>
                    <a:pt x="4053340" y="4053340"/>
                  </a:lnTo>
                  <a:lnTo>
                    <a:pt x="6235893" y="4053340"/>
                  </a:lnTo>
                  <a:cubicBezTo>
                    <a:pt x="6580293" y="4053340"/>
                    <a:pt x="6859501" y="3774132"/>
                    <a:pt x="6859501" y="3429731"/>
                  </a:cubicBezTo>
                  <a:cubicBezTo>
                    <a:pt x="6859501" y="3085330"/>
                    <a:pt x="6580332" y="2806123"/>
                    <a:pt x="6235893" y="2806123"/>
                  </a:cubicBezTo>
                  <a:lnTo>
                    <a:pt x="4053340" y="2806123"/>
                  </a:lnTo>
                  <a:lnTo>
                    <a:pt x="4053340" y="623608"/>
                  </a:lnTo>
                  <a:cubicBezTo>
                    <a:pt x="4053340" y="279208"/>
                    <a:pt x="3774171" y="0"/>
                    <a:pt x="3429731" y="0"/>
                  </a:cubicBezTo>
                  <a:cubicBezTo>
                    <a:pt x="3085330" y="0"/>
                    <a:pt x="2806123" y="279208"/>
                    <a:pt x="2806123" y="623608"/>
                  </a:cubicBezTo>
                  <a:lnTo>
                    <a:pt x="2806123" y="2806161"/>
                  </a:lnTo>
                  <a:lnTo>
                    <a:pt x="623608" y="2806161"/>
                  </a:lnTo>
                  <a:cubicBezTo>
                    <a:pt x="279208" y="2806161"/>
                    <a:pt x="0" y="3085369"/>
                    <a:pt x="0" y="3429731"/>
                  </a:cubicBezTo>
                  <a:cubicBezTo>
                    <a:pt x="0" y="3774132"/>
                    <a:pt x="279208" y="4053340"/>
                    <a:pt x="623608" y="4053340"/>
                  </a:cubicBezTo>
                  <a:lnTo>
                    <a:pt x="2806161" y="4053340"/>
                  </a:lnTo>
                  <a:lnTo>
                    <a:pt x="2806161" y="6235893"/>
                  </a:lnTo>
                  <a:cubicBezTo>
                    <a:pt x="2806161" y="6580293"/>
                    <a:pt x="3085369" y="6859501"/>
                    <a:pt x="3429770" y="6859501"/>
                  </a:cubicBezTo>
                  <a:cubicBezTo>
                    <a:pt x="3774171" y="6859501"/>
                    <a:pt x="4053340" y="6580293"/>
                    <a:pt x="4053340" y="6235893"/>
                  </a:cubicBezTo>
                  <a:close/>
                </a:path>
              </a:pathLst>
            </a:custGeom>
            <a:ln w="3848" cap="flat">
              <a:noFill/>
              <a:prstDash val="solid"/>
              <a:miter/>
            </a:ln>
            <a:effectLst>
              <a:glow rad="152400">
                <a:srgbClr val="000000">
                  <a:alpha val="4000"/>
                </a:srgbClr>
              </a:glow>
              <a:outerShdw blurRad="101600" dist="38100" dir="16200000" rotWithShape="0">
                <a:srgbClr val="000000">
                  <a:alpha val="5000"/>
                </a:srgbClr>
              </a:outerShdw>
            </a:effectLst>
          </p:spPr>
          <p:txBody>
            <a:bodyPr rtlCol="0" anchor="ctr"/>
            <a:lstStyle/>
            <a:p>
              <a:pPr rtl="0"/>
              <a:endParaRPr lang="sv-SE" noProof="0"/>
            </a:p>
          </p:txBody>
        </p:sp>
        <p:sp useBgFill="1">
          <p:nvSpPr>
            <p:cNvPr id="12" name="Ellips 11">
              <a:extLst>
                <a:ext uri="{FF2B5EF4-FFF2-40B4-BE49-F238E27FC236}">
                  <a16:creationId xmlns:a16="http://schemas.microsoft.com/office/drawing/2014/main" id="{4FBC4BC7-0780-43F3-A67A-65EB564F696D}"/>
                </a:ext>
              </a:extLst>
            </p:cNvPr>
            <p:cNvSpPr/>
            <p:nvPr/>
          </p:nvSpPr>
          <p:spPr>
            <a:xfrm rot="10800000">
              <a:off x="1815651" y="1342540"/>
              <a:ext cx="215724" cy="215724"/>
            </a:xfrm>
            <a:prstGeom prst="ellipse">
              <a:avLst/>
            </a:prstGeom>
            <a:ln w="3848" cap="flat">
              <a:noFill/>
              <a:prstDash val="solid"/>
              <a:miter/>
            </a:ln>
            <a:effectLst>
              <a:glow rad="152400">
                <a:srgbClr val="000000">
                  <a:alpha val="4000"/>
                </a:srgbClr>
              </a:glow>
              <a:outerShdw blurRad="101600" dist="38100" dir="16200000" rotWithShape="0">
                <a:srgbClr val="000000">
                  <a:alpha val="5000"/>
                </a:srgbClr>
              </a:outerShdw>
            </a:effectLst>
          </p:spPr>
          <p:txBody>
            <a:bodyPr rtlCol="0" anchor="ctr"/>
            <a:lstStyle/>
            <a:p>
              <a:pPr rtl="0"/>
              <a:endParaRPr lang="sv-SE" noProof="0"/>
            </a:p>
          </p:txBody>
        </p:sp>
        <p:sp useBgFill="1">
          <p:nvSpPr>
            <p:cNvPr id="13" name="Ellips 12">
              <a:extLst>
                <a:ext uri="{FF2B5EF4-FFF2-40B4-BE49-F238E27FC236}">
                  <a16:creationId xmlns:a16="http://schemas.microsoft.com/office/drawing/2014/main" id="{1CE0ABAF-CF8C-4E0D-A844-F01B6E85B2E3}"/>
                </a:ext>
              </a:extLst>
            </p:cNvPr>
            <p:cNvSpPr/>
            <p:nvPr/>
          </p:nvSpPr>
          <p:spPr>
            <a:xfrm rot="10800000">
              <a:off x="183404" y="225822"/>
              <a:ext cx="474023" cy="474023"/>
            </a:xfrm>
            <a:prstGeom prst="ellipse">
              <a:avLst/>
            </a:prstGeom>
            <a:ln w="3848" cap="flat">
              <a:noFill/>
              <a:prstDash val="solid"/>
              <a:miter/>
            </a:ln>
            <a:effectLst>
              <a:glow rad="152400">
                <a:srgbClr val="000000">
                  <a:alpha val="4000"/>
                </a:srgbClr>
              </a:glow>
              <a:outerShdw blurRad="101600" dist="38100" dir="16200000" rotWithShape="0">
                <a:srgbClr val="000000">
                  <a:alpha val="5000"/>
                </a:srgbClr>
              </a:outerShdw>
            </a:effectLst>
          </p:spPr>
          <p:txBody>
            <a:bodyPr rtlCol="0" anchor="ctr"/>
            <a:lstStyle/>
            <a:p>
              <a:pPr rtl="0"/>
              <a:endParaRPr lang="sv-SE" noProof="0"/>
            </a:p>
          </p:txBody>
        </p:sp>
        <p:sp useBgFill="1">
          <p:nvSpPr>
            <p:cNvPr id="14" name="Ellips 13">
              <a:extLst>
                <a:ext uri="{FF2B5EF4-FFF2-40B4-BE49-F238E27FC236}">
                  <a16:creationId xmlns:a16="http://schemas.microsoft.com/office/drawing/2014/main" id="{5E894DEB-17BA-46D9-AF52-DFC04FC4E93A}"/>
                </a:ext>
              </a:extLst>
            </p:cNvPr>
            <p:cNvSpPr/>
            <p:nvPr/>
          </p:nvSpPr>
          <p:spPr>
            <a:xfrm rot="10800000">
              <a:off x="583574" y="2333139"/>
              <a:ext cx="330825" cy="330825"/>
            </a:xfrm>
            <a:prstGeom prst="ellipse">
              <a:avLst/>
            </a:prstGeom>
            <a:ln w="3848" cap="flat">
              <a:noFill/>
              <a:prstDash val="solid"/>
              <a:miter/>
            </a:ln>
            <a:effectLst>
              <a:glow rad="152400">
                <a:srgbClr val="000000">
                  <a:alpha val="4000"/>
                </a:srgbClr>
              </a:glow>
              <a:outerShdw blurRad="101600" dist="38100" dir="16200000" rotWithShape="0">
                <a:srgbClr val="000000">
                  <a:alpha val="5000"/>
                </a:srgbClr>
              </a:outerShdw>
            </a:effectLst>
          </p:spPr>
          <p:txBody>
            <a:bodyPr rtlCol="0" anchor="ctr"/>
            <a:lstStyle/>
            <a:p>
              <a:pPr rtl="0"/>
              <a:endParaRPr lang="sv-SE" noProof="0"/>
            </a:p>
          </p:txBody>
        </p:sp>
      </p:grpSp>
      <p:sp>
        <p:nvSpPr>
          <p:cNvPr id="16" name="Rubrik 1">
            <a:extLst>
              <a:ext uri="{FF2B5EF4-FFF2-40B4-BE49-F238E27FC236}">
                <a16:creationId xmlns:a16="http://schemas.microsoft.com/office/drawing/2014/main" id="{30AFDACD-10D0-493F-9AA6-0C0AC8835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352" y="566127"/>
            <a:ext cx="10531448" cy="1490825"/>
          </a:xfrm>
        </p:spPr>
        <p:txBody>
          <a:bodyPr rtlCol="0" anchor="ctr">
            <a:normAutofit/>
          </a:bodyPr>
          <a:lstStyle>
            <a:lvl1pPr algn="ctr">
              <a:defRPr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pPr algn="ctr" rtl="0"/>
            <a:r>
              <a:rPr lang="en-GB" noProof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Segoe UI" panose="020B0502040204020203" pitchFamily="34" charset="0"/>
              </a:rPr>
              <a:t>Click to edit Master title style</a:t>
            </a:r>
            <a:endParaRPr lang="sv-SE" noProof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Segoe UI" panose="020B0502040204020203" pitchFamily="34" charset="0"/>
            </a:endParaRPr>
          </a:p>
        </p:txBody>
      </p:sp>
      <p:sp>
        <p:nvSpPr>
          <p:cNvPr id="20" name="Platshållare för text 23">
            <a:extLst>
              <a:ext uri="{FF2B5EF4-FFF2-40B4-BE49-F238E27FC236}">
                <a16:creationId xmlns:a16="http://schemas.microsoft.com/office/drawing/2014/main" id="{FCFF65AC-D857-44D4-8C75-42685EEC828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01992" y="2346854"/>
            <a:ext cx="3303394" cy="552450"/>
          </a:xfrm>
        </p:spPr>
        <p:txBody>
          <a:bodyPr rtlCol="0">
            <a:normAutofit/>
          </a:bodyPr>
          <a:lstStyle>
            <a:lvl1pPr marL="0" indent="0">
              <a:buNone/>
              <a:defRPr sz="20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lvl="0" rtl="0"/>
            <a:r>
              <a:rPr lang="sv-SE" noProof="0"/>
              <a:t>Klicka här för att lägga till underrubrik</a:t>
            </a:r>
          </a:p>
        </p:txBody>
      </p:sp>
      <p:sp>
        <p:nvSpPr>
          <p:cNvPr id="21" name="Platshållare för text 25">
            <a:extLst>
              <a:ext uri="{FF2B5EF4-FFF2-40B4-BE49-F238E27FC236}">
                <a16:creationId xmlns:a16="http://schemas.microsoft.com/office/drawing/2014/main" id="{CBC02743-732C-4B86-AB3D-5C05A02D0D1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01641" y="2899269"/>
            <a:ext cx="3303659" cy="3215781"/>
          </a:xfrm>
        </p:spPr>
        <p:txBody>
          <a:bodyPr rtlCol="0">
            <a:normAutofit/>
          </a:bodyPr>
          <a:lstStyle>
            <a:lvl1pPr marL="285750" indent="-285750">
              <a:buClr>
                <a:schemeClr val="accent3"/>
              </a:buClr>
              <a:buFontTx/>
              <a:buChar char="+"/>
              <a:defRPr sz="180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sv-SE" noProof="0"/>
              <a:t>Klicka för att infoga text</a:t>
            </a:r>
          </a:p>
        </p:txBody>
      </p:sp>
      <p:sp>
        <p:nvSpPr>
          <p:cNvPr id="32" name="Platshållare för text 23">
            <a:extLst>
              <a:ext uri="{FF2B5EF4-FFF2-40B4-BE49-F238E27FC236}">
                <a16:creationId xmlns:a16="http://schemas.microsoft.com/office/drawing/2014/main" id="{01F8B39A-529F-4E49-AE13-52EC4704DEB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453829" y="2346854"/>
            <a:ext cx="3303394" cy="552450"/>
          </a:xfrm>
        </p:spPr>
        <p:txBody>
          <a:bodyPr rtlCol="0">
            <a:normAutofit/>
          </a:bodyPr>
          <a:lstStyle>
            <a:lvl1pPr marL="0" indent="0">
              <a:buNone/>
              <a:defRPr sz="20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lvl="0" rtl="0"/>
            <a:r>
              <a:rPr lang="sv-SE" noProof="0"/>
              <a:t>Klicka här för att lägga till underrubrik</a:t>
            </a:r>
          </a:p>
        </p:txBody>
      </p:sp>
      <p:sp>
        <p:nvSpPr>
          <p:cNvPr id="33" name="Platshållare för text 25">
            <a:extLst>
              <a:ext uri="{FF2B5EF4-FFF2-40B4-BE49-F238E27FC236}">
                <a16:creationId xmlns:a16="http://schemas.microsoft.com/office/drawing/2014/main" id="{2A6AE7B0-4281-44CE-83E8-FF70EB548AC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453478" y="2899269"/>
            <a:ext cx="3303659" cy="3215781"/>
          </a:xfrm>
        </p:spPr>
        <p:txBody>
          <a:bodyPr rtlCol="0">
            <a:normAutofit/>
          </a:bodyPr>
          <a:lstStyle>
            <a:lvl1pPr marL="285750" indent="-285750">
              <a:buClr>
                <a:schemeClr val="accent3"/>
              </a:buClr>
              <a:buFontTx/>
              <a:buChar char="+"/>
              <a:defRPr sz="180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sv-SE" noProof="0"/>
              <a:t>Klicka för att infoga text</a:t>
            </a:r>
          </a:p>
        </p:txBody>
      </p:sp>
      <p:sp>
        <p:nvSpPr>
          <p:cNvPr id="34" name="Platshållare för text 23">
            <a:extLst>
              <a:ext uri="{FF2B5EF4-FFF2-40B4-BE49-F238E27FC236}">
                <a16:creationId xmlns:a16="http://schemas.microsoft.com/office/drawing/2014/main" id="{9D1E92C6-323C-467F-8117-84624685E70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906017" y="2333139"/>
            <a:ext cx="3303394" cy="552450"/>
          </a:xfrm>
        </p:spPr>
        <p:txBody>
          <a:bodyPr rtlCol="0">
            <a:normAutofit/>
          </a:bodyPr>
          <a:lstStyle>
            <a:lvl1pPr marL="0" indent="0">
              <a:buNone/>
              <a:defRPr sz="20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lvl="0" rtl="0"/>
            <a:r>
              <a:rPr lang="sv-SE" noProof="0"/>
              <a:t>Klicka här för att lägga till underrubrik</a:t>
            </a:r>
          </a:p>
        </p:txBody>
      </p:sp>
      <p:sp>
        <p:nvSpPr>
          <p:cNvPr id="35" name="Platshållare för text 25">
            <a:extLst>
              <a:ext uri="{FF2B5EF4-FFF2-40B4-BE49-F238E27FC236}">
                <a16:creationId xmlns:a16="http://schemas.microsoft.com/office/drawing/2014/main" id="{E292D7CF-B506-4D5A-9747-949D5607895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905666" y="2885554"/>
            <a:ext cx="3303659" cy="3215781"/>
          </a:xfrm>
        </p:spPr>
        <p:txBody>
          <a:bodyPr rtlCol="0">
            <a:normAutofit/>
          </a:bodyPr>
          <a:lstStyle>
            <a:lvl1pPr marL="285750" indent="-285750">
              <a:buClr>
                <a:schemeClr val="accent3"/>
              </a:buClr>
              <a:buFontTx/>
              <a:buChar char="+"/>
              <a:defRPr sz="180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sv-SE" noProof="0"/>
              <a:t>Klicka för att infoga text</a:t>
            </a:r>
          </a:p>
        </p:txBody>
      </p:sp>
      <p:sp>
        <p:nvSpPr>
          <p:cNvPr id="17" name="Platshållare för datum 4">
            <a:extLst>
              <a:ext uri="{FF2B5EF4-FFF2-40B4-BE49-F238E27FC236}">
                <a16:creationId xmlns:a16="http://schemas.microsoft.com/office/drawing/2014/main" id="{39C4FF29-BCBF-4D15-B2D8-AE2E1F3891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00800"/>
            <a:ext cx="2743200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r>
              <a:rPr lang="sv-SE" noProof="0"/>
              <a:t>2/2/20XX</a:t>
            </a:r>
          </a:p>
        </p:txBody>
      </p:sp>
      <p:sp>
        <p:nvSpPr>
          <p:cNvPr id="18" name="Platshållare för sidfot 5">
            <a:extLst>
              <a:ext uri="{FF2B5EF4-FFF2-40B4-BE49-F238E27FC236}">
                <a16:creationId xmlns:a16="http://schemas.microsoft.com/office/drawing/2014/main" id="{308F6E4A-924F-4513-8E2C-B2815410D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00800"/>
            <a:ext cx="4114800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r>
              <a:rPr lang="sv-SE" noProof="0"/>
              <a:t>PRESENTATIONENS RUBRIK</a:t>
            </a:r>
          </a:p>
        </p:txBody>
      </p:sp>
      <p:sp>
        <p:nvSpPr>
          <p:cNvPr id="19" name="Platshållare för bildnummer 6">
            <a:extLst>
              <a:ext uri="{FF2B5EF4-FFF2-40B4-BE49-F238E27FC236}">
                <a16:creationId xmlns:a16="http://schemas.microsoft.com/office/drawing/2014/main" id="{54E5349C-86B2-431A-A9BA-60665D179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00800"/>
            <a:ext cx="2743200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fld id="{DFA5D71E-5CDF-4C93-8A75-5B916FDC5BEA}" type="slidenum">
              <a:rPr lang="sv-SE" noProof="0" smtClean="0"/>
              <a:pPr rtl="0"/>
              <a:t>‹#›</a:t>
            </a:fld>
            <a:endParaRPr lang="sv-SE" noProof="0"/>
          </a:p>
        </p:txBody>
      </p:sp>
    </p:spTree>
    <p:extLst>
      <p:ext uri="{BB962C8B-B14F-4D97-AF65-F5344CB8AC3E}">
        <p14:creationId xmlns:p14="http://schemas.microsoft.com/office/powerpoint/2010/main" val="42125448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ammanfatt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brik 1">
            <a:extLst>
              <a:ext uri="{FF2B5EF4-FFF2-40B4-BE49-F238E27FC236}">
                <a16:creationId xmlns:a16="http://schemas.microsoft.com/office/drawing/2014/main" id="{67E5D41C-AF53-4BB3-B90C-55B007BC4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403" y="4038599"/>
            <a:ext cx="4715498" cy="2235494"/>
          </a:xfrm>
        </p:spPr>
        <p:txBody>
          <a:bodyPr rtlCol="0" anchor="ctr">
            <a:normAutofit/>
          </a:bodyPr>
          <a:lstStyle/>
          <a:p>
            <a:pPr rtl="0"/>
            <a:r>
              <a:rPr lang="en-GB" noProof="0">
                <a:latin typeface="Aller" panose="020B0603020203020204" pitchFamily="34" charset="0"/>
                <a:cs typeface="Segoe UI" panose="020B0502040204020203" pitchFamily="34" charset="0"/>
              </a:rPr>
              <a:t>Click to edit Master title style</a:t>
            </a:r>
            <a:endParaRPr lang="sv-SE" noProof="0">
              <a:latin typeface="Aller" panose="020B0603020203020204" pitchFamily="34" charset="0"/>
              <a:cs typeface="Segoe UI" panose="020B0502040204020203" pitchFamily="34" charset="0"/>
            </a:endParaRPr>
          </a:p>
        </p:txBody>
      </p:sp>
      <p:sp>
        <p:nvSpPr>
          <p:cNvPr id="15" name="Platshållare för bild 14">
            <a:extLst>
              <a:ext uri="{FF2B5EF4-FFF2-40B4-BE49-F238E27FC236}">
                <a16:creationId xmlns:a16="http://schemas.microsoft.com/office/drawing/2014/main" id="{2F6A086D-145E-4C1B-B127-20F3EB74551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81025" y="533400"/>
            <a:ext cx="3628551" cy="3297238"/>
          </a:xfrm>
          <a:custGeom>
            <a:avLst/>
            <a:gdLst>
              <a:gd name="connsiteX0" fmla="*/ 318559 w 3628551"/>
              <a:gd name="connsiteY0" fmla="*/ 1414022 h 3297238"/>
              <a:gd name="connsiteX1" fmla="*/ 187729 w 3628551"/>
              <a:gd name="connsiteY1" fmla="*/ 1544852 h 3297238"/>
              <a:gd name="connsiteX2" fmla="*/ 318559 w 3628551"/>
              <a:gd name="connsiteY2" fmla="*/ 1675682 h 3297238"/>
              <a:gd name="connsiteX3" fmla="*/ 449389 w 3628551"/>
              <a:gd name="connsiteY3" fmla="*/ 1544852 h 3297238"/>
              <a:gd name="connsiteX4" fmla="*/ 318559 w 3628551"/>
              <a:gd name="connsiteY4" fmla="*/ 1414022 h 3297238"/>
              <a:gd name="connsiteX5" fmla="*/ 0 w 3628551"/>
              <a:gd name="connsiteY5" fmla="*/ 0 h 3297238"/>
              <a:gd name="connsiteX6" fmla="*/ 3628551 w 3628551"/>
              <a:gd name="connsiteY6" fmla="*/ 0 h 3297238"/>
              <a:gd name="connsiteX7" fmla="*/ 3628551 w 3628551"/>
              <a:gd name="connsiteY7" fmla="*/ 3297238 h 3297238"/>
              <a:gd name="connsiteX8" fmla="*/ 0 w 3628551"/>
              <a:gd name="connsiteY8" fmla="*/ 3297238 h 3297238"/>
              <a:gd name="connsiteX9" fmla="*/ 0 w 3628551"/>
              <a:gd name="connsiteY9" fmla="*/ 1060944 h 3297238"/>
              <a:gd name="connsiteX10" fmla="*/ 93526 w 3628551"/>
              <a:gd name="connsiteY10" fmla="*/ 1154470 h 3297238"/>
              <a:gd name="connsiteX11" fmla="*/ 185334 w 3628551"/>
              <a:gd name="connsiteY11" fmla="*/ 1152160 h 3297238"/>
              <a:gd name="connsiteX12" fmla="*/ 187645 w 3628551"/>
              <a:gd name="connsiteY12" fmla="*/ 1060352 h 3297238"/>
              <a:gd name="connsiteX13" fmla="*/ 31028 w 3628551"/>
              <a:gd name="connsiteY13" fmla="*/ 903736 h 3297238"/>
              <a:gd name="connsiteX14" fmla="*/ 195727 w 3628551"/>
              <a:gd name="connsiteY14" fmla="*/ 739037 h 3297238"/>
              <a:gd name="connsiteX15" fmla="*/ 198037 w 3628551"/>
              <a:gd name="connsiteY15" fmla="*/ 647229 h 3297238"/>
              <a:gd name="connsiteX16" fmla="*/ 106229 w 3628551"/>
              <a:gd name="connsiteY16" fmla="*/ 649539 h 3297238"/>
              <a:gd name="connsiteX17" fmla="*/ 0 w 3628551"/>
              <a:gd name="connsiteY17" fmla="*/ 755768 h 3297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628551" h="3297238">
                <a:moveTo>
                  <a:pt x="318559" y="1414022"/>
                </a:moveTo>
                <a:cubicBezTo>
                  <a:pt x="246304" y="1414022"/>
                  <a:pt x="187729" y="1472597"/>
                  <a:pt x="187729" y="1544852"/>
                </a:cubicBezTo>
                <a:cubicBezTo>
                  <a:pt x="187729" y="1617107"/>
                  <a:pt x="246304" y="1675682"/>
                  <a:pt x="318559" y="1675682"/>
                </a:cubicBezTo>
                <a:cubicBezTo>
                  <a:pt x="390814" y="1675682"/>
                  <a:pt x="449389" y="1617107"/>
                  <a:pt x="449389" y="1544852"/>
                </a:cubicBezTo>
                <a:cubicBezTo>
                  <a:pt x="449389" y="1472597"/>
                  <a:pt x="390814" y="1414022"/>
                  <a:pt x="318559" y="1414022"/>
                </a:cubicBezTo>
                <a:close/>
                <a:moveTo>
                  <a:pt x="0" y="0"/>
                </a:moveTo>
                <a:lnTo>
                  <a:pt x="3628551" y="0"/>
                </a:lnTo>
                <a:lnTo>
                  <a:pt x="3628551" y="3297238"/>
                </a:lnTo>
                <a:lnTo>
                  <a:pt x="0" y="3297238"/>
                </a:lnTo>
                <a:lnTo>
                  <a:pt x="0" y="1060944"/>
                </a:lnTo>
                <a:lnTo>
                  <a:pt x="93526" y="1154470"/>
                </a:lnTo>
                <a:cubicBezTo>
                  <a:pt x="118240" y="1179184"/>
                  <a:pt x="159345" y="1178149"/>
                  <a:pt x="185334" y="1152160"/>
                </a:cubicBezTo>
                <a:cubicBezTo>
                  <a:pt x="211324" y="1126171"/>
                  <a:pt x="212361" y="1085068"/>
                  <a:pt x="187645" y="1060352"/>
                </a:cubicBezTo>
                <a:lnTo>
                  <a:pt x="31028" y="903736"/>
                </a:lnTo>
                <a:lnTo>
                  <a:pt x="195727" y="739037"/>
                </a:lnTo>
                <a:cubicBezTo>
                  <a:pt x="221716" y="713048"/>
                  <a:pt x="222754" y="671945"/>
                  <a:pt x="198037" y="647229"/>
                </a:cubicBezTo>
                <a:cubicBezTo>
                  <a:pt x="173324" y="622515"/>
                  <a:pt x="132218" y="623550"/>
                  <a:pt x="106229" y="649539"/>
                </a:cubicBezTo>
                <a:lnTo>
                  <a:pt x="0" y="755768"/>
                </a:lnTo>
                <a:close/>
              </a:path>
            </a:pathLst>
          </a:custGeom>
        </p:spPr>
        <p:txBody>
          <a:bodyPr wrap="square" rtlCol="0">
            <a:no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sv-SE" noProof="0"/>
              <a:t>Klicka för att lägga till ett foto</a:t>
            </a:r>
          </a:p>
        </p:txBody>
      </p:sp>
      <p:sp>
        <p:nvSpPr>
          <p:cNvPr id="32" name="Platshållare för bild 27">
            <a:extLst>
              <a:ext uri="{FF2B5EF4-FFF2-40B4-BE49-F238E27FC236}">
                <a16:creationId xmlns:a16="http://schemas.microsoft.com/office/drawing/2014/main" id="{7F0E1CD0-7716-4ECA-95A0-1DAD5D7BB0E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291941" y="533400"/>
            <a:ext cx="3663496" cy="3297238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sv-SE" noProof="0"/>
              <a:t>Klicka för att lägga till ett foto</a:t>
            </a:r>
          </a:p>
        </p:txBody>
      </p:sp>
      <p:sp>
        <p:nvSpPr>
          <p:cNvPr id="33" name="Platshållare för bild 29">
            <a:extLst>
              <a:ext uri="{FF2B5EF4-FFF2-40B4-BE49-F238E27FC236}">
                <a16:creationId xmlns:a16="http://schemas.microsoft.com/office/drawing/2014/main" id="{DA591C55-F69F-4200-828A-2D6335F0513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032564" y="533400"/>
            <a:ext cx="3653023" cy="3297238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sv-SE" noProof="0"/>
              <a:t>Klicka för att lägga till ett foto</a:t>
            </a:r>
          </a:p>
        </p:txBody>
      </p:sp>
      <p:sp>
        <p:nvSpPr>
          <p:cNvPr id="24" name="Platshållare för text 21">
            <a:extLst>
              <a:ext uri="{FF2B5EF4-FFF2-40B4-BE49-F238E27FC236}">
                <a16:creationId xmlns:a16="http://schemas.microsoft.com/office/drawing/2014/main" id="{6A0E906F-C44E-4A99-AFF8-D3402964E5A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86400" y="4038600"/>
            <a:ext cx="6199189" cy="2235200"/>
          </a:xfrm>
        </p:spPr>
        <p:txBody>
          <a:bodyPr rtlCol="0" anchor="ctr">
            <a:normAutofit/>
          </a:bodyPr>
          <a:lstStyle>
            <a:lvl1pPr marL="0" indent="0">
              <a:lnSpc>
                <a:spcPct val="120000"/>
              </a:lnSpc>
              <a:buNone/>
              <a:defRPr sz="1800"/>
            </a:lvl1pPr>
          </a:lstStyle>
          <a:p>
            <a:pPr lvl="0" rtl="0"/>
            <a:r>
              <a:rPr lang="sv-SE" noProof="0"/>
              <a:t>Klicka här för att lägga till text</a:t>
            </a:r>
          </a:p>
        </p:txBody>
      </p:sp>
      <p:sp>
        <p:nvSpPr>
          <p:cNvPr id="18" name="Platshållare för datum 4">
            <a:extLst>
              <a:ext uri="{FF2B5EF4-FFF2-40B4-BE49-F238E27FC236}">
                <a16:creationId xmlns:a16="http://schemas.microsoft.com/office/drawing/2014/main" id="{0F951813-3955-4553-A366-5835C924A0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00800"/>
            <a:ext cx="2743200" cy="365125"/>
          </a:xfrm>
        </p:spPr>
        <p:txBody>
          <a:bodyPr rtlCol="0"/>
          <a:lstStyle/>
          <a:p>
            <a:pPr rtl="0"/>
            <a:r>
              <a:rPr lang="sv-SE" noProof="0"/>
              <a:t>2/2/20XX</a:t>
            </a:r>
          </a:p>
        </p:txBody>
      </p:sp>
      <p:sp>
        <p:nvSpPr>
          <p:cNvPr id="19" name="Platshållare för sidfot 5">
            <a:extLst>
              <a:ext uri="{FF2B5EF4-FFF2-40B4-BE49-F238E27FC236}">
                <a16:creationId xmlns:a16="http://schemas.microsoft.com/office/drawing/2014/main" id="{B1F7E77F-0625-469F-B5F7-157B7B056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00800"/>
            <a:ext cx="4114800" cy="365125"/>
          </a:xfrm>
        </p:spPr>
        <p:txBody>
          <a:bodyPr rtlCol="0"/>
          <a:lstStyle>
            <a:lvl1pPr>
              <a:defRPr/>
            </a:lvl1pPr>
          </a:lstStyle>
          <a:p>
            <a:pPr rtl="0"/>
            <a:r>
              <a:rPr lang="sv-SE" noProof="0"/>
              <a:t>PRESENTATIONENS RUBRIK</a:t>
            </a:r>
          </a:p>
        </p:txBody>
      </p:sp>
      <p:sp>
        <p:nvSpPr>
          <p:cNvPr id="20" name="Platshållare för bildnummer 6">
            <a:extLst>
              <a:ext uri="{FF2B5EF4-FFF2-40B4-BE49-F238E27FC236}">
                <a16:creationId xmlns:a16="http://schemas.microsoft.com/office/drawing/2014/main" id="{C84C6DAD-05C6-4F35-8750-E504AD54A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00800"/>
            <a:ext cx="2743200" cy="365125"/>
          </a:xfrm>
        </p:spPr>
        <p:txBody>
          <a:bodyPr rtlCol="0"/>
          <a:lstStyle/>
          <a:p>
            <a:pPr rtl="0"/>
            <a:fld id="{DFA5D71E-5CDF-4C93-8A75-5B916FDC5BEA}" type="slidenum">
              <a:rPr lang="sv-SE" noProof="0" smtClean="0"/>
              <a:pPr rtl="0"/>
              <a:t>‹#›</a:t>
            </a:fld>
            <a:endParaRPr lang="sv-SE" noProof="0"/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DF0A57B7-7651-4DB0-ACED-9BDE318828E4}"/>
              </a:ext>
            </a:extLst>
          </p:cNvPr>
          <p:cNvSpPr>
            <a:spLocks noGrp="1"/>
          </p:cNvSpPr>
          <p:nvPr userDrawn="1">
            <p:ph type="body" sz="quarter" idx="17" hasCustomPrompt="1"/>
          </p:nvPr>
        </p:nvSpPr>
        <p:spPr>
          <a:xfrm>
            <a:off x="768350" y="1944688"/>
            <a:ext cx="256827" cy="261937"/>
          </a:xfrm>
          <a:prstGeom prst="ellipse">
            <a:avLst/>
          </a:prstGeom>
          <a:solidFill>
            <a:schemeClr val="bg1"/>
          </a:solidFill>
          <a:ln w="3848" cap="flat">
            <a:noFill/>
            <a:prstDash val="solid"/>
            <a:miter/>
          </a:ln>
          <a:effectLst>
            <a:glow rad="152400">
              <a:srgbClr val="000000">
                <a:alpha val="4000"/>
              </a:srgbClr>
            </a:glow>
            <a:outerShdw blurRad="101600" dist="38100" dir="16200000" rotWithShape="0">
              <a:srgbClr val="000000">
                <a:alpha val="5000"/>
              </a:srgbClr>
            </a:outerShdw>
          </a:effectLst>
        </p:spPr>
        <p:txBody>
          <a:bodyPr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lang="en-US" sz="800" dirty="0">
                <a:solidFill>
                  <a:schemeClr val="bg1"/>
                </a:solidFill>
              </a:defRPr>
            </a:lvl1pPr>
          </a:lstStyle>
          <a:p>
            <a:pPr marL="0" lvl="0" rtl="0"/>
            <a:r>
              <a:rPr lang="sv-SE" noProof="0"/>
              <a:t>X</a:t>
            </a:r>
          </a:p>
        </p:txBody>
      </p:sp>
      <p:sp>
        <p:nvSpPr>
          <p:cNvPr id="28" name="Platshållare för text 27">
            <a:extLst>
              <a:ext uri="{FF2B5EF4-FFF2-40B4-BE49-F238E27FC236}">
                <a16:creationId xmlns:a16="http://schemas.microsoft.com/office/drawing/2014/main" id="{5A62BA73-D580-45D8-8B0F-D2BBC0B5823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 rot="18893241">
            <a:off x="153842" y="1083887"/>
            <a:ext cx="731521" cy="707965"/>
          </a:xfrm>
          <a:custGeom>
            <a:avLst/>
            <a:gdLst>
              <a:gd name="connsiteX0" fmla="*/ 713237 w 731521"/>
              <a:gd name="connsiteY0" fmla="*/ 308718 h 707965"/>
              <a:gd name="connsiteX1" fmla="*/ 731521 w 731521"/>
              <a:gd name="connsiteY1" fmla="*/ 352774 h 707965"/>
              <a:gd name="connsiteX2" fmla="*/ 669242 w 731521"/>
              <a:gd name="connsiteY2" fmla="*/ 415141 h 707965"/>
              <a:gd name="connsiteX3" fmla="*/ 428024 w 731521"/>
              <a:gd name="connsiteY3" fmla="*/ 415309 h 707965"/>
              <a:gd name="connsiteX4" fmla="*/ 428024 w 731521"/>
              <a:gd name="connsiteY4" fmla="*/ 645642 h 707965"/>
              <a:gd name="connsiteX5" fmla="*/ 365701 w 731521"/>
              <a:gd name="connsiteY5" fmla="*/ 707965 h 707965"/>
              <a:gd name="connsiteX6" fmla="*/ 365702 w 731521"/>
              <a:gd name="connsiteY6" fmla="*/ 707964 h 707965"/>
              <a:gd name="connsiteX7" fmla="*/ 303379 w 731521"/>
              <a:gd name="connsiteY7" fmla="*/ 645641 h 707965"/>
              <a:gd name="connsiteX8" fmla="*/ 303379 w 731521"/>
              <a:gd name="connsiteY8" fmla="*/ 415395 h 707965"/>
              <a:gd name="connsiteX9" fmla="*/ 62367 w 731521"/>
              <a:gd name="connsiteY9" fmla="*/ 415563 h 707965"/>
              <a:gd name="connsiteX10" fmla="*/ 0 w 731521"/>
              <a:gd name="connsiteY10" fmla="*/ 353284 h 707965"/>
              <a:gd name="connsiteX11" fmla="*/ 1 w 731521"/>
              <a:gd name="connsiteY11" fmla="*/ 353285 h 707965"/>
              <a:gd name="connsiteX12" fmla="*/ 62281 w 731521"/>
              <a:gd name="connsiteY12" fmla="*/ 290918 h 707965"/>
              <a:gd name="connsiteX13" fmla="*/ 303379 w 731521"/>
              <a:gd name="connsiteY13" fmla="*/ 290750 h 707965"/>
              <a:gd name="connsiteX14" fmla="*/ 303379 w 731521"/>
              <a:gd name="connsiteY14" fmla="*/ 62323 h 707965"/>
              <a:gd name="connsiteX15" fmla="*/ 365702 w 731521"/>
              <a:gd name="connsiteY15" fmla="*/ 0 h 707965"/>
              <a:gd name="connsiteX16" fmla="*/ 428025 w 731521"/>
              <a:gd name="connsiteY16" fmla="*/ 62323 h 707965"/>
              <a:gd name="connsiteX17" fmla="*/ 428025 w 731521"/>
              <a:gd name="connsiteY17" fmla="*/ 290663 h 707965"/>
              <a:gd name="connsiteX18" fmla="*/ 669155 w 731521"/>
              <a:gd name="connsiteY18" fmla="*/ 290495 h 707965"/>
              <a:gd name="connsiteX19" fmla="*/ 713237 w 731521"/>
              <a:gd name="connsiteY19" fmla="*/ 308718 h 7079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31521" h="707965">
                <a:moveTo>
                  <a:pt x="713237" y="308718"/>
                </a:moveTo>
                <a:cubicBezTo>
                  <a:pt x="724523" y="319988"/>
                  <a:pt x="731509" y="335564"/>
                  <a:pt x="731521" y="352774"/>
                </a:cubicBezTo>
                <a:cubicBezTo>
                  <a:pt x="731545" y="387194"/>
                  <a:pt x="703662" y="415117"/>
                  <a:pt x="669242" y="415141"/>
                </a:cubicBezTo>
                <a:lnTo>
                  <a:pt x="428024" y="415309"/>
                </a:lnTo>
                <a:lnTo>
                  <a:pt x="428024" y="645642"/>
                </a:lnTo>
                <a:cubicBezTo>
                  <a:pt x="428024" y="680062"/>
                  <a:pt x="400121" y="707965"/>
                  <a:pt x="365701" y="707965"/>
                </a:cubicBezTo>
                <a:lnTo>
                  <a:pt x="365702" y="707964"/>
                </a:lnTo>
                <a:cubicBezTo>
                  <a:pt x="331282" y="707964"/>
                  <a:pt x="303379" y="680061"/>
                  <a:pt x="303379" y="645641"/>
                </a:cubicBezTo>
                <a:lnTo>
                  <a:pt x="303379" y="415395"/>
                </a:lnTo>
                <a:lnTo>
                  <a:pt x="62367" y="415563"/>
                </a:lnTo>
                <a:cubicBezTo>
                  <a:pt x="27947" y="415587"/>
                  <a:pt x="24" y="387704"/>
                  <a:pt x="0" y="353284"/>
                </a:cubicBezTo>
                <a:lnTo>
                  <a:pt x="1" y="353285"/>
                </a:lnTo>
                <a:cubicBezTo>
                  <a:pt x="-23" y="318865"/>
                  <a:pt x="27861" y="290942"/>
                  <a:pt x="62281" y="290918"/>
                </a:cubicBezTo>
                <a:lnTo>
                  <a:pt x="303379" y="290750"/>
                </a:lnTo>
                <a:lnTo>
                  <a:pt x="303379" y="62323"/>
                </a:lnTo>
                <a:cubicBezTo>
                  <a:pt x="303379" y="27903"/>
                  <a:pt x="331282" y="0"/>
                  <a:pt x="365702" y="0"/>
                </a:cubicBezTo>
                <a:cubicBezTo>
                  <a:pt x="400122" y="0"/>
                  <a:pt x="428025" y="27903"/>
                  <a:pt x="428025" y="62323"/>
                </a:cubicBezTo>
                <a:lnTo>
                  <a:pt x="428025" y="290663"/>
                </a:lnTo>
                <a:lnTo>
                  <a:pt x="669155" y="290495"/>
                </a:lnTo>
                <a:cubicBezTo>
                  <a:pt x="686365" y="290483"/>
                  <a:pt x="701950" y="297448"/>
                  <a:pt x="713237" y="308718"/>
                </a:cubicBezTo>
                <a:close/>
              </a:path>
            </a:pathLst>
          </a:custGeom>
          <a:solidFill>
            <a:schemeClr val="bg1"/>
          </a:solidFill>
          <a:ln w="3848" cap="flat">
            <a:noFill/>
            <a:prstDash val="solid"/>
            <a:miter/>
          </a:ln>
          <a:effectLst>
            <a:glow rad="152400">
              <a:srgbClr val="000000">
                <a:alpha val="4000"/>
              </a:srgbClr>
            </a:glow>
            <a:outerShdw blurRad="101600" dist="38100" dir="16200000" rotWithShape="0">
              <a:srgbClr val="000000">
                <a:alpha val="5000"/>
              </a:srgbClr>
            </a:outerShdw>
          </a:effectLst>
        </p:spPr>
        <p:txBody>
          <a:bodyPr vert="horz" lIns="0" tIns="0" rIns="0" bIns="0" rtlCol="0" anchor="ctr">
            <a:noAutofit/>
          </a:bodyPr>
          <a:lstStyle>
            <a:lvl1pPr marL="0" indent="0">
              <a:buNone/>
              <a:defRPr lang="en-US" sz="800" dirty="0">
                <a:solidFill>
                  <a:schemeClr val="bg1"/>
                </a:solidFill>
              </a:defRPr>
            </a:lvl1pPr>
          </a:lstStyle>
          <a:p>
            <a:pPr marL="228600" lvl="0" indent="-228600" algn="ctr" rtl="0">
              <a:spcBef>
                <a:spcPts val="0"/>
              </a:spcBef>
            </a:pPr>
            <a:r>
              <a:rPr lang="sv-SE" noProof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22172198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vslut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Ellips 8">
            <a:extLst>
              <a:ext uri="{FF2B5EF4-FFF2-40B4-BE49-F238E27FC236}">
                <a16:creationId xmlns:a16="http://schemas.microsoft.com/office/drawing/2014/main" id="{CE03E97F-76F9-45EC-AE80-C1D5F8B5A1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2422250" y="1219200"/>
            <a:ext cx="373689" cy="373689"/>
          </a:xfrm>
          <a:prstGeom prst="ellipse">
            <a:avLst/>
          </a:prstGeom>
          <a:ln w="3848" cap="flat">
            <a:noFill/>
            <a:prstDash val="solid"/>
            <a:miter/>
          </a:ln>
          <a:effectLst>
            <a:glow rad="152400">
              <a:srgbClr val="000000">
                <a:alpha val="4000"/>
              </a:srgbClr>
            </a:glow>
            <a:outerShdw blurRad="101600" dist="38100" dir="16200000" rotWithShape="0">
              <a:srgbClr val="000000">
                <a:alpha val="5000"/>
              </a:srgbClr>
            </a:outerShdw>
          </a:effectLst>
        </p:spPr>
        <p:txBody>
          <a:bodyPr rtlCol="0" anchor="ctr"/>
          <a:lstStyle/>
          <a:p>
            <a:pPr rtl="0"/>
            <a:endParaRPr lang="sv-SE" noProof="0"/>
          </a:p>
        </p:txBody>
      </p:sp>
      <p:sp useBgFill="1">
        <p:nvSpPr>
          <p:cNvPr id="10" name="Bild 10">
            <a:extLst>
              <a:ext uri="{FF2B5EF4-FFF2-40B4-BE49-F238E27FC236}">
                <a16:creationId xmlns:a16="http://schemas.microsoft.com/office/drawing/2014/main" id="{C3FCAC5B-085B-4039-869E-017D5522A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2700000">
            <a:off x="145890" y="28456"/>
            <a:ext cx="1977027" cy="1977027"/>
          </a:xfrm>
          <a:custGeom>
            <a:avLst/>
            <a:gdLst>
              <a:gd name="connsiteX0" fmla="*/ 4053340 w 6859500"/>
              <a:gd name="connsiteY0" fmla="*/ 6235893 h 6859500"/>
              <a:gd name="connsiteX1" fmla="*/ 4053340 w 6859500"/>
              <a:gd name="connsiteY1" fmla="*/ 4053340 h 6859500"/>
              <a:gd name="connsiteX2" fmla="*/ 6235893 w 6859500"/>
              <a:gd name="connsiteY2" fmla="*/ 4053340 h 6859500"/>
              <a:gd name="connsiteX3" fmla="*/ 6859501 w 6859500"/>
              <a:gd name="connsiteY3" fmla="*/ 3429731 h 6859500"/>
              <a:gd name="connsiteX4" fmla="*/ 6235893 w 6859500"/>
              <a:gd name="connsiteY4" fmla="*/ 2806123 h 6859500"/>
              <a:gd name="connsiteX5" fmla="*/ 4053340 w 6859500"/>
              <a:gd name="connsiteY5" fmla="*/ 2806123 h 6859500"/>
              <a:gd name="connsiteX6" fmla="*/ 4053340 w 6859500"/>
              <a:gd name="connsiteY6" fmla="*/ 623608 h 6859500"/>
              <a:gd name="connsiteX7" fmla="*/ 3429731 w 6859500"/>
              <a:gd name="connsiteY7" fmla="*/ 0 h 6859500"/>
              <a:gd name="connsiteX8" fmla="*/ 2806123 w 6859500"/>
              <a:gd name="connsiteY8" fmla="*/ 623608 h 6859500"/>
              <a:gd name="connsiteX9" fmla="*/ 2806123 w 6859500"/>
              <a:gd name="connsiteY9" fmla="*/ 2806161 h 6859500"/>
              <a:gd name="connsiteX10" fmla="*/ 623608 w 6859500"/>
              <a:gd name="connsiteY10" fmla="*/ 2806161 h 6859500"/>
              <a:gd name="connsiteX11" fmla="*/ 0 w 6859500"/>
              <a:gd name="connsiteY11" fmla="*/ 3429731 h 6859500"/>
              <a:gd name="connsiteX12" fmla="*/ 623608 w 6859500"/>
              <a:gd name="connsiteY12" fmla="*/ 4053340 h 6859500"/>
              <a:gd name="connsiteX13" fmla="*/ 2806161 w 6859500"/>
              <a:gd name="connsiteY13" fmla="*/ 4053340 h 6859500"/>
              <a:gd name="connsiteX14" fmla="*/ 2806161 w 6859500"/>
              <a:gd name="connsiteY14" fmla="*/ 6235893 h 6859500"/>
              <a:gd name="connsiteX15" fmla="*/ 3429770 w 6859500"/>
              <a:gd name="connsiteY15" fmla="*/ 6859501 h 6859500"/>
              <a:gd name="connsiteX16" fmla="*/ 4053340 w 6859500"/>
              <a:gd name="connsiteY16" fmla="*/ 6235893 h 6859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6859500" h="6859500">
                <a:moveTo>
                  <a:pt x="4053340" y="6235893"/>
                </a:moveTo>
                <a:lnTo>
                  <a:pt x="4053340" y="4053340"/>
                </a:lnTo>
                <a:lnTo>
                  <a:pt x="6235893" y="4053340"/>
                </a:lnTo>
                <a:cubicBezTo>
                  <a:pt x="6580293" y="4053340"/>
                  <a:pt x="6859501" y="3774132"/>
                  <a:pt x="6859501" y="3429731"/>
                </a:cubicBezTo>
                <a:cubicBezTo>
                  <a:pt x="6859501" y="3085330"/>
                  <a:pt x="6580332" y="2806123"/>
                  <a:pt x="6235893" y="2806123"/>
                </a:cubicBezTo>
                <a:lnTo>
                  <a:pt x="4053340" y="2806123"/>
                </a:lnTo>
                <a:lnTo>
                  <a:pt x="4053340" y="623608"/>
                </a:lnTo>
                <a:cubicBezTo>
                  <a:pt x="4053340" y="279208"/>
                  <a:pt x="3774171" y="0"/>
                  <a:pt x="3429731" y="0"/>
                </a:cubicBezTo>
                <a:cubicBezTo>
                  <a:pt x="3085330" y="0"/>
                  <a:pt x="2806123" y="279208"/>
                  <a:pt x="2806123" y="623608"/>
                </a:cubicBezTo>
                <a:lnTo>
                  <a:pt x="2806123" y="2806161"/>
                </a:lnTo>
                <a:lnTo>
                  <a:pt x="623608" y="2806161"/>
                </a:lnTo>
                <a:cubicBezTo>
                  <a:pt x="279208" y="2806161"/>
                  <a:pt x="0" y="3085369"/>
                  <a:pt x="0" y="3429731"/>
                </a:cubicBezTo>
                <a:cubicBezTo>
                  <a:pt x="0" y="3774132"/>
                  <a:pt x="279208" y="4053340"/>
                  <a:pt x="623608" y="4053340"/>
                </a:cubicBezTo>
                <a:lnTo>
                  <a:pt x="2806161" y="4053340"/>
                </a:lnTo>
                <a:lnTo>
                  <a:pt x="2806161" y="6235893"/>
                </a:lnTo>
                <a:cubicBezTo>
                  <a:pt x="2806161" y="6580293"/>
                  <a:pt x="3085369" y="6859501"/>
                  <a:pt x="3429770" y="6859501"/>
                </a:cubicBezTo>
                <a:cubicBezTo>
                  <a:pt x="3774171" y="6859501"/>
                  <a:pt x="4053340" y="6580293"/>
                  <a:pt x="4053340" y="6235893"/>
                </a:cubicBezTo>
                <a:close/>
              </a:path>
            </a:pathLst>
          </a:custGeom>
          <a:ln w="3848" cap="flat">
            <a:noFill/>
            <a:prstDash val="solid"/>
            <a:miter/>
          </a:ln>
          <a:effectLst>
            <a:glow rad="152400">
              <a:srgbClr val="000000">
                <a:alpha val="4000"/>
              </a:srgbClr>
            </a:glow>
            <a:outerShdw blurRad="101600" dist="38100" dir="16200000" rotWithShape="0">
              <a:srgbClr val="000000">
                <a:alpha val="5000"/>
              </a:srgbClr>
            </a:outerShdw>
          </a:effectLst>
        </p:spPr>
        <p:txBody>
          <a:bodyPr rtlCol="0" anchor="ctr"/>
          <a:lstStyle/>
          <a:p>
            <a:pPr rtl="0"/>
            <a:endParaRPr lang="sv-SE" noProof="0"/>
          </a:p>
        </p:txBody>
      </p:sp>
      <p:sp>
        <p:nvSpPr>
          <p:cNvPr id="11" name="Rubrik 1">
            <a:extLst>
              <a:ext uri="{FF2B5EF4-FFF2-40B4-BE49-F238E27FC236}">
                <a16:creationId xmlns:a16="http://schemas.microsoft.com/office/drawing/2014/main" id="{5BA51163-2B3E-42EC-9F43-B0BBBAB574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5634" y="728905"/>
            <a:ext cx="5893683" cy="3184274"/>
          </a:xfrm>
        </p:spPr>
        <p:txBody>
          <a:bodyPr rtlCol="0" anchor="b">
            <a:normAutofit/>
          </a:bodyPr>
          <a:lstStyle/>
          <a:p>
            <a:pPr algn="l" rtl="0"/>
            <a:r>
              <a:rPr lang="en-GB" sz="5400" noProof="0"/>
              <a:t>Click to edit Master title style</a:t>
            </a:r>
            <a:endParaRPr lang="sv-SE" sz="5400" noProof="0"/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B7A0A2EA-07DC-44D9-B650-F1F2DC25B0F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2754" y="4092681"/>
            <a:ext cx="5926564" cy="2500206"/>
          </a:xfrm>
        </p:spPr>
        <p:txBody>
          <a:bodyPr rtlCol="0">
            <a:normAutofit/>
          </a:bodyPr>
          <a:lstStyle>
            <a:lvl1pPr>
              <a:lnSpc>
                <a:spcPct val="100000"/>
              </a:lnSpc>
              <a:buClr>
                <a:schemeClr val="accent6"/>
              </a:buCl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 rtl="0"/>
            <a:r>
              <a:rPr lang="sv-SE" noProof="0"/>
              <a:t>Klicka här för att lägga till underrubrik</a:t>
            </a:r>
          </a:p>
        </p:txBody>
      </p:sp>
      <p:sp>
        <p:nvSpPr>
          <p:cNvPr id="15" name="Platshållare för datum 10">
            <a:extLst>
              <a:ext uri="{FF2B5EF4-FFF2-40B4-BE49-F238E27FC236}">
                <a16:creationId xmlns:a16="http://schemas.microsoft.com/office/drawing/2014/main" id="{79CBD6DC-50A5-42AC-B06C-16CD14A3EF4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00800"/>
            <a:ext cx="2743200" cy="365125"/>
          </a:xfrm>
        </p:spPr>
        <p:txBody>
          <a:bodyPr rtlCol="0"/>
          <a:lstStyle/>
          <a:p>
            <a:pPr rtl="0"/>
            <a:r>
              <a:rPr lang="sv-SE" noProof="0"/>
              <a:t>2/2/20XX</a:t>
            </a:r>
          </a:p>
        </p:txBody>
      </p:sp>
      <p:sp>
        <p:nvSpPr>
          <p:cNvPr id="16" name="Platshållare för sidfot 11">
            <a:extLst>
              <a:ext uri="{FF2B5EF4-FFF2-40B4-BE49-F238E27FC236}">
                <a16:creationId xmlns:a16="http://schemas.microsoft.com/office/drawing/2014/main" id="{AEB7CDBA-0E82-4480-9708-7E305596A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81400" y="6400800"/>
            <a:ext cx="3657600" cy="365125"/>
          </a:xfrm>
        </p:spPr>
        <p:txBody>
          <a:bodyPr rtlCol="0"/>
          <a:lstStyle>
            <a:lvl1pPr>
              <a:defRPr/>
            </a:lvl1pPr>
          </a:lstStyle>
          <a:p>
            <a:pPr rtl="0"/>
            <a:r>
              <a:rPr lang="sv-SE" noProof="0"/>
              <a:t>PRESENTATIONENS RUBRIK</a:t>
            </a:r>
          </a:p>
        </p:txBody>
      </p:sp>
      <p:sp>
        <p:nvSpPr>
          <p:cNvPr id="13" name="Platshållare för bild 12">
            <a:extLst>
              <a:ext uri="{FF2B5EF4-FFF2-40B4-BE49-F238E27FC236}">
                <a16:creationId xmlns:a16="http://schemas.microsoft.com/office/drawing/2014/main" id="{F7AE4B01-8A3C-46A5-A1F0-E67DE4EC8A2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331075" y="0"/>
            <a:ext cx="4860925" cy="6858000"/>
          </a:xfrm>
          <a:custGeom>
            <a:avLst/>
            <a:gdLst>
              <a:gd name="connsiteX0" fmla="*/ 0 w 4860925"/>
              <a:gd name="connsiteY0" fmla="*/ 0 h 6858000"/>
              <a:gd name="connsiteX1" fmla="*/ 4860925 w 4860925"/>
              <a:gd name="connsiteY1" fmla="*/ 0 h 6858000"/>
              <a:gd name="connsiteX2" fmla="*/ 4860925 w 4860925"/>
              <a:gd name="connsiteY2" fmla="*/ 6858000 h 6858000"/>
              <a:gd name="connsiteX3" fmla="*/ 0 w 4860925"/>
              <a:gd name="connsiteY3" fmla="*/ 6858000 h 6858000"/>
              <a:gd name="connsiteX4" fmla="*/ 0 w 4860925"/>
              <a:gd name="connsiteY4" fmla="*/ 5663791 h 6858000"/>
              <a:gd name="connsiteX5" fmla="*/ 158149 w 4860925"/>
              <a:gd name="connsiteY5" fmla="*/ 5821940 h 6858000"/>
              <a:gd name="connsiteX6" fmla="*/ 250704 w 4860925"/>
              <a:gd name="connsiteY6" fmla="*/ 5821940 h 6858000"/>
              <a:gd name="connsiteX7" fmla="*/ 250704 w 4860925"/>
              <a:gd name="connsiteY7" fmla="*/ 5729385 h 6858000"/>
              <a:gd name="connsiteX8" fmla="*/ 88738 w 4860925"/>
              <a:gd name="connsiteY8" fmla="*/ 5567420 h 6858000"/>
              <a:gd name="connsiteX9" fmla="*/ 250701 w 4860925"/>
              <a:gd name="connsiteY9" fmla="*/ 5405457 h 6858000"/>
              <a:gd name="connsiteX10" fmla="*/ 250701 w 4860925"/>
              <a:gd name="connsiteY10" fmla="*/ 5312902 h 6858000"/>
              <a:gd name="connsiteX11" fmla="*/ 158146 w 4860925"/>
              <a:gd name="connsiteY11" fmla="*/ 5312902 h 6858000"/>
              <a:gd name="connsiteX12" fmla="*/ 0 w 4860925"/>
              <a:gd name="connsiteY12" fmla="*/ 547104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860925" h="6858000">
                <a:moveTo>
                  <a:pt x="0" y="0"/>
                </a:moveTo>
                <a:lnTo>
                  <a:pt x="4860925" y="0"/>
                </a:lnTo>
                <a:lnTo>
                  <a:pt x="4860925" y="6858000"/>
                </a:lnTo>
                <a:lnTo>
                  <a:pt x="0" y="6858000"/>
                </a:lnTo>
                <a:lnTo>
                  <a:pt x="0" y="5663791"/>
                </a:lnTo>
                <a:lnTo>
                  <a:pt x="158149" y="5821940"/>
                </a:lnTo>
                <a:cubicBezTo>
                  <a:pt x="183706" y="5847497"/>
                  <a:pt x="225146" y="5847497"/>
                  <a:pt x="250704" y="5821940"/>
                </a:cubicBezTo>
                <a:cubicBezTo>
                  <a:pt x="276261" y="5796382"/>
                  <a:pt x="276264" y="5754945"/>
                  <a:pt x="250704" y="5729385"/>
                </a:cubicBezTo>
                <a:lnTo>
                  <a:pt x="88738" y="5567420"/>
                </a:lnTo>
                <a:lnTo>
                  <a:pt x="250701" y="5405457"/>
                </a:lnTo>
                <a:cubicBezTo>
                  <a:pt x="276258" y="5379899"/>
                  <a:pt x="276261" y="5338463"/>
                  <a:pt x="250701" y="5312902"/>
                </a:cubicBezTo>
                <a:cubicBezTo>
                  <a:pt x="225143" y="5287344"/>
                  <a:pt x="183703" y="5287344"/>
                  <a:pt x="158146" y="5312902"/>
                </a:cubicBezTo>
                <a:lnTo>
                  <a:pt x="0" y="5471047"/>
                </a:lnTo>
                <a:close/>
              </a:path>
            </a:pathLst>
          </a:custGeom>
        </p:spPr>
        <p:txBody>
          <a:bodyPr wrap="square" rtlCol="0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2000"/>
            </a:lvl1pPr>
          </a:lstStyle>
          <a:p>
            <a:pPr rtl="0"/>
            <a:r>
              <a:rPr lang="sv-SE" noProof="0"/>
              <a:t>Infoga fotot här</a:t>
            </a:r>
          </a:p>
        </p:txBody>
      </p:sp>
      <p:sp>
        <p:nvSpPr>
          <p:cNvPr id="17" name="Platshållare för bildnummer 12">
            <a:extLst>
              <a:ext uri="{FF2B5EF4-FFF2-40B4-BE49-F238E27FC236}">
                <a16:creationId xmlns:a16="http://schemas.microsoft.com/office/drawing/2014/main" id="{92F0D34E-56DB-45B4-B7F0-CE5961F94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00800"/>
            <a:ext cx="2743200" cy="365125"/>
          </a:xfrm>
        </p:spPr>
        <p:txBody>
          <a:bodyPr rtlCol="0"/>
          <a:lstStyle/>
          <a:p>
            <a:pPr rtl="0"/>
            <a:fld id="{DFA5D71E-5CDF-4C93-8A75-5B916FDC5BEA}" type="slidenum">
              <a:rPr lang="sv-SE" noProof="0" smtClean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pPr rtl="0"/>
              <a:t>‹#›</a:t>
            </a:fld>
            <a:endParaRPr lang="sv-SE" noProof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 useBgFill="1">
        <p:nvSpPr>
          <p:cNvPr id="14" name="Bild 10">
            <a:extLst>
              <a:ext uri="{FF2B5EF4-FFF2-40B4-BE49-F238E27FC236}">
                <a16:creationId xmlns:a16="http://schemas.microsoft.com/office/drawing/2014/main" id="{6EFE6B19-328D-40CF-90BA-F287CC59B0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2700000">
            <a:off x="6967314" y="5207478"/>
            <a:ext cx="719888" cy="719888"/>
          </a:xfrm>
          <a:custGeom>
            <a:avLst/>
            <a:gdLst>
              <a:gd name="connsiteX0" fmla="*/ 4053340 w 6859500"/>
              <a:gd name="connsiteY0" fmla="*/ 6235893 h 6859500"/>
              <a:gd name="connsiteX1" fmla="*/ 4053340 w 6859500"/>
              <a:gd name="connsiteY1" fmla="*/ 4053340 h 6859500"/>
              <a:gd name="connsiteX2" fmla="*/ 6235893 w 6859500"/>
              <a:gd name="connsiteY2" fmla="*/ 4053340 h 6859500"/>
              <a:gd name="connsiteX3" fmla="*/ 6859501 w 6859500"/>
              <a:gd name="connsiteY3" fmla="*/ 3429731 h 6859500"/>
              <a:gd name="connsiteX4" fmla="*/ 6235893 w 6859500"/>
              <a:gd name="connsiteY4" fmla="*/ 2806123 h 6859500"/>
              <a:gd name="connsiteX5" fmla="*/ 4053340 w 6859500"/>
              <a:gd name="connsiteY5" fmla="*/ 2806123 h 6859500"/>
              <a:gd name="connsiteX6" fmla="*/ 4053340 w 6859500"/>
              <a:gd name="connsiteY6" fmla="*/ 623608 h 6859500"/>
              <a:gd name="connsiteX7" fmla="*/ 3429731 w 6859500"/>
              <a:gd name="connsiteY7" fmla="*/ 0 h 6859500"/>
              <a:gd name="connsiteX8" fmla="*/ 2806123 w 6859500"/>
              <a:gd name="connsiteY8" fmla="*/ 623608 h 6859500"/>
              <a:gd name="connsiteX9" fmla="*/ 2806123 w 6859500"/>
              <a:gd name="connsiteY9" fmla="*/ 2806161 h 6859500"/>
              <a:gd name="connsiteX10" fmla="*/ 623608 w 6859500"/>
              <a:gd name="connsiteY10" fmla="*/ 2806161 h 6859500"/>
              <a:gd name="connsiteX11" fmla="*/ 0 w 6859500"/>
              <a:gd name="connsiteY11" fmla="*/ 3429731 h 6859500"/>
              <a:gd name="connsiteX12" fmla="*/ 623608 w 6859500"/>
              <a:gd name="connsiteY12" fmla="*/ 4053340 h 6859500"/>
              <a:gd name="connsiteX13" fmla="*/ 2806161 w 6859500"/>
              <a:gd name="connsiteY13" fmla="*/ 4053340 h 6859500"/>
              <a:gd name="connsiteX14" fmla="*/ 2806161 w 6859500"/>
              <a:gd name="connsiteY14" fmla="*/ 6235893 h 6859500"/>
              <a:gd name="connsiteX15" fmla="*/ 3429770 w 6859500"/>
              <a:gd name="connsiteY15" fmla="*/ 6859501 h 6859500"/>
              <a:gd name="connsiteX16" fmla="*/ 4053340 w 6859500"/>
              <a:gd name="connsiteY16" fmla="*/ 6235893 h 6859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6859500" h="6859500">
                <a:moveTo>
                  <a:pt x="4053340" y="6235893"/>
                </a:moveTo>
                <a:lnTo>
                  <a:pt x="4053340" y="4053340"/>
                </a:lnTo>
                <a:lnTo>
                  <a:pt x="6235893" y="4053340"/>
                </a:lnTo>
                <a:cubicBezTo>
                  <a:pt x="6580293" y="4053340"/>
                  <a:pt x="6859501" y="3774132"/>
                  <a:pt x="6859501" y="3429731"/>
                </a:cubicBezTo>
                <a:cubicBezTo>
                  <a:pt x="6859501" y="3085330"/>
                  <a:pt x="6580332" y="2806123"/>
                  <a:pt x="6235893" y="2806123"/>
                </a:cubicBezTo>
                <a:lnTo>
                  <a:pt x="4053340" y="2806123"/>
                </a:lnTo>
                <a:lnTo>
                  <a:pt x="4053340" y="623608"/>
                </a:lnTo>
                <a:cubicBezTo>
                  <a:pt x="4053340" y="279208"/>
                  <a:pt x="3774171" y="0"/>
                  <a:pt x="3429731" y="0"/>
                </a:cubicBezTo>
                <a:cubicBezTo>
                  <a:pt x="3085330" y="0"/>
                  <a:pt x="2806123" y="279208"/>
                  <a:pt x="2806123" y="623608"/>
                </a:cubicBezTo>
                <a:lnTo>
                  <a:pt x="2806123" y="2806161"/>
                </a:lnTo>
                <a:lnTo>
                  <a:pt x="623608" y="2806161"/>
                </a:lnTo>
                <a:cubicBezTo>
                  <a:pt x="279208" y="2806161"/>
                  <a:pt x="0" y="3085369"/>
                  <a:pt x="0" y="3429731"/>
                </a:cubicBezTo>
                <a:cubicBezTo>
                  <a:pt x="0" y="3774132"/>
                  <a:pt x="279208" y="4053340"/>
                  <a:pt x="623608" y="4053340"/>
                </a:cubicBezTo>
                <a:lnTo>
                  <a:pt x="2806161" y="4053340"/>
                </a:lnTo>
                <a:lnTo>
                  <a:pt x="2806161" y="6235893"/>
                </a:lnTo>
                <a:cubicBezTo>
                  <a:pt x="2806161" y="6580293"/>
                  <a:pt x="3085369" y="6859501"/>
                  <a:pt x="3429770" y="6859501"/>
                </a:cubicBezTo>
                <a:cubicBezTo>
                  <a:pt x="3774171" y="6859501"/>
                  <a:pt x="4053340" y="6580293"/>
                  <a:pt x="4053340" y="6235893"/>
                </a:cubicBezTo>
                <a:close/>
              </a:path>
            </a:pathLst>
          </a:custGeom>
          <a:ln w="3848" cap="flat">
            <a:noFill/>
            <a:prstDash val="solid"/>
            <a:miter/>
          </a:ln>
          <a:effectLst>
            <a:glow rad="152400">
              <a:srgbClr val="000000">
                <a:alpha val="4000"/>
              </a:srgbClr>
            </a:glow>
            <a:outerShdw blurRad="101600" dist="38100" dir="16200000" rotWithShape="0">
              <a:srgbClr val="000000">
                <a:alpha val="5000"/>
              </a:srgbClr>
            </a:outerShdw>
          </a:effectLst>
        </p:spPr>
        <p:txBody>
          <a:bodyPr rtlCol="0" anchor="ctr"/>
          <a:lstStyle/>
          <a:p>
            <a:pPr rtl="0"/>
            <a:endParaRPr lang="sv-SE" noProof="0"/>
          </a:p>
        </p:txBody>
      </p:sp>
    </p:spTree>
    <p:extLst>
      <p:ext uri="{BB962C8B-B14F-4D97-AF65-F5344CB8AC3E}">
        <p14:creationId xmlns:p14="http://schemas.microsoft.com/office/powerpoint/2010/main" val="13549764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41447F1F-BFA8-4A56-894B-40120132E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sv-SE" noProof="0"/>
              <a:t>Klicka här för att ändra 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2658FB99-0FA3-49F4-99A1-61919F9427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sv-SE" noProof="0"/>
              <a:t>Redigera format för bakgrundstext</a:t>
            </a:r>
          </a:p>
          <a:p>
            <a:pPr lvl="1" rtl="0"/>
            <a:r>
              <a:rPr lang="sv-SE" noProof="0"/>
              <a:t>Nivå två</a:t>
            </a:r>
          </a:p>
          <a:p>
            <a:pPr lvl="2" rtl="0"/>
            <a:r>
              <a:rPr lang="sv-SE" noProof="0"/>
              <a:t>Nivå tre</a:t>
            </a:r>
          </a:p>
          <a:p>
            <a:pPr lvl="3" rtl="0"/>
            <a:r>
              <a:rPr lang="sv-SE" noProof="0"/>
              <a:t>Nivå fyra</a:t>
            </a:r>
          </a:p>
          <a:p>
            <a:pPr lvl="4" rtl="0"/>
            <a:r>
              <a:rPr lang="sv-SE" noProof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4CDCCAE5-4EB0-4174-BD15-4943899B0A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008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 spc="1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sv-SE" noProof="0"/>
              <a:t>2/2/20XX</a:t>
            </a:r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26A4189E-43B2-4CEE-B13E-61A1FBBBD2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0080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spc="1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sv-SE" noProof="0"/>
              <a:t>PRESENTATIONENS RUBRIK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AA0530F-0BC8-46EF-A765-DD58B53675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4008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cap="all" spc="1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DFA5D71E-5CDF-4C93-8A75-5B916FDC5BEA}" type="slidenum">
              <a:rPr lang="sv-SE" noProof="0" smtClean="0"/>
              <a:pPr rtl="0"/>
              <a:t>‹#›</a:t>
            </a:fld>
            <a:endParaRPr lang="sv-SE" noProof="0"/>
          </a:p>
        </p:txBody>
      </p:sp>
    </p:spTree>
    <p:extLst>
      <p:ext uri="{BB962C8B-B14F-4D97-AF65-F5344CB8AC3E}">
        <p14:creationId xmlns:p14="http://schemas.microsoft.com/office/powerpoint/2010/main" val="26401893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  <p:sldLayoutId id="2147483793" r:id="rId12"/>
    <p:sldLayoutId id="2147483792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1"/>
        </a:buClr>
        <a:buFont typeface="Segoe UI" panose="020B0502040204020203" pitchFamily="34" charset="0"/>
        <a:buChar char="+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Courier New" panose="02070309020205020404" pitchFamily="49" charset="0"/>
        <a:buChar char="o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Segoe UI" panose="020B0502040204020203" pitchFamily="34" charset="0"/>
        <a:buChar char="+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Courier New" panose="02070309020205020404" pitchFamily="49" charset="0"/>
        <a:buChar char="o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Segoe UI" panose="020B0502040204020203" pitchFamily="34" charset="0"/>
        <a:buChar char="+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5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ubrik 10">
            <a:extLst>
              <a:ext uri="{FF2B5EF4-FFF2-40B4-BE49-F238E27FC236}">
                <a16:creationId xmlns:a16="http://schemas.microsoft.com/office/drawing/2014/main" id="{F606FF93-30AD-4496-9EB4-A16588DB9F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5634" y="575423"/>
            <a:ext cx="5435027" cy="3234577"/>
          </a:xfrm>
        </p:spPr>
        <p:txBody>
          <a:bodyPr rtlCol="0">
            <a:normAutofit/>
          </a:bodyPr>
          <a:lstStyle/>
          <a:p>
            <a:r>
              <a:rPr lang="sv-SE" err="1"/>
              <a:t>How</a:t>
            </a:r>
            <a:r>
              <a:rPr lang="sv-SE"/>
              <a:t> to </a:t>
            </a:r>
            <a:r>
              <a:rPr lang="sv-SE" err="1"/>
              <a:t>Train</a:t>
            </a:r>
            <a:r>
              <a:rPr lang="sv-SE"/>
              <a:t> </a:t>
            </a:r>
            <a:r>
              <a:rPr lang="sv-SE" err="1"/>
              <a:t>Your</a:t>
            </a:r>
            <a:r>
              <a:rPr lang="sv-SE"/>
              <a:t> DQN</a:t>
            </a:r>
            <a:endParaRPr lang="en-US">
              <a:ea typeface="Open sans"/>
              <a:cs typeface="Open sans"/>
            </a:endParaRPr>
          </a:p>
        </p:txBody>
      </p:sp>
      <p:sp>
        <p:nvSpPr>
          <p:cNvPr id="12" name="Underrubrik 11">
            <a:extLst>
              <a:ext uri="{FF2B5EF4-FFF2-40B4-BE49-F238E27FC236}">
                <a16:creationId xmlns:a16="http://schemas.microsoft.com/office/drawing/2014/main" id="{380F03BD-5CC3-47DD-B082-722AE47BFF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5636" y="4004423"/>
            <a:ext cx="5435026" cy="2278154"/>
          </a:xfrm>
        </p:spPr>
        <p:txBody>
          <a:bodyPr rtlCol="0">
            <a:normAutofit/>
          </a:bodyPr>
          <a:lstStyle/>
          <a:p>
            <a:pPr rtl="0"/>
            <a:r>
              <a:rPr lang="sv-SE"/>
              <a:t>Ashley </a:t>
            </a:r>
            <a:r>
              <a:rPr lang="sv-SE" err="1"/>
              <a:t>Björs</a:t>
            </a:r>
            <a:endParaRPr lang="sv-SE"/>
          </a:p>
          <a:p>
            <a:pPr rtl="0"/>
            <a:r>
              <a:rPr lang="sv-SE"/>
              <a:t>Daniel Rytenberg</a:t>
            </a:r>
          </a:p>
          <a:p>
            <a:pPr rtl="0"/>
            <a:r>
              <a:rPr lang="sv-SE"/>
              <a:t>Jonas Gerne</a:t>
            </a:r>
          </a:p>
          <a:p>
            <a:pPr rtl="0"/>
            <a:endParaRPr lang="sv-SE"/>
          </a:p>
        </p:txBody>
      </p:sp>
      <p:pic>
        <p:nvPicPr>
          <p:cNvPr id="6" name="Picture Placeholder 5" descr="A robot and a puzzle piece&#10;&#10;AI-generated content may be incorrect.">
            <a:extLst>
              <a:ext uri="{FF2B5EF4-FFF2-40B4-BE49-F238E27FC236}">
                <a16:creationId xmlns:a16="http://schemas.microsoft.com/office/drawing/2014/main" id="{B9F39CD5-9725-4D6C-3F19-FFA94870BAAA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t="54" b="54"/>
          <a:stretch/>
        </p:blipFill>
        <p:spPr>
          <a:xfrm>
            <a:off x="6200521" y="574675"/>
            <a:ext cx="5439283" cy="5749925"/>
          </a:xfrm>
        </p:spPr>
      </p:pic>
    </p:spTree>
    <p:extLst>
      <p:ext uri="{BB962C8B-B14F-4D97-AF65-F5344CB8AC3E}">
        <p14:creationId xmlns:p14="http://schemas.microsoft.com/office/powerpoint/2010/main" val="21649373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ubrik 13">
            <a:extLst>
              <a:ext uri="{FF2B5EF4-FFF2-40B4-BE49-F238E27FC236}">
                <a16:creationId xmlns:a16="http://schemas.microsoft.com/office/drawing/2014/main" id="{9388704E-D67C-4378-8FA9-A83871F51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44786"/>
            <a:ext cx="11238346" cy="836339"/>
          </a:xfrm>
        </p:spPr>
        <p:txBody>
          <a:bodyPr rtlCol="0"/>
          <a:lstStyle/>
          <a:p>
            <a:pPr rtl="0"/>
            <a:r>
              <a:rPr lang="sv-SE"/>
              <a:t>Team</a:t>
            </a:r>
          </a:p>
        </p:txBody>
      </p:sp>
      <p:sp>
        <p:nvSpPr>
          <p:cNvPr id="15" name="Platshållare för datum 14">
            <a:extLst>
              <a:ext uri="{FF2B5EF4-FFF2-40B4-BE49-F238E27FC236}">
                <a16:creationId xmlns:a16="http://schemas.microsoft.com/office/drawing/2014/main" id="{B83F0619-16A4-44CD-BC6C-D8788D7869A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00800"/>
            <a:ext cx="2743200" cy="365125"/>
          </a:xfrm>
        </p:spPr>
        <p:txBody>
          <a:bodyPr rtlCol="0"/>
          <a:lstStyle/>
          <a:p>
            <a:pPr rtl="0"/>
            <a:r>
              <a:rPr lang="sv-SE"/>
              <a:t>21/3/2025</a:t>
            </a:r>
          </a:p>
        </p:txBody>
      </p:sp>
      <p:sp>
        <p:nvSpPr>
          <p:cNvPr id="16" name="Platshållare för sidfot 15">
            <a:extLst>
              <a:ext uri="{FF2B5EF4-FFF2-40B4-BE49-F238E27FC236}">
                <a16:creationId xmlns:a16="http://schemas.microsoft.com/office/drawing/2014/main" id="{365C13F4-B6C5-4ABF-B9CF-27AE83949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00800"/>
            <a:ext cx="4114800" cy="365125"/>
          </a:xfrm>
        </p:spPr>
        <p:txBody>
          <a:bodyPr rtlCol="0"/>
          <a:lstStyle/>
          <a:p>
            <a:r>
              <a:rPr lang="sv-SE" err="1">
                <a:solidFill>
                  <a:srgbClr val="898989"/>
                </a:solidFill>
                <a:ea typeface="+mn-lt"/>
                <a:cs typeface="+mn-lt"/>
              </a:rPr>
              <a:t>How</a:t>
            </a:r>
            <a:r>
              <a:rPr lang="sv-SE">
                <a:solidFill>
                  <a:srgbClr val="898989"/>
                </a:solidFill>
                <a:ea typeface="+mn-lt"/>
                <a:cs typeface="+mn-lt"/>
              </a:rPr>
              <a:t> to </a:t>
            </a:r>
            <a:r>
              <a:rPr lang="sv-SE" err="1">
                <a:solidFill>
                  <a:srgbClr val="898989"/>
                </a:solidFill>
                <a:ea typeface="+mn-lt"/>
                <a:cs typeface="+mn-lt"/>
              </a:rPr>
              <a:t>train</a:t>
            </a:r>
            <a:r>
              <a:rPr lang="sv-SE">
                <a:solidFill>
                  <a:srgbClr val="898989"/>
                </a:solidFill>
                <a:ea typeface="+mn-lt"/>
                <a:cs typeface="+mn-lt"/>
              </a:rPr>
              <a:t> </a:t>
            </a:r>
            <a:r>
              <a:rPr lang="sv-SE" err="1">
                <a:solidFill>
                  <a:srgbClr val="898989"/>
                </a:solidFill>
                <a:ea typeface="+mn-lt"/>
                <a:cs typeface="+mn-lt"/>
              </a:rPr>
              <a:t>your</a:t>
            </a:r>
            <a:r>
              <a:rPr lang="sv-SE">
                <a:solidFill>
                  <a:srgbClr val="898989"/>
                </a:solidFill>
                <a:ea typeface="+mn-lt"/>
                <a:cs typeface="+mn-lt"/>
              </a:rPr>
              <a:t> </a:t>
            </a:r>
            <a:r>
              <a:rPr lang="sv-SE" err="1">
                <a:solidFill>
                  <a:srgbClr val="898989"/>
                </a:solidFill>
                <a:ea typeface="+mn-lt"/>
                <a:cs typeface="+mn-lt"/>
              </a:rPr>
              <a:t>dqn</a:t>
            </a:r>
            <a:endParaRPr lang="en-US" err="1"/>
          </a:p>
          <a:p>
            <a:endParaRPr lang="sv-SE">
              <a:ea typeface="Open sans"/>
              <a:cs typeface="Open sans"/>
            </a:endParaRPr>
          </a:p>
        </p:txBody>
      </p:sp>
      <p:graphicFrame>
        <p:nvGraphicFramePr>
          <p:cNvPr id="19" name="Platshållare för innehåll 2" descr="Platshållare för Team ">
            <a:extLst>
              <a:ext uri="{FF2B5EF4-FFF2-40B4-BE49-F238E27FC236}">
                <a16:creationId xmlns:a16="http://schemas.microsoft.com/office/drawing/2014/main" id="{3EAC8B30-4F38-409D-B2C5-1D1A1DD71808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2301670562"/>
              </p:ext>
            </p:extLst>
          </p:nvPr>
        </p:nvGraphicFramePr>
        <p:xfrm>
          <a:off x="369930" y="1715015"/>
          <a:ext cx="11407775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7" name="Platshållare för bildnummer 16">
            <a:extLst>
              <a:ext uri="{FF2B5EF4-FFF2-40B4-BE49-F238E27FC236}">
                <a16:creationId xmlns:a16="http://schemas.microsoft.com/office/drawing/2014/main" id="{158AAB3C-64BD-4A61-9806-A8BF13DDA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00800"/>
            <a:ext cx="2743200" cy="365125"/>
          </a:xfrm>
        </p:spPr>
        <p:txBody>
          <a:bodyPr rtlCol="0"/>
          <a:lstStyle/>
          <a:p>
            <a:pPr rtl="0"/>
            <a:fld id="{DFA5D71E-5CDF-4C93-8A75-5B916FDC5BEA}" type="slidenum">
              <a:rPr lang="sv-SE" smtClean="0"/>
              <a:pPr rtl="0"/>
              <a:t>2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55872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ubrik 14">
            <a:extLst>
              <a:ext uri="{FF2B5EF4-FFF2-40B4-BE49-F238E27FC236}">
                <a16:creationId xmlns:a16="http://schemas.microsoft.com/office/drawing/2014/main" id="{4B3E83B9-222A-4520-83DF-65CC433DACF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/>
            <a:r>
              <a:rPr lang="sv-SE"/>
              <a:t>Agenda</a:t>
            </a:r>
          </a:p>
        </p:txBody>
      </p:sp>
      <p:sp>
        <p:nvSpPr>
          <p:cNvPr id="17" name="Platshållare för innehåll 16">
            <a:extLst>
              <a:ext uri="{FF2B5EF4-FFF2-40B4-BE49-F238E27FC236}">
                <a16:creationId xmlns:a16="http://schemas.microsoft.com/office/drawing/2014/main" id="{E17FA55F-C7EA-4BF4-8024-B7D78BD788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rtlCol="0"/>
          <a:lstStyle/>
          <a:p>
            <a:pPr rtl="0"/>
            <a:r>
              <a:rPr lang="sv-SE" err="1"/>
              <a:t>Introduction</a:t>
            </a:r>
            <a:endParaRPr lang="sv-SE"/>
          </a:p>
          <a:p>
            <a:r>
              <a:rPr lang="sv-SE" err="1"/>
              <a:t>Reinforcement</a:t>
            </a:r>
            <a:r>
              <a:rPr lang="sv-SE"/>
              <a:t> Learning and DQN</a:t>
            </a:r>
            <a:endParaRPr lang="sv-SE">
              <a:ea typeface="Open sans"/>
              <a:cs typeface="Open sans"/>
            </a:endParaRPr>
          </a:p>
          <a:p>
            <a:pPr rtl="0"/>
            <a:r>
              <a:rPr lang="sv-SE"/>
              <a:t>Implementation </a:t>
            </a:r>
          </a:p>
          <a:p>
            <a:pPr rtl="0"/>
            <a:r>
              <a:rPr lang="sv-SE" err="1"/>
              <a:t>Results</a:t>
            </a:r>
            <a:r>
              <a:rPr lang="sv-SE"/>
              <a:t> and </a:t>
            </a:r>
            <a:r>
              <a:rPr lang="sv-SE" err="1"/>
              <a:t>discussion</a:t>
            </a:r>
            <a:endParaRPr lang="sv-SE"/>
          </a:p>
          <a:p>
            <a:pPr rtl="0"/>
            <a:r>
              <a:rPr lang="sv-SE" err="1"/>
              <a:t>Conclusion</a:t>
            </a:r>
            <a:endParaRPr lang="sv-SE"/>
          </a:p>
        </p:txBody>
      </p:sp>
      <p:pic>
        <p:nvPicPr>
          <p:cNvPr id="13" name="Platshållare för bild 12" descr="Kugghjul som brainstormar">
            <a:extLst>
              <a:ext uri="{FF2B5EF4-FFF2-40B4-BE49-F238E27FC236}">
                <a16:creationId xmlns:a16="http://schemas.microsoft.com/office/drawing/2014/main" id="{22858132-76FC-4F1E-BBD7-969497F1A04A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233" r="28233"/>
          <a:stretch/>
        </p:blipFill>
        <p:spPr/>
      </p:pic>
      <p:sp>
        <p:nvSpPr>
          <p:cNvPr id="21" name="Platshållare för datum 20">
            <a:extLst>
              <a:ext uri="{FF2B5EF4-FFF2-40B4-BE49-F238E27FC236}">
                <a16:creationId xmlns:a16="http://schemas.microsoft.com/office/drawing/2014/main" id="{FC983FB1-C97B-41D3-9FB3-3965A27A6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sv-SE"/>
              <a:t>21/3/2025</a:t>
            </a:r>
          </a:p>
        </p:txBody>
      </p:sp>
      <p:sp>
        <p:nvSpPr>
          <p:cNvPr id="23" name="Platshållare för bildnummer 22">
            <a:extLst>
              <a:ext uri="{FF2B5EF4-FFF2-40B4-BE49-F238E27FC236}">
                <a16:creationId xmlns:a16="http://schemas.microsoft.com/office/drawing/2014/main" id="{E8C61C62-3469-4549-83A6-FB9E93FFF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FA5D71E-5CDF-4C93-8A75-5B916FDC5BEA}" type="slidenum">
              <a:rPr lang="sv-SE" smtClean="0"/>
              <a:pPr rtl="0"/>
              <a:t>3</a:t>
            </a:fld>
            <a:endParaRPr lang="sv-SE"/>
          </a:p>
        </p:txBody>
      </p:sp>
      <p:sp>
        <p:nvSpPr>
          <p:cNvPr id="7" name="Platshållare för sidfot 14">
            <a:extLst>
              <a:ext uri="{FF2B5EF4-FFF2-40B4-BE49-F238E27FC236}">
                <a16:creationId xmlns:a16="http://schemas.microsoft.com/office/drawing/2014/main" id="{072F0BD0-B81E-F861-C617-E288ED851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00800"/>
            <a:ext cx="4114800" cy="365125"/>
          </a:xfrm>
        </p:spPr>
        <p:txBody>
          <a:bodyPr rtlCol="0"/>
          <a:lstStyle/>
          <a:p>
            <a:r>
              <a:rPr lang="sv-SE" err="1">
                <a:solidFill>
                  <a:schemeClr val="bg1"/>
                </a:solidFill>
                <a:latin typeface="Segoe UI"/>
                <a:ea typeface="+mn-lt"/>
                <a:cs typeface="Segoe UI"/>
              </a:rPr>
              <a:t>How</a:t>
            </a:r>
            <a:r>
              <a:rPr lang="sv-SE">
                <a:solidFill>
                  <a:schemeClr val="bg1"/>
                </a:solidFill>
                <a:latin typeface="Segoe UI"/>
                <a:ea typeface="+mn-lt"/>
                <a:cs typeface="Segoe UI"/>
              </a:rPr>
              <a:t> to </a:t>
            </a:r>
            <a:r>
              <a:rPr lang="sv-SE" err="1">
                <a:solidFill>
                  <a:schemeClr val="bg1"/>
                </a:solidFill>
                <a:latin typeface="Segoe UI"/>
                <a:ea typeface="+mn-lt"/>
                <a:cs typeface="Segoe UI"/>
              </a:rPr>
              <a:t>train</a:t>
            </a:r>
            <a:r>
              <a:rPr lang="sv-SE">
                <a:solidFill>
                  <a:schemeClr val="bg1"/>
                </a:solidFill>
                <a:latin typeface="Segoe UI"/>
                <a:ea typeface="+mn-lt"/>
                <a:cs typeface="Segoe UI"/>
              </a:rPr>
              <a:t> </a:t>
            </a:r>
            <a:r>
              <a:rPr lang="sv-SE" err="1">
                <a:solidFill>
                  <a:schemeClr val="bg1"/>
                </a:solidFill>
                <a:latin typeface="Segoe UI"/>
                <a:ea typeface="+mn-lt"/>
                <a:cs typeface="Segoe UI"/>
              </a:rPr>
              <a:t>your</a:t>
            </a:r>
            <a:r>
              <a:rPr lang="sv-SE">
                <a:solidFill>
                  <a:schemeClr val="bg1"/>
                </a:solidFill>
                <a:latin typeface="Segoe UI"/>
                <a:ea typeface="+mn-lt"/>
                <a:cs typeface="Segoe UI"/>
              </a:rPr>
              <a:t> </a:t>
            </a:r>
            <a:r>
              <a:rPr lang="sv-SE" err="1">
                <a:solidFill>
                  <a:schemeClr val="bg1"/>
                </a:solidFill>
                <a:latin typeface="Segoe UI"/>
                <a:ea typeface="+mn-lt"/>
                <a:cs typeface="Segoe UI"/>
              </a:rPr>
              <a:t>dqn</a:t>
            </a:r>
            <a:endParaRPr lang="en-US">
              <a:solidFill>
                <a:schemeClr val="bg1"/>
              </a:solidFill>
              <a:latin typeface="Segoe UI"/>
              <a:ea typeface="+mn-lt"/>
              <a:cs typeface="Segoe UI"/>
            </a:endParaRPr>
          </a:p>
          <a:p>
            <a:endParaRPr lang="sv-SE">
              <a:solidFill>
                <a:schemeClr val="bg1"/>
              </a:solidFill>
              <a:latin typeface="Segoe UI"/>
              <a:ea typeface="+mn-lt"/>
              <a:cs typeface="Segoe UI"/>
            </a:endParaRPr>
          </a:p>
          <a:p>
            <a:endParaRPr lang="sv-SE">
              <a:solidFill>
                <a:schemeClr val="bg1"/>
              </a:solidFill>
              <a:ea typeface="Open sans"/>
              <a:cs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330317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ubrik 8">
            <a:extLst>
              <a:ext uri="{FF2B5EF4-FFF2-40B4-BE49-F238E27FC236}">
                <a16:creationId xmlns:a16="http://schemas.microsoft.com/office/drawing/2014/main" id="{DBF00274-58B0-4B5F-A440-AEB4BC1DE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566490"/>
            <a:ext cx="11238347" cy="1502704"/>
          </a:xfrm>
        </p:spPr>
        <p:txBody>
          <a:bodyPr rtlCol="0"/>
          <a:lstStyle/>
          <a:p>
            <a:pPr rtl="0"/>
            <a:r>
              <a:rPr lang="sv-SE" err="1"/>
              <a:t>Introduction</a:t>
            </a:r>
            <a:endParaRPr lang="sv-SE"/>
          </a:p>
        </p:txBody>
      </p:sp>
      <p:sp>
        <p:nvSpPr>
          <p:cNvPr id="10" name="Platshållare för innehåll 9">
            <a:extLst>
              <a:ext uri="{FF2B5EF4-FFF2-40B4-BE49-F238E27FC236}">
                <a16:creationId xmlns:a16="http://schemas.microsoft.com/office/drawing/2014/main" id="{B4D1A5DC-1100-480C-87E4-0AFD1C3CED9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1" y="2286000"/>
            <a:ext cx="5435600" cy="400526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sv-SE" err="1"/>
              <a:t>Goal</a:t>
            </a:r>
            <a:r>
              <a:rPr lang="sv-SE"/>
              <a:t>: </a:t>
            </a:r>
            <a:r>
              <a:rPr lang="sv-SE" err="1"/>
              <a:t>Train</a:t>
            </a:r>
            <a:r>
              <a:rPr lang="sv-SE"/>
              <a:t> DQN to play </a:t>
            </a:r>
            <a:r>
              <a:rPr lang="sv-SE" err="1"/>
              <a:t>Connect</a:t>
            </a:r>
            <a:r>
              <a:rPr lang="sv-SE"/>
              <a:t> 4</a:t>
            </a:r>
            <a:endParaRPr lang="sv-SE">
              <a:ea typeface="Open sans"/>
              <a:cs typeface="Open sans"/>
            </a:endParaRPr>
          </a:p>
          <a:p>
            <a:pPr rtl="0"/>
            <a:endParaRPr lang="sv-SE"/>
          </a:p>
          <a:p>
            <a:r>
              <a:rPr lang="sv-SE" err="1">
                <a:ea typeface="Open sans"/>
                <a:cs typeface="Open sans"/>
              </a:rPr>
              <a:t>How</a:t>
            </a:r>
            <a:r>
              <a:rPr lang="sv-SE">
                <a:ea typeface="Open sans"/>
                <a:cs typeface="Open sans"/>
              </a:rPr>
              <a:t>: </a:t>
            </a:r>
            <a:r>
              <a:rPr lang="sv-SE" err="1"/>
              <a:t>Reinforcement</a:t>
            </a:r>
            <a:r>
              <a:rPr lang="sv-SE"/>
              <a:t> Learning, DQN + CNN</a:t>
            </a:r>
            <a:endParaRPr lang="sv-SE">
              <a:ea typeface="Open sans"/>
              <a:cs typeface="Open sans"/>
            </a:endParaRPr>
          </a:p>
          <a:p>
            <a:pPr rtl="0"/>
            <a:endParaRPr lang="sv-SE"/>
          </a:p>
          <a:p>
            <a:r>
              <a:rPr lang="sv-SE"/>
              <a:t>Tools: </a:t>
            </a:r>
            <a:r>
              <a:rPr lang="sv-SE" err="1"/>
              <a:t>Matlab</a:t>
            </a:r>
            <a:r>
              <a:rPr lang="sv-SE"/>
              <a:t> </a:t>
            </a:r>
            <a:r>
              <a:rPr lang="sv-SE" err="1"/>
              <a:t>toolboxes</a:t>
            </a:r>
            <a:endParaRPr lang="sv-SE"/>
          </a:p>
        </p:txBody>
      </p:sp>
      <p:sp>
        <p:nvSpPr>
          <p:cNvPr id="13" name="Platshållare för datum 12">
            <a:extLst>
              <a:ext uri="{FF2B5EF4-FFF2-40B4-BE49-F238E27FC236}">
                <a16:creationId xmlns:a16="http://schemas.microsoft.com/office/drawing/2014/main" id="{16D38BCC-7EC3-40A8-BEB0-9776AA478B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00800"/>
            <a:ext cx="2743200" cy="365125"/>
          </a:xfrm>
        </p:spPr>
        <p:txBody>
          <a:bodyPr rtlCol="0"/>
          <a:lstStyle/>
          <a:p>
            <a:pPr rtl="0"/>
            <a:r>
              <a:rPr lang="sv-SE"/>
              <a:t>21/3/2025</a:t>
            </a:r>
          </a:p>
        </p:txBody>
      </p:sp>
      <p:sp>
        <p:nvSpPr>
          <p:cNvPr id="14" name="Platshållare för sidfot 13">
            <a:extLst>
              <a:ext uri="{FF2B5EF4-FFF2-40B4-BE49-F238E27FC236}">
                <a16:creationId xmlns:a16="http://schemas.microsoft.com/office/drawing/2014/main" id="{F1DA6959-13CE-4DC3-99FD-86C2A5F86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00800"/>
            <a:ext cx="4114800" cy="365125"/>
          </a:xfrm>
        </p:spPr>
        <p:txBody>
          <a:bodyPr rtlCol="0"/>
          <a:lstStyle/>
          <a:p>
            <a:r>
              <a:rPr lang="sv-SE" err="1">
                <a:ea typeface="+mn-lt"/>
                <a:cs typeface="+mn-lt"/>
              </a:rPr>
              <a:t>How</a:t>
            </a:r>
            <a:r>
              <a:rPr lang="sv-SE">
                <a:ea typeface="+mn-lt"/>
                <a:cs typeface="+mn-lt"/>
              </a:rPr>
              <a:t> to </a:t>
            </a:r>
            <a:r>
              <a:rPr lang="sv-SE" err="1">
                <a:ea typeface="+mn-lt"/>
                <a:cs typeface="+mn-lt"/>
              </a:rPr>
              <a:t>train</a:t>
            </a:r>
            <a:r>
              <a:rPr lang="sv-SE">
                <a:ea typeface="+mn-lt"/>
                <a:cs typeface="+mn-lt"/>
              </a:rPr>
              <a:t> </a:t>
            </a:r>
            <a:r>
              <a:rPr lang="sv-SE" err="1">
                <a:ea typeface="+mn-lt"/>
                <a:cs typeface="+mn-lt"/>
              </a:rPr>
              <a:t>your</a:t>
            </a:r>
            <a:r>
              <a:rPr lang="sv-SE">
                <a:ea typeface="+mn-lt"/>
                <a:cs typeface="+mn-lt"/>
              </a:rPr>
              <a:t> </a:t>
            </a:r>
            <a:r>
              <a:rPr lang="sv-SE" err="1">
                <a:ea typeface="+mn-lt"/>
                <a:cs typeface="+mn-lt"/>
              </a:rPr>
              <a:t>dqn</a:t>
            </a:r>
            <a:endParaRPr lang="en-US" err="1"/>
          </a:p>
          <a:p>
            <a:endParaRPr lang="sv-SE">
              <a:ea typeface="Open sans"/>
              <a:cs typeface="Open sans"/>
            </a:endParaRPr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7A6642A3-9BB0-4B52-BD06-47FF8A2F9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00800"/>
            <a:ext cx="2743200" cy="365125"/>
          </a:xfrm>
        </p:spPr>
        <p:txBody>
          <a:bodyPr rtlCol="0"/>
          <a:lstStyle/>
          <a:p>
            <a:pPr rtl="0"/>
            <a:fld id="{DFA5D71E-5CDF-4C93-8A75-5B916FDC5BEA}" type="slidenum">
              <a:rPr lang="sv-SE" smtClean="0"/>
              <a:pPr rtl="0"/>
              <a:t>4</a:t>
            </a:fld>
            <a:endParaRPr lang="sv-SE"/>
          </a:p>
        </p:txBody>
      </p:sp>
      <p:sp useBgFill="1">
        <p:nvSpPr>
          <p:cNvPr id="12" name="Ellips 11">
            <a:extLst>
              <a:ext uri="{FF2B5EF4-FFF2-40B4-BE49-F238E27FC236}">
                <a16:creationId xmlns:a16="http://schemas.microsoft.com/office/drawing/2014/main" id="{918C23BF-2500-45DF-A596-0FF5E4641E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>
            <a:off x="11474676" y="5428705"/>
            <a:ext cx="425081" cy="425081"/>
          </a:xfrm>
          <a:prstGeom prst="ellipse">
            <a:avLst/>
          </a:prstGeom>
          <a:ln w="3848" cap="flat">
            <a:noFill/>
            <a:prstDash val="solid"/>
            <a:miter/>
          </a:ln>
          <a:effectLst>
            <a:glow rad="152400">
              <a:srgbClr val="000000">
                <a:alpha val="4000"/>
              </a:srgbClr>
            </a:glow>
            <a:outerShdw blurRad="101600" dist="38100" dir="16200000" rotWithShape="0">
              <a:srgbClr val="000000">
                <a:alpha val="5000"/>
              </a:srgbClr>
            </a:outerShdw>
          </a:effectLst>
        </p:spPr>
        <p:txBody>
          <a:bodyPr rtlCol="0" anchor="ctr"/>
          <a:lstStyle/>
          <a:p>
            <a:pPr rtl="0"/>
            <a:endParaRPr lang="sv-SE"/>
          </a:p>
        </p:txBody>
      </p:sp>
      <p:pic>
        <p:nvPicPr>
          <p:cNvPr id="1028" name="Picture 4" descr="Reinforcement Learning Ai Stock Illustrations – 604 Reinforcement Learning  Ai Stock Illustrations, Vectors &amp; Clipart - Dreamstime">
            <a:extLst>
              <a:ext uri="{FF2B5EF4-FFF2-40B4-BE49-F238E27FC236}">
                <a16:creationId xmlns:a16="http://schemas.microsoft.com/office/drawing/2014/main" id="{9E7A6A03-769C-0B2C-893B-EA14549EA348}"/>
              </a:ext>
            </a:extLst>
          </p:cNvPr>
          <p:cNvPicPr>
            <a:picLocks noGrp="1" noChangeAspect="1" noChangeArrowheads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850" b="12850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355752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F9BDF-794D-458B-739A-13300A6F2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ubrik 8">
            <a:extLst>
              <a:ext uri="{FF2B5EF4-FFF2-40B4-BE49-F238E27FC236}">
                <a16:creationId xmlns:a16="http://schemas.microsoft.com/office/drawing/2014/main" id="{8368605B-3CE0-647D-9FC9-14913D53D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566490"/>
            <a:ext cx="11238347" cy="1502704"/>
          </a:xfrm>
        </p:spPr>
        <p:txBody>
          <a:bodyPr rtlCol="0"/>
          <a:lstStyle/>
          <a:p>
            <a:pPr rtl="0"/>
            <a:r>
              <a:rPr lang="sv-SE" err="1"/>
              <a:t>Reinforcement</a:t>
            </a:r>
            <a:r>
              <a:rPr lang="sv-SE"/>
              <a:t> Learning</a:t>
            </a:r>
          </a:p>
        </p:txBody>
      </p:sp>
      <p:sp>
        <p:nvSpPr>
          <p:cNvPr id="10" name="Platshållare för innehåll 9">
            <a:extLst>
              <a:ext uri="{FF2B5EF4-FFF2-40B4-BE49-F238E27FC236}">
                <a16:creationId xmlns:a16="http://schemas.microsoft.com/office/drawing/2014/main" id="{BD6A88B9-597D-227D-F55C-1F9B7737CD0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1" y="2286000"/>
            <a:ext cx="5435600" cy="400526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sv-SE"/>
              <a:t>Agent - AI </a:t>
            </a:r>
            <a:r>
              <a:rPr lang="sv-SE" err="1"/>
              <a:t>Player</a:t>
            </a:r>
            <a:endParaRPr lang="sv-SE">
              <a:ea typeface="Open sans"/>
              <a:cs typeface="Open sans"/>
            </a:endParaRPr>
          </a:p>
          <a:p>
            <a:r>
              <a:rPr lang="sv-SE"/>
              <a:t>Environment - </a:t>
            </a:r>
            <a:r>
              <a:rPr lang="sv-SE" err="1"/>
              <a:t>Connect</a:t>
            </a:r>
            <a:r>
              <a:rPr lang="sv-SE"/>
              <a:t> 4 game board</a:t>
            </a:r>
          </a:p>
          <a:p>
            <a:r>
              <a:rPr lang="sv-SE"/>
              <a:t>Observation - </a:t>
            </a:r>
            <a:r>
              <a:rPr lang="sv-SE" err="1"/>
              <a:t>Current</a:t>
            </a:r>
            <a:r>
              <a:rPr lang="sv-SE"/>
              <a:t> </a:t>
            </a:r>
            <a:r>
              <a:rPr lang="sv-SE" err="1"/>
              <a:t>state</a:t>
            </a:r>
            <a:r>
              <a:rPr lang="sv-SE"/>
              <a:t> </a:t>
            </a:r>
            <a:r>
              <a:rPr lang="sv-SE" err="1"/>
              <a:t>of</a:t>
            </a:r>
            <a:r>
              <a:rPr lang="sv-SE"/>
              <a:t> the board</a:t>
            </a:r>
          </a:p>
          <a:p>
            <a:r>
              <a:rPr lang="sv-SE"/>
              <a:t>Action - The </a:t>
            </a:r>
            <a:r>
              <a:rPr lang="sv-SE" err="1"/>
              <a:t>columns</a:t>
            </a:r>
            <a:endParaRPr lang="sv-SE"/>
          </a:p>
          <a:p>
            <a:r>
              <a:rPr lang="sv-SE" err="1"/>
              <a:t>Reward</a:t>
            </a:r>
            <a:r>
              <a:rPr lang="sv-SE"/>
              <a:t> - +10 for </a:t>
            </a:r>
            <a:r>
              <a:rPr lang="sv-SE" err="1"/>
              <a:t>win</a:t>
            </a:r>
            <a:r>
              <a:rPr lang="sv-SE"/>
              <a:t>, - 10 for illegal </a:t>
            </a:r>
            <a:r>
              <a:rPr lang="sv-SE" err="1"/>
              <a:t>move</a:t>
            </a:r>
            <a:endParaRPr lang="sv-SE">
              <a:ea typeface="Open sans"/>
              <a:cs typeface="Open sans"/>
            </a:endParaRPr>
          </a:p>
          <a:p>
            <a:endParaRPr lang="sv-SE">
              <a:ea typeface="Open sans"/>
              <a:cs typeface="Open sans"/>
            </a:endParaRPr>
          </a:p>
          <a:p>
            <a:r>
              <a:rPr lang="sv-SE">
                <a:ea typeface="Open sans"/>
                <a:cs typeface="Open sans"/>
              </a:rPr>
              <a:t>Trial and </a:t>
            </a:r>
            <a:r>
              <a:rPr lang="sv-SE" err="1">
                <a:ea typeface="Open sans"/>
                <a:cs typeface="Open sans"/>
              </a:rPr>
              <a:t>Error</a:t>
            </a:r>
            <a:endParaRPr lang="sv-SE">
              <a:ea typeface="Open sans"/>
              <a:cs typeface="Open sans"/>
            </a:endParaRPr>
          </a:p>
          <a:p>
            <a:r>
              <a:rPr lang="sv-SE" err="1">
                <a:ea typeface="Open sans"/>
                <a:cs typeface="Open sans"/>
              </a:rPr>
              <a:t>Increase</a:t>
            </a:r>
            <a:r>
              <a:rPr lang="sv-SE">
                <a:ea typeface="Open sans"/>
                <a:cs typeface="Open sans"/>
              </a:rPr>
              <a:t> long </a:t>
            </a:r>
            <a:r>
              <a:rPr lang="sv-SE" err="1">
                <a:ea typeface="Open sans"/>
                <a:cs typeface="Open sans"/>
              </a:rPr>
              <a:t>time</a:t>
            </a:r>
            <a:r>
              <a:rPr lang="sv-SE">
                <a:ea typeface="Open sans"/>
                <a:cs typeface="Open sans"/>
              </a:rPr>
              <a:t> </a:t>
            </a:r>
            <a:r>
              <a:rPr lang="sv-SE" err="1">
                <a:ea typeface="Open sans"/>
                <a:cs typeface="Open sans"/>
              </a:rPr>
              <a:t>reward</a:t>
            </a:r>
            <a:endParaRPr lang="sv-SE">
              <a:ea typeface="Open sans"/>
              <a:cs typeface="Open sans"/>
            </a:endParaRPr>
          </a:p>
        </p:txBody>
      </p:sp>
      <p:sp>
        <p:nvSpPr>
          <p:cNvPr id="13" name="Platshållare för datum 12">
            <a:extLst>
              <a:ext uri="{FF2B5EF4-FFF2-40B4-BE49-F238E27FC236}">
                <a16:creationId xmlns:a16="http://schemas.microsoft.com/office/drawing/2014/main" id="{3E3CEA63-20A9-D292-4F55-78365FA835A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00800"/>
            <a:ext cx="2743200" cy="365125"/>
          </a:xfrm>
        </p:spPr>
        <p:txBody>
          <a:bodyPr rtlCol="0"/>
          <a:lstStyle/>
          <a:p>
            <a:pPr rtl="0"/>
            <a:r>
              <a:rPr lang="sv-SE"/>
              <a:t>21/3/2025</a:t>
            </a:r>
          </a:p>
        </p:txBody>
      </p:sp>
      <p:sp>
        <p:nvSpPr>
          <p:cNvPr id="14" name="Platshållare för sidfot 13">
            <a:extLst>
              <a:ext uri="{FF2B5EF4-FFF2-40B4-BE49-F238E27FC236}">
                <a16:creationId xmlns:a16="http://schemas.microsoft.com/office/drawing/2014/main" id="{CD792B42-550A-7FF6-5657-EFE7C87B9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00800"/>
            <a:ext cx="4114800" cy="365125"/>
          </a:xfrm>
        </p:spPr>
        <p:txBody>
          <a:bodyPr rtlCol="0"/>
          <a:lstStyle/>
          <a:p>
            <a:r>
              <a:rPr lang="sv-SE" err="1">
                <a:ea typeface="+mn-lt"/>
                <a:cs typeface="+mn-lt"/>
              </a:rPr>
              <a:t>How</a:t>
            </a:r>
            <a:r>
              <a:rPr lang="sv-SE">
                <a:ea typeface="+mn-lt"/>
                <a:cs typeface="+mn-lt"/>
              </a:rPr>
              <a:t> to </a:t>
            </a:r>
            <a:r>
              <a:rPr lang="sv-SE" err="1">
                <a:ea typeface="+mn-lt"/>
                <a:cs typeface="+mn-lt"/>
              </a:rPr>
              <a:t>train</a:t>
            </a:r>
            <a:r>
              <a:rPr lang="sv-SE">
                <a:ea typeface="+mn-lt"/>
                <a:cs typeface="+mn-lt"/>
              </a:rPr>
              <a:t> </a:t>
            </a:r>
            <a:r>
              <a:rPr lang="sv-SE" err="1">
                <a:ea typeface="+mn-lt"/>
                <a:cs typeface="+mn-lt"/>
              </a:rPr>
              <a:t>your</a:t>
            </a:r>
            <a:r>
              <a:rPr lang="sv-SE">
                <a:ea typeface="+mn-lt"/>
                <a:cs typeface="+mn-lt"/>
              </a:rPr>
              <a:t> </a:t>
            </a:r>
            <a:r>
              <a:rPr lang="sv-SE" err="1">
                <a:ea typeface="+mn-lt"/>
                <a:cs typeface="+mn-lt"/>
              </a:rPr>
              <a:t>dqn</a:t>
            </a:r>
            <a:endParaRPr lang="en-US" err="1"/>
          </a:p>
          <a:p>
            <a:endParaRPr lang="sv-SE">
              <a:ea typeface="Open sans"/>
              <a:cs typeface="Open sans"/>
            </a:endParaRPr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481F6F00-7952-DD93-9038-F500644F4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00800"/>
            <a:ext cx="2743200" cy="365125"/>
          </a:xfrm>
        </p:spPr>
        <p:txBody>
          <a:bodyPr rtlCol="0"/>
          <a:lstStyle/>
          <a:p>
            <a:pPr rtl="0"/>
            <a:fld id="{DFA5D71E-5CDF-4C93-8A75-5B916FDC5BEA}" type="slidenum">
              <a:rPr lang="sv-SE" smtClean="0"/>
              <a:pPr rtl="0"/>
              <a:t>5</a:t>
            </a:fld>
            <a:endParaRPr lang="sv-SE"/>
          </a:p>
        </p:txBody>
      </p:sp>
      <p:sp useBgFill="1">
        <p:nvSpPr>
          <p:cNvPr id="12" name="Ellips 11">
            <a:extLst>
              <a:ext uri="{FF2B5EF4-FFF2-40B4-BE49-F238E27FC236}">
                <a16:creationId xmlns:a16="http://schemas.microsoft.com/office/drawing/2014/main" id="{D84EB613-53AB-A90E-D807-04B5A269A9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>
            <a:off x="11474676" y="5428705"/>
            <a:ext cx="425081" cy="425081"/>
          </a:xfrm>
          <a:prstGeom prst="ellipse">
            <a:avLst/>
          </a:prstGeom>
          <a:ln w="3848" cap="flat">
            <a:noFill/>
            <a:prstDash val="solid"/>
            <a:miter/>
          </a:ln>
          <a:effectLst>
            <a:glow rad="152400">
              <a:srgbClr val="000000">
                <a:alpha val="4000"/>
              </a:srgbClr>
            </a:glow>
            <a:outerShdw blurRad="101600" dist="38100" dir="16200000" rotWithShape="0">
              <a:srgbClr val="000000">
                <a:alpha val="5000"/>
              </a:srgbClr>
            </a:outerShdw>
          </a:effectLst>
        </p:spPr>
        <p:txBody>
          <a:bodyPr rtlCol="0" anchor="ctr"/>
          <a:lstStyle/>
          <a:p>
            <a:pPr rtl="0"/>
            <a:endParaRPr lang="sv-SE"/>
          </a:p>
        </p:txBody>
      </p:sp>
      <p:pic>
        <p:nvPicPr>
          <p:cNvPr id="2052" name="Picture 4" descr="12 453 Connect four game royaltyfria fotografier och stockbilder |  Shutterstock">
            <a:extLst>
              <a:ext uri="{FF2B5EF4-FFF2-40B4-BE49-F238E27FC236}">
                <a16:creationId xmlns:a16="http://schemas.microsoft.com/office/drawing/2014/main" id="{3C17778E-B507-F7EE-B86A-778276823F52}"/>
              </a:ext>
            </a:extLst>
          </p:cNvPr>
          <p:cNvPicPr>
            <a:picLocks noGrp="1" noChangeAspect="1" noChangeArrowheads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850" b="12850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61693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35F10920-A9F1-2D00-8F8F-F6A0C8049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566490"/>
            <a:ext cx="11238347" cy="1502704"/>
          </a:xfrm>
        </p:spPr>
        <p:txBody>
          <a:bodyPr anchor="ctr">
            <a:normAutofit/>
          </a:bodyPr>
          <a:lstStyle/>
          <a:p>
            <a:r>
              <a:rPr lang="sv-SE"/>
              <a:t>Deep Neural </a:t>
            </a:r>
            <a:r>
              <a:rPr lang="sv-SE" err="1"/>
              <a:t>Network</a:t>
            </a:r>
            <a:r>
              <a:rPr lang="sv-SE"/>
              <a:t> (DQN)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CE43D67-0EFE-E647-9F51-A4D9C03CF12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1" y="2286000"/>
            <a:ext cx="5435600" cy="400526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sv-SE"/>
              <a:t>Q-</a:t>
            </a:r>
            <a:r>
              <a:rPr lang="sv-SE" err="1"/>
              <a:t>learning</a:t>
            </a:r>
            <a:r>
              <a:rPr lang="sv-SE"/>
              <a:t> gives to </a:t>
            </a:r>
            <a:r>
              <a:rPr lang="sv-SE" err="1"/>
              <a:t>many</a:t>
            </a:r>
            <a:r>
              <a:rPr lang="sv-SE"/>
              <a:t> </a:t>
            </a:r>
            <a:r>
              <a:rPr lang="sv-SE" err="1"/>
              <a:t>numbers</a:t>
            </a:r>
            <a:r>
              <a:rPr lang="sv-SE"/>
              <a:t> 4,5*10</a:t>
            </a:r>
            <a:r>
              <a:rPr lang="sv-SE" baseline="30000"/>
              <a:t>12</a:t>
            </a:r>
            <a:endParaRPr lang="sv-SE" baseline="30000">
              <a:ea typeface="Open sans"/>
              <a:cs typeface="Open sans"/>
            </a:endParaRPr>
          </a:p>
          <a:p>
            <a:endParaRPr lang="sv-SE"/>
          </a:p>
          <a:p>
            <a:r>
              <a:rPr lang="sv-SE"/>
              <a:t>A </a:t>
            </a:r>
            <a:r>
              <a:rPr lang="sv-SE" err="1"/>
              <a:t>network</a:t>
            </a:r>
            <a:r>
              <a:rPr lang="sv-SE"/>
              <a:t> to </a:t>
            </a:r>
            <a:r>
              <a:rPr lang="sv-SE" err="1"/>
              <a:t>generalize</a:t>
            </a:r>
            <a:r>
              <a:rPr lang="sv-SE"/>
              <a:t> Q-</a:t>
            </a:r>
            <a:r>
              <a:rPr lang="sv-SE" err="1"/>
              <a:t>value</a:t>
            </a:r>
            <a:r>
              <a:rPr lang="sv-SE"/>
              <a:t> </a:t>
            </a:r>
            <a:endParaRPr lang="sv-SE">
              <a:ea typeface="Open sans"/>
              <a:cs typeface="Open sans"/>
            </a:endParaRPr>
          </a:p>
          <a:p>
            <a:endParaRPr lang="sv-SE"/>
          </a:p>
          <a:p>
            <a:r>
              <a:rPr lang="sv-SE"/>
              <a:t>CNN for </a:t>
            </a:r>
            <a:r>
              <a:rPr lang="sv-SE" err="1"/>
              <a:t>pattern</a:t>
            </a:r>
            <a:r>
              <a:rPr lang="sv-SE"/>
              <a:t> recognision </a:t>
            </a:r>
          </a:p>
        </p:txBody>
      </p:sp>
      <p:pic>
        <p:nvPicPr>
          <p:cNvPr id="10" name="Picture 10" descr="Why Reinforcement Learning Matters in Business | CDOTrends">
            <a:extLst>
              <a:ext uri="{FF2B5EF4-FFF2-40B4-BE49-F238E27FC236}">
                <a16:creationId xmlns:a16="http://schemas.microsoft.com/office/drawing/2014/main" id="{BA1A7552-6410-8B8B-CBA9-A6B362060E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0161" b="1"/>
          <a:stretch/>
        </p:blipFill>
        <p:spPr bwMode="auto">
          <a:xfrm>
            <a:off x="6207125" y="2286000"/>
            <a:ext cx="5435600" cy="403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A89644-3F49-F27C-DA67-08B413699D5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00800"/>
            <a:ext cx="2743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r>
              <a:rPr lang="sv-SE"/>
              <a:t>21/3/2025</a:t>
            </a:r>
            <a:endParaRPr lang="sv-SE" noProof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39DE1C-9937-A630-8540-EFE9655B74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00800"/>
            <a:ext cx="4114800" cy="365125"/>
          </a:xfrm>
        </p:spPr>
        <p:txBody>
          <a:bodyPr anchor="ctr">
            <a:normAutofit/>
          </a:bodyPr>
          <a:lstStyle/>
          <a:p>
            <a:r>
              <a:rPr lang="sv-SE" err="1">
                <a:ea typeface="+mn-lt"/>
                <a:cs typeface="+mn-lt"/>
              </a:rPr>
              <a:t>How</a:t>
            </a:r>
            <a:r>
              <a:rPr lang="sv-SE">
                <a:ea typeface="+mn-lt"/>
                <a:cs typeface="+mn-lt"/>
              </a:rPr>
              <a:t> to </a:t>
            </a:r>
            <a:r>
              <a:rPr lang="sv-SE" err="1">
                <a:ea typeface="+mn-lt"/>
                <a:cs typeface="+mn-lt"/>
              </a:rPr>
              <a:t>train</a:t>
            </a:r>
            <a:r>
              <a:rPr lang="sv-SE">
                <a:ea typeface="+mn-lt"/>
                <a:cs typeface="+mn-lt"/>
              </a:rPr>
              <a:t> </a:t>
            </a:r>
            <a:r>
              <a:rPr lang="sv-SE" err="1">
                <a:ea typeface="+mn-lt"/>
                <a:cs typeface="+mn-lt"/>
              </a:rPr>
              <a:t>your</a:t>
            </a:r>
            <a:r>
              <a:rPr lang="sv-SE">
                <a:ea typeface="+mn-lt"/>
                <a:cs typeface="+mn-lt"/>
              </a:rPr>
              <a:t> </a:t>
            </a:r>
            <a:r>
              <a:rPr lang="sv-SE" err="1">
                <a:ea typeface="+mn-lt"/>
                <a:cs typeface="+mn-lt"/>
              </a:rPr>
              <a:t>dqn</a:t>
            </a:r>
            <a:endParaRPr lang="en-US" err="1"/>
          </a:p>
          <a:p>
            <a:endParaRPr lang="sv-SE" noProof="0">
              <a:ea typeface="Open sans"/>
              <a:cs typeface="Open san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F0F957-C1D9-0F5F-9514-80951E200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00800"/>
            <a:ext cx="2743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DFA5D71E-5CDF-4C93-8A75-5B916FDC5BEA}" type="slidenum">
              <a:rPr lang="sv-SE" noProof="0" smtClean="0"/>
              <a:pPr rtl="0">
                <a:spcAft>
                  <a:spcPts val="600"/>
                </a:spcAft>
              </a:pPr>
              <a:t>6</a:t>
            </a:fld>
            <a:endParaRPr lang="sv-SE" noProof="0"/>
          </a:p>
        </p:txBody>
      </p:sp>
    </p:spTree>
    <p:extLst>
      <p:ext uri="{BB962C8B-B14F-4D97-AF65-F5344CB8AC3E}">
        <p14:creationId xmlns:p14="http://schemas.microsoft.com/office/powerpoint/2010/main" val="10897771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C545BE7-CB99-1D63-816E-3F032AA24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352" y="566127"/>
            <a:ext cx="10531448" cy="1386498"/>
          </a:xfrm>
        </p:spPr>
        <p:txBody>
          <a:bodyPr anchor="ctr">
            <a:normAutofit/>
          </a:bodyPr>
          <a:lstStyle/>
          <a:p>
            <a:r>
              <a:rPr lang="sv-SE"/>
              <a:t>So </a:t>
            </a:r>
            <a:r>
              <a:rPr lang="sv-SE" err="1"/>
              <a:t>how</a:t>
            </a:r>
            <a:r>
              <a:rPr lang="sv-SE"/>
              <a:t> </a:t>
            </a:r>
            <a:r>
              <a:rPr lang="sv-SE" err="1"/>
              <a:t>does</a:t>
            </a:r>
            <a:r>
              <a:rPr lang="sv-SE"/>
              <a:t> it </a:t>
            </a:r>
            <a:r>
              <a:rPr lang="sv-SE" err="1"/>
              <a:t>work</a:t>
            </a:r>
            <a:r>
              <a:rPr lang="sv-SE"/>
              <a:t>?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13323C-890E-EDED-7F5B-6D1037916C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00800"/>
            <a:ext cx="2743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r>
              <a:rPr lang="sv-SE"/>
              <a:t>21/3/2025</a:t>
            </a:r>
            <a:endParaRPr lang="sv-SE" noProof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07F2D0-24C6-7A82-BDBD-7C638D38D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00800"/>
            <a:ext cx="4114800" cy="365125"/>
          </a:xfrm>
        </p:spPr>
        <p:txBody>
          <a:bodyPr anchor="ctr">
            <a:normAutofit/>
          </a:bodyPr>
          <a:lstStyle/>
          <a:p>
            <a:r>
              <a:rPr lang="sv-SE" err="1">
                <a:ea typeface="+mn-lt"/>
                <a:cs typeface="+mn-lt"/>
              </a:rPr>
              <a:t>How</a:t>
            </a:r>
            <a:r>
              <a:rPr lang="sv-SE">
                <a:ea typeface="+mn-lt"/>
                <a:cs typeface="+mn-lt"/>
              </a:rPr>
              <a:t> to </a:t>
            </a:r>
            <a:r>
              <a:rPr lang="sv-SE" err="1">
                <a:ea typeface="+mn-lt"/>
                <a:cs typeface="+mn-lt"/>
              </a:rPr>
              <a:t>train</a:t>
            </a:r>
            <a:r>
              <a:rPr lang="sv-SE">
                <a:ea typeface="+mn-lt"/>
                <a:cs typeface="+mn-lt"/>
              </a:rPr>
              <a:t> </a:t>
            </a:r>
            <a:r>
              <a:rPr lang="sv-SE" err="1">
                <a:ea typeface="+mn-lt"/>
                <a:cs typeface="+mn-lt"/>
              </a:rPr>
              <a:t>your</a:t>
            </a:r>
            <a:r>
              <a:rPr lang="sv-SE">
                <a:ea typeface="+mn-lt"/>
                <a:cs typeface="+mn-lt"/>
              </a:rPr>
              <a:t> </a:t>
            </a:r>
            <a:r>
              <a:rPr lang="sv-SE" err="1">
                <a:ea typeface="+mn-lt"/>
                <a:cs typeface="+mn-lt"/>
              </a:rPr>
              <a:t>dqn</a:t>
            </a:r>
            <a:endParaRPr lang="en-US" err="1"/>
          </a:p>
          <a:p>
            <a:pPr>
              <a:spcAft>
                <a:spcPts val="600"/>
              </a:spcAft>
            </a:pPr>
            <a:endParaRPr lang="sv-SE" noProof="0">
              <a:ea typeface="Open sans"/>
              <a:cs typeface="Open san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ABD8E5-7F02-7CE6-3899-63620B1D9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00800"/>
            <a:ext cx="2743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DFA5D71E-5CDF-4C93-8A75-5B916FDC5BEA}" type="slidenum">
              <a:rPr lang="sv-SE" noProof="0" smtClean="0"/>
              <a:pPr rtl="0">
                <a:spcAft>
                  <a:spcPts val="600"/>
                </a:spcAft>
              </a:pPr>
              <a:t>7</a:t>
            </a:fld>
            <a:endParaRPr lang="sv-SE" noProof="0"/>
          </a:p>
        </p:txBody>
      </p:sp>
      <p:graphicFrame>
        <p:nvGraphicFramePr>
          <p:cNvPr id="12" name="Text Placeholder 9">
            <a:extLst>
              <a:ext uri="{FF2B5EF4-FFF2-40B4-BE49-F238E27FC236}">
                <a16:creationId xmlns:a16="http://schemas.microsoft.com/office/drawing/2014/main" id="{542836C8-5E93-A50E-1097-41CCF0E1919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76066722"/>
              </p:ext>
            </p:extLst>
          </p:nvPr>
        </p:nvGraphicFramePr>
        <p:xfrm>
          <a:off x="1335088" y="1952625"/>
          <a:ext cx="9521825" cy="40497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829038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ubrik 6">
            <a:extLst>
              <a:ext uri="{FF2B5EF4-FFF2-40B4-BE49-F238E27FC236}">
                <a16:creationId xmlns:a16="http://schemas.microsoft.com/office/drawing/2014/main" id="{BC31223B-F964-409B-BCFB-7D52E97E4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352" y="566127"/>
            <a:ext cx="10531448" cy="1490825"/>
          </a:xfrm>
        </p:spPr>
        <p:txBody>
          <a:bodyPr rtlCol="0"/>
          <a:lstStyle/>
          <a:p>
            <a:pPr rtl="0"/>
            <a:r>
              <a:rPr lang="sv-SE"/>
              <a:t>Implementation in </a:t>
            </a:r>
            <a:r>
              <a:rPr lang="sv-SE" err="1"/>
              <a:t>Matlab</a:t>
            </a:r>
            <a:endParaRPr lang="sv-SE"/>
          </a:p>
        </p:txBody>
      </p:sp>
      <p:sp>
        <p:nvSpPr>
          <p:cNvPr id="8" name="Platshållare för text 7">
            <a:extLst>
              <a:ext uri="{FF2B5EF4-FFF2-40B4-BE49-F238E27FC236}">
                <a16:creationId xmlns:a16="http://schemas.microsoft.com/office/drawing/2014/main" id="{F693D8AC-FF5F-4308-BD5D-F3629C785A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732227" y="2347572"/>
            <a:ext cx="3698345" cy="552450"/>
          </a:xfrm>
        </p:spPr>
        <p:txBody>
          <a:bodyPr rtlCol="0">
            <a:normAutofit/>
          </a:bodyPr>
          <a:lstStyle/>
          <a:p>
            <a:pPr rtl="0"/>
            <a:r>
              <a:rPr lang="sv-SE" err="1"/>
              <a:t>Structure</a:t>
            </a:r>
            <a:r>
              <a:rPr lang="sv-SE"/>
              <a:t> </a:t>
            </a:r>
            <a:r>
              <a:rPr lang="sv-SE" err="1"/>
              <a:t>of</a:t>
            </a:r>
            <a:r>
              <a:rPr lang="sv-SE"/>
              <a:t> DQN and CNN</a:t>
            </a:r>
          </a:p>
        </p:txBody>
      </p:sp>
      <p:sp>
        <p:nvSpPr>
          <p:cNvPr id="9" name="Platshållare för text 8">
            <a:extLst>
              <a:ext uri="{FF2B5EF4-FFF2-40B4-BE49-F238E27FC236}">
                <a16:creationId xmlns:a16="http://schemas.microsoft.com/office/drawing/2014/main" id="{FCA99590-DAB9-4B30-8543-1BC95BF0E5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731877" y="2899987"/>
            <a:ext cx="3303659" cy="3215781"/>
          </a:xfrm>
        </p:spPr>
        <p:txBody>
          <a:bodyPr rtlCol="0"/>
          <a:lstStyle/>
          <a:p>
            <a:pPr rtl="0"/>
            <a:r>
              <a:rPr lang="en-US"/>
              <a:t>A single layer</a:t>
            </a:r>
          </a:p>
          <a:p>
            <a:r>
              <a:rPr lang="en-US"/>
              <a:t>Reinforcement Learning Designer – Reinforcement Learning Toolbox</a:t>
            </a:r>
            <a:endParaRPr lang="sv-SE"/>
          </a:p>
          <a:p>
            <a:pPr marL="0" indent="0" rtl="0">
              <a:buNone/>
            </a:pPr>
            <a:endParaRPr lang="sv-SE"/>
          </a:p>
        </p:txBody>
      </p:sp>
      <p:sp>
        <p:nvSpPr>
          <p:cNvPr id="12" name="Platshållare för text 11">
            <a:extLst>
              <a:ext uri="{FF2B5EF4-FFF2-40B4-BE49-F238E27FC236}">
                <a16:creationId xmlns:a16="http://schemas.microsoft.com/office/drawing/2014/main" id="{A1A115CA-6CAF-4A96-ADFB-04588C1A796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8352" y="2346854"/>
            <a:ext cx="3303394" cy="552450"/>
          </a:xfrm>
        </p:spPr>
        <p:txBody>
          <a:bodyPr rtlCol="0"/>
          <a:lstStyle/>
          <a:p>
            <a:pPr rtl="0"/>
            <a:r>
              <a:rPr lang="sv-SE" err="1"/>
              <a:t>Training</a:t>
            </a:r>
            <a:r>
              <a:rPr lang="sv-SE"/>
              <a:t> Process</a:t>
            </a:r>
          </a:p>
        </p:txBody>
      </p:sp>
      <p:sp>
        <p:nvSpPr>
          <p:cNvPr id="13" name="Platshållare för text 12">
            <a:extLst>
              <a:ext uri="{FF2B5EF4-FFF2-40B4-BE49-F238E27FC236}">
                <a16:creationId xmlns:a16="http://schemas.microsoft.com/office/drawing/2014/main" id="{47E9186B-E5E8-41FD-BFEE-0E574ABA486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8001" y="2899269"/>
            <a:ext cx="3303659" cy="3215781"/>
          </a:xfrm>
        </p:spPr>
        <p:txBody>
          <a:bodyPr rtlCol="0"/>
          <a:lstStyle/>
          <a:p>
            <a:pPr rtl="0"/>
            <a:r>
              <a:rPr lang="en-US"/>
              <a:t>Growing the database</a:t>
            </a:r>
          </a:p>
          <a:p>
            <a:pPr rtl="0"/>
            <a:r>
              <a:rPr lang="en-US"/>
              <a:t>Illegal moves</a:t>
            </a:r>
          </a:p>
          <a:p>
            <a:pPr rtl="0"/>
            <a:r>
              <a:rPr lang="sv-SE" err="1"/>
              <a:t>Discount</a:t>
            </a:r>
            <a:r>
              <a:rPr lang="sv-SE"/>
              <a:t> </a:t>
            </a:r>
            <a:r>
              <a:rPr lang="sv-SE" err="1"/>
              <a:t>Factor</a:t>
            </a:r>
            <a:endParaRPr lang="sv-SE"/>
          </a:p>
        </p:txBody>
      </p:sp>
      <p:sp>
        <p:nvSpPr>
          <p:cNvPr id="14" name="Platshållare för datum 13">
            <a:extLst>
              <a:ext uri="{FF2B5EF4-FFF2-40B4-BE49-F238E27FC236}">
                <a16:creationId xmlns:a16="http://schemas.microsoft.com/office/drawing/2014/main" id="{D858F0E8-5723-4917-B2F4-1959CDA5735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00800"/>
            <a:ext cx="2743200" cy="365125"/>
          </a:xfrm>
        </p:spPr>
        <p:txBody>
          <a:bodyPr rtlCol="0"/>
          <a:lstStyle/>
          <a:p>
            <a:pPr rtl="0"/>
            <a:r>
              <a:rPr lang="sv-SE"/>
              <a:t>21/3/2025</a:t>
            </a:r>
          </a:p>
        </p:txBody>
      </p:sp>
      <p:sp>
        <p:nvSpPr>
          <p:cNvPr id="15" name="Platshållare för sidfot 14">
            <a:extLst>
              <a:ext uri="{FF2B5EF4-FFF2-40B4-BE49-F238E27FC236}">
                <a16:creationId xmlns:a16="http://schemas.microsoft.com/office/drawing/2014/main" id="{89CE2F29-4F13-4337-8A82-25313F29D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00800"/>
            <a:ext cx="4114800" cy="365125"/>
          </a:xfrm>
        </p:spPr>
        <p:txBody>
          <a:bodyPr rtlCol="0"/>
          <a:lstStyle/>
          <a:p>
            <a:r>
              <a:rPr lang="sv-SE" err="1">
                <a:latin typeface="Segoe UI"/>
                <a:ea typeface="+mn-lt"/>
                <a:cs typeface="Segoe UI"/>
              </a:rPr>
              <a:t>How</a:t>
            </a:r>
            <a:r>
              <a:rPr lang="sv-SE">
                <a:latin typeface="Segoe UI"/>
                <a:ea typeface="+mn-lt"/>
                <a:cs typeface="Segoe UI"/>
              </a:rPr>
              <a:t> to </a:t>
            </a:r>
            <a:r>
              <a:rPr lang="sv-SE" err="1">
                <a:latin typeface="Segoe UI"/>
                <a:ea typeface="+mn-lt"/>
                <a:cs typeface="Segoe UI"/>
              </a:rPr>
              <a:t>train</a:t>
            </a:r>
            <a:r>
              <a:rPr lang="sv-SE">
                <a:latin typeface="Segoe UI"/>
                <a:ea typeface="+mn-lt"/>
                <a:cs typeface="Segoe UI"/>
              </a:rPr>
              <a:t> </a:t>
            </a:r>
            <a:r>
              <a:rPr lang="sv-SE" err="1">
                <a:latin typeface="Segoe UI"/>
                <a:ea typeface="+mn-lt"/>
                <a:cs typeface="Segoe UI"/>
              </a:rPr>
              <a:t>your</a:t>
            </a:r>
            <a:r>
              <a:rPr lang="sv-SE">
                <a:latin typeface="Segoe UI"/>
                <a:ea typeface="+mn-lt"/>
                <a:cs typeface="Segoe UI"/>
              </a:rPr>
              <a:t> </a:t>
            </a:r>
            <a:r>
              <a:rPr lang="sv-SE" err="1">
                <a:latin typeface="Segoe UI"/>
                <a:ea typeface="+mn-lt"/>
                <a:cs typeface="Segoe UI"/>
              </a:rPr>
              <a:t>dqn</a:t>
            </a:r>
            <a:endParaRPr lang="en-US" err="1">
              <a:solidFill>
                <a:srgbClr val="000000"/>
              </a:solidFill>
              <a:latin typeface="Segoe UI"/>
              <a:ea typeface="+mn-lt"/>
              <a:cs typeface="Segoe UI"/>
            </a:endParaRPr>
          </a:p>
          <a:p>
            <a:endParaRPr lang="sv-SE">
              <a:solidFill>
                <a:srgbClr val="000000"/>
              </a:solidFill>
              <a:latin typeface="Segoe UI"/>
              <a:ea typeface="+mn-lt"/>
              <a:cs typeface="Segoe UI"/>
            </a:endParaRPr>
          </a:p>
          <a:p>
            <a:endParaRPr lang="sv-SE">
              <a:ea typeface="Open sans"/>
              <a:cs typeface="Open sans"/>
            </a:endParaRPr>
          </a:p>
        </p:txBody>
      </p:sp>
      <p:sp>
        <p:nvSpPr>
          <p:cNvPr id="16" name="Platshållare för bildnummer 15">
            <a:extLst>
              <a:ext uri="{FF2B5EF4-FFF2-40B4-BE49-F238E27FC236}">
                <a16:creationId xmlns:a16="http://schemas.microsoft.com/office/drawing/2014/main" id="{B2486DC8-B909-491B-95D1-B14F3DEC8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00800"/>
            <a:ext cx="2743200" cy="365125"/>
          </a:xfrm>
        </p:spPr>
        <p:txBody>
          <a:bodyPr rtlCol="0"/>
          <a:lstStyle/>
          <a:p>
            <a:pPr rtl="0"/>
            <a:fld id="{DFA5D71E-5CDF-4C93-8A75-5B916FDC5BEA}" type="slidenum">
              <a:rPr lang="sv-SE" smtClean="0"/>
              <a:pPr rtl="0"/>
              <a:t>8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0620033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D40D4-815F-55DA-7FC9-9475546E2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ubrik 6">
            <a:extLst>
              <a:ext uri="{FF2B5EF4-FFF2-40B4-BE49-F238E27FC236}">
                <a16:creationId xmlns:a16="http://schemas.microsoft.com/office/drawing/2014/main" id="{879CD104-79EA-8C04-9545-26ADE63D2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352" y="566127"/>
            <a:ext cx="10531448" cy="1490825"/>
          </a:xfrm>
        </p:spPr>
        <p:txBody>
          <a:bodyPr rtlCol="0"/>
          <a:lstStyle/>
          <a:p>
            <a:pPr rtl="0"/>
            <a:r>
              <a:rPr lang="sv-SE" err="1"/>
              <a:t>Verification</a:t>
            </a:r>
            <a:endParaRPr lang="sv-SE"/>
          </a:p>
        </p:txBody>
      </p:sp>
      <p:sp>
        <p:nvSpPr>
          <p:cNvPr id="8" name="Platshållare för text 7">
            <a:extLst>
              <a:ext uri="{FF2B5EF4-FFF2-40B4-BE49-F238E27FC236}">
                <a16:creationId xmlns:a16="http://schemas.microsoft.com/office/drawing/2014/main" id="{F44B5919-A622-1741-0A03-22209EC5388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732227" y="2347572"/>
            <a:ext cx="3698345" cy="552450"/>
          </a:xfrm>
        </p:spPr>
        <p:txBody>
          <a:bodyPr rtlCol="0">
            <a:normAutofit/>
          </a:bodyPr>
          <a:lstStyle/>
          <a:p>
            <a:pPr rtl="0"/>
            <a:r>
              <a:rPr lang="sv-SE" err="1"/>
              <a:t>Winrate</a:t>
            </a:r>
            <a:r>
              <a:rPr lang="sv-SE"/>
              <a:t> Matrix	</a:t>
            </a:r>
          </a:p>
        </p:txBody>
      </p:sp>
      <p:sp>
        <p:nvSpPr>
          <p:cNvPr id="9" name="Platshållare för text 8">
            <a:extLst>
              <a:ext uri="{FF2B5EF4-FFF2-40B4-BE49-F238E27FC236}">
                <a16:creationId xmlns:a16="http://schemas.microsoft.com/office/drawing/2014/main" id="{D1201C14-6BD5-7CE2-EF6C-A1800497101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731877" y="2899987"/>
            <a:ext cx="3303659" cy="3215781"/>
          </a:xfrm>
        </p:spPr>
        <p:txBody>
          <a:bodyPr rtlCol="0"/>
          <a:lstStyle/>
          <a:p>
            <a:pPr rtl="0"/>
            <a:r>
              <a:rPr lang="en-US"/>
              <a:t>Every Agent plays against </a:t>
            </a:r>
            <a:r>
              <a:rPr lang="en-US" err="1"/>
              <a:t>eachother</a:t>
            </a:r>
            <a:endParaRPr lang="sv-SE"/>
          </a:p>
          <a:p>
            <a:pPr rtl="0"/>
            <a:r>
              <a:rPr lang="sv-SE" err="1"/>
              <a:t>Deterministic</a:t>
            </a:r>
            <a:r>
              <a:rPr lang="sv-SE"/>
              <a:t> </a:t>
            </a:r>
            <a:r>
              <a:rPr lang="sv-SE" err="1"/>
              <a:t>outcomes</a:t>
            </a:r>
            <a:endParaRPr lang="sv-SE"/>
          </a:p>
          <a:p>
            <a:pPr rtl="0"/>
            <a:r>
              <a:rPr lang="sv-SE" err="1"/>
              <a:t>Quadratic</a:t>
            </a:r>
            <a:r>
              <a:rPr lang="sv-SE"/>
              <a:t> </a:t>
            </a:r>
            <a:r>
              <a:rPr lang="sv-SE" err="1"/>
              <a:t>processing</a:t>
            </a:r>
            <a:r>
              <a:rPr lang="sv-SE"/>
              <a:t> </a:t>
            </a:r>
            <a:r>
              <a:rPr lang="sv-SE" err="1"/>
              <a:t>time</a:t>
            </a:r>
            <a:endParaRPr lang="en-US"/>
          </a:p>
        </p:txBody>
      </p:sp>
      <p:sp>
        <p:nvSpPr>
          <p:cNvPr id="12" name="Platshållare för text 11">
            <a:extLst>
              <a:ext uri="{FF2B5EF4-FFF2-40B4-BE49-F238E27FC236}">
                <a16:creationId xmlns:a16="http://schemas.microsoft.com/office/drawing/2014/main" id="{86E48B6A-817E-DB7F-3D2F-E17ACBE7284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8352" y="2346854"/>
            <a:ext cx="3303394" cy="552450"/>
          </a:xfrm>
        </p:spPr>
        <p:txBody>
          <a:bodyPr rtlCol="0"/>
          <a:lstStyle/>
          <a:p>
            <a:pPr rtl="0"/>
            <a:r>
              <a:rPr lang="sv-SE" err="1"/>
              <a:t>Summed</a:t>
            </a:r>
            <a:r>
              <a:rPr lang="sv-SE"/>
              <a:t> </a:t>
            </a:r>
            <a:r>
              <a:rPr lang="sv-SE" err="1"/>
              <a:t>performance</a:t>
            </a:r>
            <a:endParaRPr lang="sv-SE"/>
          </a:p>
        </p:txBody>
      </p:sp>
      <p:sp>
        <p:nvSpPr>
          <p:cNvPr id="13" name="Platshållare för text 12">
            <a:extLst>
              <a:ext uri="{FF2B5EF4-FFF2-40B4-BE49-F238E27FC236}">
                <a16:creationId xmlns:a16="http://schemas.microsoft.com/office/drawing/2014/main" id="{CB359D32-D6A1-49A9-5D5E-3AC14F70655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8001" y="2899269"/>
            <a:ext cx="3303659" cy="3215781"/>
          </a:xfrm>
        </p:spPr>
        <p:txBody>
          <a:bodyPr vert="horz" lIns="91440" tIns="45720" rIns="91440" bIns="45720" rtlCol="0" anchor="t">
            <a:normAutofit/>
          </a:bodyPr>
          <a:lstStyle/>
          <a:p>
            <a:pPr rtl="0"/>
            <a:r>
              <a:rPr lang="en-US"/>
              <a:t>Every win &amp; loss counted</a:t>
            </a:r>
          </a:p>
          <a:p>
            <a:pPr rtl="0"/>
            <a:r>
              <a:rPr lang="en-US"/>
              <a:t>First/second mover</a:t>
            </a:r>
          </a:p>
          <a:p>
            <a:pPr rtl="0"/>
            <a:r>
              <a:rPr lang="sv-SE" err="1"/>
              <a:t>Plots</a:t>
            </a:r>
            <a:r>
              <a:rPr lang="sv-SE"/>
              <a:t> over generations</a:t>
            </a:r>
          </a:p>
        </p:txBody>
      </p:sp>
      <p:sp>
        <p:nvSpPr>
          <p:cNvPr id="14" name="Platshållare för datum 13">
            <a:extLst>
              <a:ext uri="{FF2B5EF4-FFF2-40B4-BE49-F238E27FC236}">
                <a16:creationId xmlns:a16="http://schemas.microsoft.com/office/drawing/2014/main" id="{EB71E80F-8875-B5CB-8E28-39845EBF55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00800"/>
            <a:ext cx="2743200" cy="365125"/>
          </a:xfrm>
        </p:spPr>
        <p:txBody>
          <a:bodyPr rtlCol="0"/>
          <a:lstStyle/>
          <a:p>
            <a:pPr rtl="0"/>
            <a:r>
              <a:rPr lang="sv-SE"/>
              <a:t>21/3/2025</a:t>
            </a:r>
          </a:p>
        </p:txBody>
      </p:sp>
      <p:sp>
        <p:nvSpPr>
          <p:cNvPr id="15" name="Platshållare för sidfot 14">
            <a:extLst>
              <a:ext uri="{FF2B5EF4-FFF2-40B4-BE49-F238E27FC236}">
                <a16:creationId xmlns:a16="http://schemas.microsoft.com/office/drawing/2014/main" id="{F43238FC-D941-54F8-CE93-B7FB1939E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00800"/>
            <a:ext cx="4114800" cy="365125"/>
          </a:xfrm>
        </p:spPr>
        <p:txBody>
          <a:bodyPr rtlCol="0"/>
          <a:lstStyle/>
          <a:p>
            <a:r>
              <a:rPr lang="sv-SE" err="1">
                <a:solidFill>
                  <a:srgbClr val="FFFFFF"/>
                </a:solidFill>
                <a:ea typeface="+mn-lt"/>
                <a:cs typeface="+mn-lt"/>
              </a:rPr>
              <a:t>How</a:t>
            </a:r>
            <a:r>
              <a:rPr lang="sv-SE">
                <a:solidFill>
                  <a:srgbClr val="FFFFFF"/>
                </a:solidFill>
                <a:ea typeface="+mn-lt"/>
                <a:cs typeface="+mn-lt"/>
              </a:rPr>
              <a:t> to </a:t>
            </a:r>
            <a:r>
              <a:rPr lang="sv-SE" err="1">
                <a:solidFill>
                  <a:srgbClr val="FFFFFF"/>
                </a:solidFill>
                <a:ea typeface="+mn-lt"/>
                <a:cs typeface="+mn-lt"/>
              </a:rPr>
              <a:t>train</a:t>
            </a:r>
            <a:r>
              <a:rPr lang="sv-SE">
                <a:solidFill>
                  <a:srgbClr val="FFFFFF"/>
                </a:solidFill>
                <a:ea typeface="+mn-lt"/>
                <a:cs typeface="+mn-lt"/>
              </a:rPr>
              <a:t> </a:t>
            </a:r>
            <a:r>
              <a:rPr lang="sv-SE" err="1">
                <a:solidFill>
                  <a:srgbClr val="FFFFFF"/>
                </a:solidFill>
                <a:ea typeface="+mn-lt"/>
                <a:cs typeface="+mn-lt"/>
              </a:rPr>
              <a:t>your</a:t>
            </a:r>
            <a:r>
              <a:rPr lang="sv-SE">
                <a:solidFill>
                  <a:srgbClr val="FFFFFF"/>
                </a:solidFill>
                <a:ea typeface="+mn-lt"/>
                <a:cs typeface="+mn-lt"/>
              </a:rPr>
              <a:t> </a:t>
            </a:r>
            <a:r>
              <a:rPr lang="sv-SE" err="1">
                <a:solidFill>
                  <a:srgbClr val="FFFFFF"/>
                </a:solidFill>
                <a:ea typeface="+mn-lt"/>
                <a:cs typeface="+mn-lt"/>
              </a:rPr>
              <a:t>dqn</a:t>
            </a:r>
            <a:endParaRPr lang="en-US" err="1">
              <a:solidFill>
                <a:srgbClr val="FFFFFF"/>
              </a:solidFill>
              <a:ea typeface="+mn-lt"/>
              <a:cs typeface="+mn-lt"/>
            </a:endParaRPr>
          </a:p>
          <a:p>
            <a:endParaRPr lang="sv-SE">
              <a:ea typeface="Open sans"/>
              <a:cs typeface="Open sans"/>
            </a:endParaRPr>
          </a:p>
        </p:txBody>
      </p:sp>
      <p:sp>
        <p:nvSpPr>
          <p:cNvPr id="16" name="Platshållare för bildnummer 15">
            <a:extLst>
              <a:ext uri="{FF2B5EF4-FFF2-40B4-BE49-F238E27FC236}">
                <a16:creationId xmlns:a16="http://schemas.microsoft.com/office/drawing/2014/main" id="{E5F9F6F3-639E-14B8-ABF9-887C2B6996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00800"/>
            <a:ext cx="2743200" cy="365125"/>
          </a:xfrm>
        </p:spPr>
        <p:txBody>
          <a:bodyPr rtlCol="0"/>
          <a:lstStyle/>
          <a:p>
            <a:pPr rtl="0"/>
            <a:fld id="{DFA5D71E-5CDF-4C93-8A75-5B916FDC5BEA}" type="slidenum">
              <a:rPr lang="sv-SE" smtClean="0"/>
              <a:pPr rtl="0"/>
              <a:t>9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9619486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ubrik 13">
            <a:extLst>
              <a:ext uri="{FF2B5EF4-FFF2-40B4-BE49-F238E27FC236}">
                <a16:creationId xmlns:a16="http://schemas.microsoft.com/office/drawing/2014/main" id="{46B9C631-3446-4121-A589-4979BD628E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566490"/>
            <a:ext cx="11238347" cy="1502704"/>
          </a:xfrm>
        </p:spPr>
        <p:txBody>
          <a:bodyPr rtlCol="0" anchor="ctr">
            <a:normAutofit/>
          </a:bodyPr>
          <a:lstStyle/>
          <a:p>
            <a:pPr rtl="0"/>
            <a:r>
              <a:rPr lang="sv-SE" err="1"/>
              <a:t>Results</a:t>
            </a:r>
            <a:endParaRPr lang="sv-SE"/>
          </a:p>
        </p:txBody>
      </p:sp>
      <p:pic>
        <p:nvPicPr>
          <p:cNvPr id="5" name="Content Placeholder 4" descr="A graph of blue lines&#10;&#10;AI-generated content may be incorrect.">
            <a:extLst>
              <a:ext uri="{FF2B5EF4-FFF2-40B4-BE49-F238E27FC236}">
                <a16:creationId xmlns:a16="http://schemas.microsoft.com/office/drawing/2014/main" id="{0746630A-6E89-897B-E826-6337FA869BF8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rcRect l="13927" r="17879" b="2"/>
          <a:stretch/>
        </p:blipFill>
        <p:spPr>
          <a:xfrm>
            <a:off x="457201" y="2286000"/>
            <a:ext cx="5435600" cy="4005263"/>
          </a:xfrm>
          <a:noFill/>
        </p:spPr>
      </p:pic>
      <p:pic>
        <p:nvPicPr>
          <p:cNvPr id="2" name="Picture 1" descr="A graph of blue and black lines&#10;&#10;AI-generated content may be incorrect.">
            <a:extLst>
              <a:ext uri="{FF2B5EF4-FFF2-40B4-BE49-F238E27FC236}">
                <a16:creationId xmlns:a16="http://schemas.microsoft.com/office/drawing/2014/main" id="{9EE971CD-720D-1B39-65B8-FEFA8C4CABB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67" b="467"/>
          <a:stretch/>
        </p:blipFill>
        <p:spPr>
          <a:xfrm>
            <a:off x="6207125" y="2286000"/>
            <a:ext cx="5435600" cy="4038600"/>
          </a:xfrm>
          <a:prstGeom prst="rect">
            <a:avLst/>
          </a:prstGeom>
          <a:noFill/>
        </p:spPr>
      </p:pic>
      <p:sp>
        <p:nvSpPr>
          <p:cNvPr id="15" name="Platshållare för datum 14">
            <a:extLst>
              <a:ext uri="{FF2B5EF4-FFF2-40B4-BE49-F238E27FC236}">
                <a16:creationId xmlns:a16="http://schemas.microsoft.com/office/drawing/2014/main" id="{FD0F1781-5CFF-41D4-BAB4-468FA6D54B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00800"/>
            <a:ext cx="2743200" cy="365125"/>
          </a:xfrm>
        </p:spPr>
        <p:txBody>
          <a:bodyPr rtlCol="0" anchor="ctr">
            <a:normAutofit/>
          </a:bodyPr>
          <a:lstStyle/>
          <a:p>
            <a:pPr rtl="0">
              <a:spcAft>
                <a:spcPts val="600"/>
              </a:spcAft>
            </a:pPr>
            <a:r>
              <a:rPr lang="sv-SE"/>
              <a:t>21/3/2025</a:t>
            </a:r>
          </a:p>
        </p:txBody>
      </p:sp>
      <p:sp>
        <p:nvSpPr>
          <p:cNvPr id="16" name="Platshållare för sidfot 15">
            <a:extLst>
              <a:ext uri="{FF2B5EF4-FFF2-40B4-BE49-F238E27FC236}">
                <a16:creationId xmlns:a16="http://schemas.microsoft.com/office/drawing/2014/main" id="{480BDDCC-5A34-4999-8890-6FEAB235F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00800"/>
            <a:ext cx="4114800" cy="365125"/>
          </a:xfrm>
        </p:spPr>
        <p:txBody>
          <a:bodyPr rtlCol="0" anchor="ctr">
            <a:normAutofit/>
          </a:bodyPr>
          <a:lstStyle/>
          <a:p>
            <a:r>
              <a:rPr lang="sv-SE" err="1">
                <a:ea typeface="+mn-lt"/>
                <a:cs typeface="+mn-lt"/>
              </a:rPr>
              <a:t>How</a:t>
            </a:r>
            <a:r>
              <a:rPr lang="sv-SE">
                <a:ea typeface="+mn-lt"/>
                <a:cs typeface="+mn-lt"/>
              </a:rPr>
              <a:t> to </a:t>
            </a:r>
            <a:r>
              <a:rPr lang="sv-SE" err="1">
                <a:ea typeface="+mn-lt"/>
                <a:cs typeface="+mn-lt"/>
              </a:rPr>
              <a:t>train</a:t>
            </a:r>
            <a:r>
              <a:rPr lang="sv-SE">
                <a:ea typeface="+mn-lt"/>
                <a:cs typeface="+mn-lt"/>
              </a:rPr>
              <a:t> </a:t>
            </a:r>
            <a:r>
              <a:rPr lang="sv-SE" err="1">
                <a:ea typeface="+mn-lt"/>
                <a:cs typeface="+mn-lt"/>
              </a:rPr>
              <a:t>your</a:t>
            </a:r>
            <a:r>
              <a:rPr lang="sv-SE">
                <a:ea typeface="+mn-lt"/>
                <a:cs typeface="+mn-lt"/>
              </a:rPr>
              <a:t> </a:t>
            </a:r>
            <a:r>
              <a:rPr lang="sv-SE" err="1">
                <a:ea typeface="+mn-lt"/>
                <a:cs typeface="+mn-lt"/>
              </a:rPr>
              <a:t>dqn</a:t>
            </a:r>
          </a:p>
          <a:p>
            <a:pPr>
              <a:spcAft>
                <a:spcPts val="600"/>
              </a:spcAft>
            </a:pPr>
            <a:endParaRPr lang="sv-SE">
              <a:ea typeface="Open sans"/>
              <a:cs typeface="Open sans"/>
            </a:endParaRPr>
          </a:p>
        </p:txBody>
      </p:sp>
      <p:sp>
        <p:nvSpPr>
          <p:cNvPr id="17" name="Platshållare för bildnummer 16">
            <a:extLst>
              <a:ext uri="{FF2B5EF4-FFF2-40B4-BE49-F238E27FC236}">
                <a16:creationId xmlns:a16="http://schemas.microsoft.com/office/drawing/2014/main" id="{1A5D4766-5F0E-4571-A9A2-7170EEEE1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00800"/>
            <a:ext cx="2743200" cy="365125"/>
          </a:xfrm>
        </p:spPr>
        <p:txBody>
          <a:bodyPr rtlCol="0" anchor="ctr">
            <a:normAutofit/>
          </a:bodyPr>
          <a:lstStyle/>
          <a:p>
            <a:pPr rtl="0">
              <a:spcAft>
                <a:spcPts val="600"/>
              </a:spcAft>
            </a:pPr>
            <a:endParaRPr lang="sv-SE"/>
          </a:p>
          <a:p>
            <a:pPr rtl="0"/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4170185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ubrik 14">
            <a:extLst>
              <a:ext uri="{FF2B5EF4-FFF2-40B4-BE49-F238E27FC236}">
                <a16:creationId xmlns:a16="http://schemas.microsoft.com/office/drawing/2014/main" id="{3DFFF8FE-0B1F-4A34-8AE0-3608529C4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252" y="544786"/>
            <a:ext cx="6400800" cy="1683971"/>
          </a:xfrm>
        </p:spPr>
        <p:txBody>
          <a:bodyPr rtlCol="0" anchor="b">
            <a:normAutofit/>
          </a:bodyPr>
          <a:lstStyle/>
          <a:p>
            <a:pPr rtl="0"/>
            <a:r>
              <a:rPr lang="en-US" noProof="0"/>
              <a:t>Discussion</a:t>
            </a:r>
          </a:p>
        </p:txBody>
      </p:sp>
      <p:pic>
        <p:nvPicPr>
          <p:cNvPr id="26" name="Platshållare för bild 25" descr="En person som visar ritningar på pappersark med en penna">
            <a:extLst>
              <a:ext uri="{FF2B5EF4-FFF2-40B4-BE49-F238E27FC236}">
                <a16:creationId xmlns:a16="http://schemas.microsoft.com/office/drawing/2014/main" id="{099D8543-3EEB-4227-9701-35025090F53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/>
          <a:srcRect r="2" b="30458"/>
          <a:stretch/>
        </p:blipFill>
        <p:spPr>
          <a:xfrm>
            <a:off x="542925" y="574675"/>
            <a:ext cx="4022725" cy="1867360"/>
          </a:xfrm>
          <a:noFill/>
        </p:spPr>
      </p:pic>
      <p:sp>
        <p:nvSpPr>
          <p:cNvPr id="16" name="Platshållare för text 15">
            <a:extLst>
              <a:ext uri="{FF2B5EF4-FFF2-40B4-BE49-F238E27FC236}">
                <a16:creationId xmlns:a16="http://schemas.microsoft.com/office/drawing/2014/main" id="{79D3D0B4-CC43-4279-8230-0E15CA6CC5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78252" y="2409776"/>
            <a:ext cx="6400800" cy="3714837"/>
          </a:xfrm>
        </p:spPr>
        <p:txBody>
          <a:bodyPr rtlCol="0" anchor="t">
            <a:normAutofit/>
          </a:bodyPr>
          <a:lstStyle/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en-US" sz="1800" noProof="0"/>
              <a:t>Overfitting</a:t>
            </a:r>
          </a:p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en-US" sz="1800" noProof="0"/>
              <a:t>Underfitting</a:t>
            </a:r>
          </a:p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en-US" sz="1800" noProof="0"/>
              <a:t>Processing power O(n) vs O(n^2)</a:t>
            </a:r>
          </a:p>
        </p:txBody>
      </p:sp>
      <p:sp>
        <p:nvSpPr>
          <p:cNvPr id="22" name="Platshållare för datum 21">
            <a:extLst>
              <a:ext uri="{FF2B5EF4-FFF2-40B4-BE49-F238E27FC236}">
                <a16:creationId xmlns:a16="http://schemas.microsoft.com/office/drawing/2014/main" id="{24499858-7E09-42AB-A3F0-2C1068A483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00800"/>
            <a:ext cx="2743200" cy="365125"/>
          </a:xfrm>
        </p:spPr>
        <p:txBody>
          <a:bodyPr rtlCol="0" anchor="ctr">
            <a:normAutofit/>
          </a:bodyPr>
          <a:lstStyle/>
          <a:p>
            <a:pPr rtl="0">
              <a:spcAft>
                <a:spcPts val="600"/>
              </a:spcAft>
            </a:pPr>
            <a:r>
              <a:rPr lang="sv-SE"/>
              <a:t>21/3/2025</a:t>
            </a:r>
            <a:endParaRPr lang="en-US" noProof="0"/>
          </a:p>
        </p:txBody>
      </p:sp>
      <p:sp>
        <p:nvSpPr>
          <p:cNvPr id="23" name="Platshållare för sidfot 22">
            <a:extLst>
              <a:ext uri="{FF2B5EF4-FFF2-40B4-BE49-F238E27FC236}">
                <a16:creationId xmlns:a16="http://schemas.microsoft.com/office/drawing/2014/main" id="{B3628A90-EE87-4FE9-AA39-875917A80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00800"/>
            <a:ext cx="4114800" cy="365125"/>
          </a:xfrm>
        </p:spPr>
        <p:txBody>
          <a:bodyPr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noProof="0"/>
              <a:t>How to train your </a:t>
            </a:r>
            <a:r>
              <a:rPr lang="en-US" noProof="0" err="1"/>
              <a:t>dqn</a:t>
            </a:r>
            <a:endParaRPr lang="en-US" noProof="0"/>
          </a:p>
          <a:p>
            <a:pPr>
              <a:spcAft>
                <a:spcPts val="600"/>
              </a:spcAft>
            </a:pPr>
            <a:endParaRPr lang="en-US" noProof="0"/>
          </a:p>
        </p:txBody>
      </p:sp>
      <p:sp>
        <p:nvSpPr>
          <p:cNvPr id="24" name="Platshållare för bildnummer 23">
            <a:extLst>
              <a:ext uri="{FF2B5EF4-FFF2-40B4-BE49-F238E27FC236}">
                <a16:creationId xmlns:a16="http://schemas.microsoft.com/office/drawing/2014/main" id="{9481EC64-D6E1-4753-A68E-7C62AA16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00800"/>
            <a:ext cx="2743200" cy="365125"/>
          </a:xfrm>
        </p:spPr>
        <p:txBody>
          <a:bodyPr rtlCol="0" anchor="ctr">
            <a:normAutofit/>
          </a:bodyPr>
          <a:lstStyle/>
          <a:p>
            <a:pPr rtl="0">
              <a:spcAft>
                <a:spcPts val="600"/>
              </a:spcAft>
            </a:pPr>
            <a:fld id="{DFA5D71E-5CDF-4C93-8A75-5B916FDC5BEA}" type="slidenum">
              <a:rPr lang="en-US" noProof="0" smtClean="0"/>
              <a:pPr rtl="0">
                <a:spcAft>
                  <a:spcPts val="600"/>
                </a:spcAft>
              </a:pPr>
              <a:t>11</a:t>
            </a:fld>
            <a:endParaRPr lang="en-US" noProof="0"/>
          </a:p>
        </p:txBody>
      </p:sp>
      <p:pic>
        <p:nvPicPr>
          <p:cNvPr id="6" name="Picture Placeholder 5" descr="Connect 4. Pile up the yellow counters. | CWhatPhotos | Flickr">
            <a:extLst>
              <a:ext uri="{FF2B5EF4-FFF2-40B4-BE49-F238E27FC236}">
                <a16:creationId xmlns:a16="http://schemas.microsoft.com/office/drawing/2014/main" id="{C1A5BCB3-A8CE-B998-F3A3-F4E1CB522B3B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4"/>
          <a:srcRect t="16306" b="16306"/>
          <a:stretch/>
        </p:blipFill>
        <p:spPr/>
      </p:pic>
    </p:spTree>
    <p:extLst>
      <p:ext uri="{BB962C8B-B14F-4D97-AF65-F5344CB8AC3E}">
        <p14:creationId xmlns:p14="http://schemas.microsoft.com/office/powerpoint/2010/main" val="636865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ubrik 8">
            <a:extLst>
              <a:ext uri="{FF2B5EF4-FFF2-40B4-BE49-F238E27FC236}">
                <a16:creationId xmlns:a16="http://schemas.microsoft.com/office/drawing/2014/main" id="{34CF6D46-0668-4D53-8C59-F859F6E2F3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30848" y="728905"/>
            <a:ext cx="5922952" cy="3184274"/>
          </a:xfrm>
        </p:spPr>
        <p:txBody>
          <a:bodyPr rtlCol="0"/>
          <a:lstStyle/>
          <a:p>
            <a:pPr rtl="0"/>
            <a:r>
              <a:rPr lang="sv-SE" err="1"/>
              <a:t>Conclusion</a:t>
            </a:r>
            <a:endParaRPr lang="sv-SE"/>
          </a:p>
        </p:txBody>
      </p:sp>
      <p:sp>
        <p:nvSpPr>
          <p:cNvPr id="14" name="Underrubrik 13">
            <a:extLst>
              <a:ext uri="{FF2B5EF4-FFF2-40B4-BE49-F238E27FC236}">
                <a16:creationId xmlns:a16="http://schemas.microsoft.com/office/drawing/2014/main" id="{6F5360D4-1E3B-45FC-B68E-C78D7F3797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7967" y="4072044"/>
            <a:ext cx="5942079" cy="1495379"/>
          </a:xfrm>
        </p:spPr>
        <p:txBody>
          <a:bodyPr rtlCol="0">
            <a:normAutofit lnSpcReduction="10000"/>
          </a:bodyPr>
          <a:lstStyle/>
          <a:p>
            <a:pPr marL="457200" indent="-457200" rtl="0">
              <a:buFont typeface="Arial" panose="020B0604020202020204" pitchFamily="34" charset="0"/>
              <a:buChar char="•"/>
            </a:pPr>
            <a:r>
              <a:rPr lang="sv-SE" err="1"/>
              <a:t>Very</a:t>
            </a:r>
            <a:r>
              <a:rPr lang="sv-SE"/>
              <a:t> </a:t>
            </a:r>
            <a:r>
              <a:rPr lang="sv-SE" err="1"/>
              <a:t>possible</a:t>
            </a:r>
            <a:endParaRPr lang="sv-SE"/>
          </a:p>
          <a:p>
            <a:pPr marL="457200" indent="-457200" rtl="0">
              <a:buFont typeface="Arial" panose="020B0604020202020204" pitchFamily="34" charset="0"/>
              <a:buChar char="•"/>
            </a:pPr>
            <a:r>
              <a:rPr lang="sv-SE" err="1"/>
              <a:t>Dynamic</a:t>
            </a:r>
            <a:r>
              <a:rPr lang="sv-SE"/>
              <a:t> </a:t>
            </a:r>
            <a:r>
              <a:rPr lang="sv-SE" err="1"/>
              <a:t>episode</a:t>
            </a:r>
            <a:r>
              <a:rPr lang="sv-SE"/>
              <a:t> </a:t>
            </a:r>
            <a:r>
              <a:rPr lang="sv-SE" err="1"/>
              <a:t>size</a:t>
            </a:r>
            <a:endParaRPr lang="sv-SE"/>
          </a:p>
          <a:p>
            <a:pPr marL="457200" indent="-457200" rtl="0">
              <a:buFont typeface="Arial" panose="020B0604020202020204" pitchFamily="34" charset="0"/>
              <a:buChar char="•"/>
            </a:pPr>
            <a:r>
              <a:rPr lang="sv-SE" err="1"/>
              <a:t>Optimization</a:t>
            </a:r>
            <a:endParaRPr lang="sv-SE"/>
          </a:p>
          <a:p>
            <a:pPr rtl="0"/>
            <a:endParaRPr lang="sv-SE"/>
          </a:p>
          <a:p>
            <a:pPr rtl="0"/>
            <a:endParaRPr lang="sv-SE"/>
          </a:p>
        </p:txBody>
      </p:sp>
      <p:pic>
        <p:nvPicPr>
          <p:cNvPr id="24" name="Platshållare för bild 23" descr="luffarschack">
            <a:extLst>
              <a:ext uri="{FF2B5EF4-FFF2-40B4-BE49-F238E27FC236}">
                <a16:creationId xmlns:a16="http://schemas.microsoft.com/office/drawing/2014/main" id="{AE28B949-DD41-4FAB-9BFD-9B1865AB8C0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/>
          <a:srcRect t="6382" b="6382"/>
          <a:stretch/>
        </p:blipFill>
        <p:spPr>
          <a:xfrm>
            <a:off x="679450" y="574675"/>
            <a:ext cx="4311650" cy="2820988"/>
          </a:xfrm>
        </p:spPr>
      </p:pic>
      <p:sp>
        <p:nvSpPr>
          <p:cNvPr id="11" name="Platshållare för datum 10">
            <a:extLst>
              <a:ext uri="{FF2B5EF4-FFF2-40B4-BE49-F238E27FC236}">
                <a16:creationId xmlns:a16="http://schemas.microsoft.com/office/drawing/2014/main" id="{078A1077-0C8F-4D90-8616-EE28EC3EF6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sv-SE"/>
              <a:t>21/3/2025</a:t>
            </a:r>
          </a:p>
        </p:txBody>
      </p:sp>
      <p:sp>
        <p:nvSpPr>
          <p:cNvPr id="12" name="Platshållare för sidfot 11">
            <a:extLst>
              <a:ext uri="{FF2B5EF4-FFF2-40B4-BE49-F238E27FC236}">
                <a16:creationId xmlns:a16="http://schemas.microsoft.com/office/drawing/2014/main" id="{A90567F7-E12B-4F4E-B800-9D1435624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r>
              <a:rPr lang="sv-SE" err="1">
                <a:ea typeface="+mn-lt"/>
                <a:cs typeface="+mn-lt"/>
              </a:rPr>
              <a:t>How</a:t>
            </a:r>
            <a:r>
              <a:rPr lang="sv-SE">
                <a:ea typeface="+mn-lt"/>
                <a:cs typeface="+mn-lt"/>
              </a:rPr>
              <a:t> to </a:t>
            </a:r>
            <a:r>
              <a:rPr lang="sv-SE" err="1">
                <a:ea typeface="+mn-lt"/>
                <a:cs typeface="+mn-lt"/>
              </a:rPr>
              <a:t>train</a:t>
            </a:r>
            <a:r>
              <a:rPr lang="sv-SE">
                <a:ea typeface="+mn-lt"/>
                <a:cs typeface="+mn-lt"/>
              </a:rPr>
              <a:t> </a:t>
            </a:r>
            <a:r>
              <a:rPr lang="sv-SE" err="1">
                <a:ea typeface="+mn-lt"/>
                <a:cs typeface="+mn-lt"/>
              </a:rPr>
              <a:t>your</a:t>
            </a:r>
            <a:r>
              <a:rPr lang="sv-SE">
                <a:ea typeface="+mn-lt"/>
                <a:cs typeface="+mn-lt"/>
              </a:rPr>
              <a:t> </a:t>
            </a:r>
            <a:r>
              <a:rPr lang="sv-SE" err="1">
                <a:ea typeface="+mn-lt"/>
                <a:cs typeface="+mn-lt"/>
              </a:rPr>
              <a:t>dqn</a:t>
            </a:r>
            <a:endParaRPr lang="en-US" err="1"/>
          </a:p>
          <a:p>
            <a:endParaRPr lang="sv-SE">
              <a:ea typeface="Open sans"/>
              <a:cs typeface="Open sans"/>
            </a:endParaRPr>
          </a:p>
        </p:txBody>
      </p:sp>
      <p:sp>
        <p:nvSpPr>
          <p:cNvPr id="13" name="Platshållare för bildnummer 12">
            <a:extLst>
              <a:ext uri="{FF2B5EF4-FFF2-40B4-BE49-F238E27FC236}">
                <a16:creationId xmlns:a16="http://schemas.microsoft.com/office/drawing/2014/main" id="{B9994D78-37C2-41B7-B7DD-EF7ED34BD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FA5D71E-5CDF-4C93-8A75-5B916FDC5BEA}" type="slidenum">
              <a:rPr lang="sv-SE" smtClean="0"/>
              <a:pPr rtl="0"/>
              <a:t>12</a:t>
            </a:fld>
            <a:endParaRPr lang="sv-SE"/>
          </a:p>
        </p:txBody>
      </p:sp>
      <p:pic>
        <p:nvPicPr>
          <p:cNvPr id="4" name="Picture Placeholder 3" descr="A blue circuit board with a brain and symbols&#10;&#10;AI-generated content may be incorrect.">
            <a:extLst>
              <a:ext uri="{FF2B5EF4-FFF2-40B4-BE49-F238E27FC236}">
                <a16:creationId xmlns:a16="http://schemas.microsoft.com/office/drawing/2014/main" id="{0BEF265A-552C-AF2A-C777-F3088C20FA5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l="33" r="33"/>
          <a:stretch/>
        </p:blipFill>
        <p:spPr>
          <a:xfrm>
            <a:off x="679450" y="3488679"/>
            <a:ext cx="4311650" cy="2831804"/>
          </a:xfrm>
        </p:spPr>
      </p:pic>
    </p:spTree>
    <p:extLst>
      <p:ext uri="{BB962C8B-B14F-4D97-AF65-F5344CB8AC3E}">
        <p14:creationId xmlns:p14="http://schemas.microsoft.com/office/powerpoint/2010/main" val="16706411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ubrik 3">
            <a:extLst>
              <a:ext uri="{FF2B5EF4-FFF2-40B4-BE49-F238E27FC236}">
                <a16:creationId xmlns:a16="http://schemas.microsoft.com/office/drawing/2014/main" id="{6F67426A-9C36-4C9E-B549-AD3B8874F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5634" y="728905"/>
            <a:ext cx="5893683" cy="3184274"/>
          </a:xfrm>
        </p:spPr>
        <p:txBody>
          <a:bodyPr rtlCol="0" anchor="b">
            <a:normAutofit/>
          </a:bodyPr>
          <a:lstStyle/>
          <a:p>
            <a:pPr rtl="0"/>
            <a:r>
              <a:rPr lang="sv-SE" sz="5400" err="1"/>
              <a:t>Thanks</a:t>
            </a:r>
            <a:r>
              <a:rPr lang="sv-SE" sz="5400"/>
              <a:t> for </a:t>
            </a:r>
            <a:r>
              <a:rPr lang="sv-SE" sz="5400" err="1"/>
              <a:t>listening</a:t>
            </a:r>
            <a:r>
              <a:rPr lang="sv-SE" sz="5400"/>
              <a:t>!</a:t>
            </a:r>
          </a:p>
        </p:txBody>
      </p:sp>
      <p:sp>
        <p:nvSpPr>
          <p:cNvPr id="6" name="Underrubrik 5">
            <a:extLst>
              <a:ext uri="{FF2B5EF4-FFF2-40B4-BE49-F238E27FC236}">
                <a16:creationId xmlns:a16="http://schemas.microsoft.com/office/drawing/2014/main" id="{A9D6F00D-881F-4920-89F9-792BA92E543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2754" y="4092681"/>
            <a:ext cx="5926564" cy="2500206"/>
          </a:xfrm>
        </p:spPr>
        <p:txBody>
          <a:bodyPr vert="horz" lIns="91440" tIns="45720" rIns="91440" bIns="45720" rtlCol="0">
            <a:normAutofit/>
          </a:bodyPr>
          <a:lstStyle/>
          <a:p>
            <a:pPr rtl="0"/>
            <a:r>
              <a:rPr lang="sv-SE"/>
              <a:t>Ashley, Daniel &amp; Jonas</a:t>
            </a:r>
          </a:p>
          <a:p>
            <a:pPr rtl="0"/>
            <a:r>
              <a:rPr lang="sv-SE" sz="1400"/>
              <a:t>Abs21004@student.mdu.se</a:t>
            </a:r>
          </a:p>
          <a:p>
            <a:pPr rtl="0"/>
            <a:r>
              <a:rPr lang="sv-SE" sz="1400"/>
              <a:t>Drg21002@student.mdu.se</a:t>
            </a:r>
          </a:p>
          <a:p>
            <a:pPr rtl="0"/>
            <a:r>
              <a:rPr lang="sv-SE" sz="1400"/>
              <a:t>Jge21002@student.mdu.se</a:t>
            </a:r>
          </a:p>
        </p:txBody>
      </p:sp>
      <p:sp>
        <p:nvSpPr>
          <p:cNvPr id="9" name="Platshållare för datum 8">
            <a:extLst>
              <a:ext uri="{FF2B5EF4-FFF2-40B4-BE49-F238E27FC236}">
                <a16:creationId xmlns:a16="http://schemas.microsoft.com/office/drawing/2014/main" id="{3087E772-2F2C-4C47-BBBF-7E764029EAF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00800"/>
            <a:ext cx="2743200" cy="365125"/>
          </a:xfrm>
        </p:spPr>
        <p:txBody>
          <a:bodyPr rtlCol="0" anchor="ctr">
            <a:normAutofit/>
          </a:bodyPr>
          <a:lstStyle/>
          <a:p>
            <a:pPr rtl="0">
              <a:spcAft>
                <a:spcPts val="600"/>
              </a:spcAft>
            </a:pPr>
            <a:r>
              <a:rPr lang="sv-SE"/>
              <a:t>21/3/2025</a:t>
            </a:r>
          </a:p>
        </p:txBody>
      </p:sp>
      <p:sp>
        <p:nvSpPr>
          <p:cNvPr id="10" name="Platshållare för sidfot 9">
            <a:extLst>
              <a:ext uri="{FF2B5EF4-FFF2-40B4-BE49-F238E27FC236}">
                <a16:creationId xmlns:a16="http://schemas.microsoft.com/office/drawing/2014/main" id="{C43915F4-91EA-41AF-93B6-5D572A9EF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81400" y="6400800"/>
            <a:ext cx="3657600" cy="365125"/>
          </a:xfrm>
        </p:spPr>
        <p:txBody>
          <a:bodyPr rtlCol="0" anchor="ctr">
            <a:normAutofit/>
          </a:bodyPr>
          <a:lstStyle/>
          <a:p>
            <a:r>
              <a:rPr lang="sv-SE" err="1">
                <a:ea typeface="+mn-lt"/>
                <a:cs typeface="+mn-lt"/>
              </a:rPr>
              <a:t>How</a:t>
            </a:r>
            <a:r>
              <a:rPr lang="sv-SE">
                <a:ea typeface="+mn-lt"/>
                <a:cs typeface="+mn-lt"/>
              </a:rPr>
              <a:t> to </a:t>
            </a:r>
            <a:r>
              <a:rPr lang="sv-SE" err="1">
                <a:ea typeface="+mn-lt"/>
                <a:cs typeface="+mn-lt"/>
              </a:rPr>
              <a:t>train</a:t>
            </a:r>
            <a:r>
              <a:rPr lang="sv-SE">
                <a:ea typeface="+mn-lt"/>
                <a:cs typeface="+mn-lt"/>
              </a:rPr>
              <a:t> </a:t>
            </a:r>
            <a:r>
              <a:rPr lang="sv-SE" err="1">
                <a:ea typeface="+mn-lt"/>
                <a:cs typeface="+mn-lt"/>
              </a:rPr>
              <a:t>your</a:t>
            </a:r>
            <a:r>
              <a:rPr lang="sv-SE">
                <a:ea typeface="+mn-lt"/>
                <a:cs typeface="+mn-lt"/>
              </a:rPr>
              <a:t> </a:t>
            </a:r>
            <a:r>
              <a:rPr lang="sv-SE" err="1">
                <a:ea typeface="+mn-lt"/>
                <a:cs typeface="+mn-lt"/>
              </a:rPr>
              <a:t>dqn</a:t>
            </a:r>
            <a:endParaRPr lang="en-US"/>
          </a:p>
          <a:p>
            <a:endParaRPr lang="sv-SE">
              <a:ea typeface="Open sans"/>
              <a:cs typeface="Open sans"/>
            </a:endParaRPr>
          </a:p>
        </p:txBody>
      </p:sp>
      <p:pic>
        <p:nvPicPr>
          <p:cNvPr id="5" name="Picture Placeholder 4" descr="A person sitting at a desk with her head on a computer&#10;&#10;AI-generated content may be incorrect.">
            <a:extLst>
              <a:ext uri="{FF2B5EF4-FFF2-40B4-BE49-F238E27FC236}">
                <a16:creationId xmlns:a16="http://schemas.microsoft.com/office/drawing/2014/main" id="{894598F6-11E6-40F5-2BD1-2D513759432A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t="183" r="-2" b="-2"/>
          <a:stretch/>
        </p:blipFill>
        <p:spPr>
          <a:xfrm>
            <a:off x="7331075" y="10"/>
            <a:ext cx="4860925" cy="6857990"/>
          </a:xfrm>
          <a:noFill/>
        </p:spPr>
      </p:pic>
      <p:sp>
        <p:nvSpPr>
          <p:cNvPr id="16" name="Platshållare för bildnummer 15">
            <a:extLst>
              <a:ext uri="{FF2B5EF4-FFF2-40B4-BE49-F238E27FC236}">
                <a16:creationId xmlns:a16="http://schemas.microsoft.com/office/drawing/2014/main" id="{64D73EFD-BA26-43EF-A3B9-C2877D8A6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00800"/>
            <a:ext cx="2743200" cy="365125"/>
          </a:xfrm>
        </p:spPr>
        <p:txBody>
          <a:bodyPr rtlCol="0" anchor="ctr">
            <a:normAutofit/>
          </a:bodyPr>
          <a:lstStyle/>
          <a:p>
            <a:pPr rtl="0">
              <a:spcAft>
                <a:spcPts val="600"/>
              </a:spcAft>
            </a:pPr>
            <a:fld id="{DFA5D71E-5CDF-4C93-8A75-5B916FDC5BEA}" type="slidenum">
              <a:rPr lang="sv-SE" smtClean="0">
                <a:solidFill>
                  <a:srgbClr val="FFFFFF"/>
                </a:solidFill>
              </a:rPr>
              <a:pPr rtl="0">
                <a:spcAft>
                  <a:spcPts val="600"/>
                </a:spcAft>
              </a:pPr>
              <a:t>13</a:t>
            </a:fld>
            <a:endParaRPr lang="sv-SE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754773"/>
      </p:ext>
    </p:extLst>
  </p:cSld>
  <p:clrMapOvr>
    <a:masterClrMapping/>
  </p:clrMapOvr>
</p:sld>
</file>

<file path=ppt/theme/theme1.xml><?xml version="1.0" encoding="utf-8"?>
<a:theme xmlns:a="http://schemas.openxmlformats.org/drawingml/2006/main" name="MinimalXOVTI">
  <a:themeElements>
    <a:clrScheme name="3D">
      <a:dk1>
        <a:sysClr val="windowText" lastClr="000000"/>
      </a:dk1>
      <a:lt1>
        <a:sysClr val="window" lastClr="FFFFFF"/>
      </a:lt1>
      <a:dk2>
        <a:srgbClr val="201449"/>
      </a:dk2>
      <a:lt2>
        <a:srgbClr val="F3F0E9"/>
      </a:lt2>
      <a:accent1>
        <a:srgbClr val="F900A0"/>
      </a:accent1>
      <a:accent2>
        <a:srgbClr val="4D4EE6"/>
      </a:accent2>
      <a:accent3>
        <a:srgbClr val="454B78"/>
      </a:accent3>
      <a:accent4>
        <a:srgbClr val="A3A3C1"/>
      </a:accent4>
      <a:accent5>
        <a:srgbClr val="7162FE"/>
      </a:accent5>
      <a:accent6>
        <a:srgbClr val="1EBE9B"/>
      </a:accent6>
      <a:hlink>
        <a:srgbClr val="F900A0"/>
      </a:hlink>
      <a:folHlink>
        <a:srgbClr val="954F72"/>
      </a:folHlink>
    </a:clrScheme>
    <a:fontScheme name="Custom 40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1757126_TF67744617_Win32" id="{0CE848EB-2390-4FCA-9D14-2876B9215B9D}" vid="{36CD00F4-E0CC-48F9-9980-DC1B0CEF2227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C6A6196D14A014682E248CEF50BB094" ma:contentTypeVersion="14" ma:contentTypeDescription="Create a new document." ma:contentTypeScope="" ma:versionID="c30b113f943b734cef1fee26b3ee1bd8">
  <xsd:schema xmlns:xsd="http://www.w3.org/2001/XMLSchema" xmlns:xs="http://www.w3.org/2001/XMLSchema" xmlns:p="http://schemas.microsoft.com/office/2006/metadata/properties" xmlns:ns3="119a5d66-3555-4f59-bd2a-165e7ad950fe" xmlns:ns4="62450955-07b8-4515-858e-5accaba9fb0e" targetNamespace="http://schemas.microsoft.com/office/2006/metadata/properties" ma:root="true" ma:fieldsID="3dc2330ee76b1df74f8b388a587d2218" ns3:_="" ns4:_="">
    <xsd:import namespace="119a5d66-3555-4f59-bd2a-165e7ad950fe"/>
    <xsd:import namespace="62450955-07b8-4515-858e-5accaba9fb0e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_activity" minOccurs="0"/>
                <xsd:element ref="ns4:MediaServiceObjectDetectorVersions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SystemTags" minOccurs="0"/>
                <xsd:element ref="ns4:MediaServiceSearchProperties" minOccurs="0"/>
                <xsd:element ref="ns4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19a5d66-3555-4f59-bd2a-165e7ad950fe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2450955-07b8-4515-858e-5accaba9fb0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ystemTags" ma:index="19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21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2450955-07b8-4515-858e-5accaba9fb0e" xsi:nil="true"/>
  </documentManagement>
</p:properties>
</file>

<file path=customXml/itemProps1.xml><?xml version="1.0" encoding="utf-8"?>
<ds:datastoreItem xmlns:ds="http://schemas.openxmlformats.org/officeDocument/2006/customXml" ds:itemID="{B6314648-F21B-4AE5-807E-68AE0C3526AD}">
  <ds:schemaRefs>
    <ds:schemaRef ds:uri="119a5d66-3555-4f59-bd2a-165e7ad950fe"/>
    <ds:schemaRef ds:uri="62450955-07b8-4515-858e-5accaba9fb0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81E232BF-B213-4F24-BBD3-1528B29F127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6275531-F059-4661-BC99-5916D6312804}">
  <ds:schemaRefs>
    <ds:schemaRef ds:uri="119a5d66-3555-4f59-bd2a-165e7ad950fe"/>
    <ds:schemaRef ds:uri="62450955-07b8-4515-858e-5accaba9fb0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Minimal design</Template>
  <Application>Microsoft Office PowerPoint</Application>
  <PresentationFormat>Widescreen</PresentationFormat>
  <Slides>13</Slides>
  <Notes>11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MinimalXOVTI</vt:lpstr>
      <vt:lpstr>How to Train Your DQN</vt:lpstr>
      <vt:lpstr>Team</vt:lpstr>
      <vt:lpstr>Agenda</vt:lpstr>
      <vt:lpstr>Introduction</vt:lpstr>
      <vt:lpstr>Reinforcement Learning</vt:lpstr>
      <vt:lpstr>Deep Neural Network (DQN)</vt:lpstr>
      <vt:lpstr>So how does it work?</vt:lpstr>
      <vt:lpstr>Implementation in Matlab</vt:lpstr>
      <vt:lpstr>Verification</vt:lpstr>
      <vt:lpstr>Results</vt:lpstr>
      <vt:lpstr>Discussion</vt:lpstr>
      <vt:lpstr>Conclusion</vt:lpstr>
      <vt:lpstr>Thanks for listening!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Jonas Gerne</dc:creator>
  <cp:revision>1</cp:revision>
  <dcterms:created xsi:type="dcterms:W3CDTF">2025-03-17T00:02:55Z</dcterms:created>
  <dcterms:modified xsi:type="dcterms:W3CDTF">2025-03-20T13:20:54Z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0x0101006C6A6196D14A014682E248CEF50BB094</vt:lpwstr>
  </property>
</Properties>
</file>