
<file path=[Content_Types].xml><?xml version="1.0" encoding="utf-8"?>
<Types xmlns="http://schemas.openxmlformats.org/package/2006/content-type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744" r:id="rId4"/>
  </p:sldMasterIdLst>
  <p:notesMasterIdLst>
    <p:notesMasterId r:id="rId14"/>
  </p:notesMasterIdLst>
  <p:handoutMasterIdLst>
    <p:handoutMasterId r:id="rId15"/>
  </p:handoutMasterIdLst>
  <p:sldIdLst>
    <p:sldId id="355" r:id="rId5"/>
    <p:sldId id="345" r:id="rId6"/>
    <p:sldId id="372" r:id="rId7"/>
    <p:sldId id="367" r:id="rId8"/>
    <p:sldId id="376" r:id="rId9"/>
    <p:sldId id="343" r:id="rId10"/>
    <p:sldId id="341" r:id="rId11"/>
    <p:sldId id="369" r:id="rId12"/>
    <p:sldId id="377" r:id="rId13"/>
  </p:sldIdLst>
  <p:sldSz cx="12192000" cy="6858000"/>
  <p:notesSz cx="6858000" cy="9144000"/>
  <p:defaultTextStyle>
    <a:defPPr rtl="0">
      <a:defRPr lang="sv-s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15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68D230F3-CF80-4859-8CE7-A43EE81993B5}" styleName="Light Style 1 - Acc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5026" autoAdjust="0"/>
  </p:normalViewPr>
  <p:slideViewPr>
    <p:cSldViewPr snapToGrid="0">
      <p:cViewPr varScale="1">
        <p:scale>
          <a:sx n="48" d="100"/>
          <a:sy n="48" d="100"/>
        </p:scale>
        <p:origin x="67" y="806"/>
      </p:cViewPr>
      <p:guideLst/>
    </p:cSldViewPr>
  </p:slideViewPr>
  <p:outlineViewPr>
    <p:cViewPr>
      <p:scale>
        <a:sx n="33" d="100"/>
        <a:sy n="33" d="100"/>
      </p:scale>
      <p:origin x="0" y="0"/>
    </p:cViewPr>
  </p:outlineViewPr>
  <p:notesTextViewPr>
    <p:cViewPr>
      <p:scale>
        <a:sx n="1" d="1"/>
        <a:sy n="1" d="1"/>
      </p:scale>
      <p:origin x="0" y="0"/>
    </p:cViewPr>
  </p:notesTextViewPr>
  <p:notesViewPr>
    <p:cSldViewPr snapToGrid="0">
      <p:cViewPr varScale="1">
        <p:scale>
          <a:sx n="83" d="100"/>
          <a:sy n="83" d="100"/>
        </p:scale>
        <p:origin x="3918" y="102"/>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theme" Target="theme/theme1.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viewProps" Target="viewProps.xml"/><Relationship Id="rId2" Type="http://schemas.openxmlformats.org/officeDocument/2006/relationships/customXml" Target="../customXml/item2.xml"/><Relationship Id="rId16" Type="http://schemas.openxmlformats.org/officeDocument/2006/relationships/presProps" Target="pres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handoutMaster" Target="handoutMasters/handoutMaster1.xml"/><Relationship Id="rId10" Type="http://schemas.openxmlformats.org/officeDocument/2006/relationships/slide" Target="slides/slide6.xml"/><Relationship Id="rId19"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notesMaster" Target="notesMasters/notesMaster1.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3.8517267286586665E-2"/>
          <c:y val="2.8456593386514848E-3"/>
          <c:w val="0.94546628937007871"/>
          <c:h val="0.79350175371289378"/>
        </c:manualLayout>
      </c:layout>
      <c:barChart>
        <c:barDir val="col"/>
        <c:grouping val="clustered"/>
        <c:varyColors val="0"/>
        <c:ser>
          <c:idx val="0"/>
          <c:order val="0"/>
          <c:tx>
            <c:strRef>
              <c:f>Sheet1!$B$1</c:f>
              <c:strCache>
                <c:ptCount val="1"/>
                <c:pt idx="0">
                  <c:v>Serie 1</c:v>
                </c:pt>
              </c:strCache>
            </c:strRef>
          </c:tx>
          <c:spPr>
            <a:solidFill>
              <a:schemeClr val="accent6"/>
            </a:solidFill>
            <a:ln>
              <a:noFill/>
            </a:ln>
            <a:effectLst/>
          </c:spPr>
          <c:invertIfNegative val="0"/>
          <c:dLbls>
            <c:spPr>
              <a:noFill/>
              <a:ln>
                <a:noFill/>
              </a:ln>
              <a:effectLst/>
            </c:spPr>
            <c:txPr>
              <a:bodyPr rot="-5400000" spcFirstLastPara="1" vertOverflow="clip" horzOverflow="clip" vert="horz" wrap="square" lIns="38100" tIns="19050" rIns="38100" bIns="19050" anchor="ctr" anchorCtr="1">
                <a:spAutoFit/>
              </a:bodyPr>
              <a:lstStyle/>
              <a:p>
                <a:pPr>
                  <a:defRPr lang="sv-SE" sz="1064" b="0" i="0" u="none" strike="noStrike" kern="1200" baseline="0" noProof="0">
                    <a:solidFill>
                      <a:schemeClr val="tx1">
                        <a:lumMod val="50000"/>
                        <a:lumOff val="50000"/>
                      </a:schemeClr>
                    </a:solidFill>
                    <a:latin typeface="+mn-lt"/>
                    <a:ea typeface="+mn-ea"/>
                    <a:cs typeface="+mn-cs"/>
                  </a:defRPr>
                </a:pPr>
                <a:endParaRPr lang="sv-S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cat>
            <c:strRef>
              <c:f>Sheet1!$A$2:$A$5</c:f>
              <c:strCache>
                <c:ptCount val="4"/>
                <c:pt idx="0">
                  <c:v>Kategori 1</c:v>
                </c:pt>
                <c:pt idx="1">
                  <c:v>Kategori 2</c:v>
                </c:pt>
                <c:pt idx="2">
                  <c:v>Kategori 3</c:v>
                </c:pt>
                <c:pt idx="3">
                  <c:v>Kategori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582A-4CE2-BB22-4232E10A7FB4}"/>
            </c:ext>
          </c:extLst>
        </c:ser>
        <c:ser>
          <c:idx val="1"/>
          <c:order val="1"/>
          <c:tx>
            <c:strRef>
              <c:f>Sheet1!$C$1</c:f>
              <c:strCache>
                <c:ptCount val="1"/>
                <c:pt idx="0">
                  <c:v>Serie 2</c:v>
                </c:pt>
              </c:strCache>
            </c:strRef>
          </c:tx>
          <c:spPr>
            <a:solidFill>
              <a:schemeClr val="accent5"/>
            </a:solidFill>
            <a:ln>
              <a:noFill/>
            </a:ln>
            <a:effectLst/>
          </c:spPr>
          <c:invertIfNegative val="0"/>
          <c:dLbls>
            <c:spPr>
              <a:noFill/>
              <a:ln>
                <a:noFill/>
              </a:ln>
              <a:effectLst/>
            </c:spPr>
            <c:txPr>
              <a:bodyPr rot="-5400000" spcFirstLastPara="1" vertOverflow="clip" horzOverflow="clip" vert="horz" wrap="square" lIns="38100" tIns="19050" rIns="38100" bIns="19050" anchor="ctr" anchorCtr="1">
                <a:spAutoFit/>
              </a:bodyPr>
              <a:lstStyle/>
              <a:p>
                <a:pPr>
                  <a:defRPr lang="sv-SE" sz="1064" b="0" i="0" u="none" strike="noStrike" kern="1200" baseline="0" noProof="0">
                    <a:solidFill>
                      <a:schemeClr val="tx1">
                        <a:lumMod val="50000"/>
                        <a:lumOff val="50000"/>
                      </a:schemeClr>
                    </a:solidFill>
                    <a:latin typeface="+mn-lt"/>
                    <a:ea typeface="+mn-ea"/>
                    <a:cs typeface="+mn-cs"/>
                  </a:defRPr>
                </a:pPr>
                <a:endParaRPr lang="sv-S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cat>
            <c:strRef>
              <c:f>Sheet1!$A$2:$A$5</c:f>
              <c:strCache>
                <c:ptCount val="4"/>
                <c:pt idx="0">
                  <c:v>Kategori 1</c:v>
                </c:pt>
                <c:pt idx="1">
                  <c:v>Kategori 2</c:v>
                </c:pt>
                <c:pt idx="2">
                  <c:v>Kategori 3</c:v>
                </c:pt>
                <c:pt idx="3">
                  <c:v>Kategori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582A-4CE2-BB22-4232E10A7FB4}"/>
            </c:ext>
          </c:extLst>
        </c:ser>
        <c:ser>
          <c:idx val="2"/>
          <c:order val="2"/>
          <c:tx>
            <c:strRef>
              <c:f>Sheet1!$D$1</c:f>
              <c:strCache>
                <c:ptCount val="1"/>
                <c:pt idx="0">
                  <c:v>Serie 3</c:v>
                </c:pt>
              </c:strCache>
            </c:strRef>
          </c:tx>
          <c:spPr>
            <a:solidFill>
              <a:schemeClr val="accent4"/>
            </a:solidFill>
            <a:ln>
              <a:noFill/>
            </a:ln>
            <a:effectLst/>
          </c:spPr>
          <c:invertIfNegative val="0"/>
          <c:dLbls>
            <c:spPr>
              <a:noFill/>
              <a:ln>
                <a:noFill/>
              </a:ln>
              <a:effectLst/>
            </c:spPr>
            <c:txPr>
              <a:bodyPr rot="-5400000" spcFirstLastPara="1" vertOverflow="clip" horzOverflow="clip" vert="horz" wrap="square" lIns="38100" tIns="19050" rIns="38100" bIns="19050" anchor="ctr" anchorCtr="1">
                <a:spAutoFit/>
              </a:bodyPr>
              <a:lstStyle/>
              <a:p>
                <a:pPr>
                  <a:defRPr lang="sv-SE" sz="1064" b="0" i="0" u="none" strike="noStrike" kern="1200" baseline="0" noProof="0">
                    <a:solidFill>
                      <a:schemeClr val="tx1">
                        <a:lumMod val="50000"/>
                        <a:lumOff val="50000"/>
                      </a:schemeClr>
                    </a:solidFill>
                    <a:latin typeface="+mn-lt"/>
                    <a:ea typeface="+mn-ea"/>
                    <a:cs typeface="+mn-cs"/>
                  </a:defRPr>
                </a:pPr>
                <a:endParaRPr lang="sv-S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cat>
            <c:strRef>
              <c:f>Sheet1!$A$2:$A$5</c:f>
              <c:strCache>
                <c:ptCount val="4"/>
                <c:pt idx="0">
                  <c:v>Kategori 1</c:v>
                </c:pt>
                <c:pt idx="1">
                  <c:v>Kategori 2</c:v>
                </c:pt>
                <c:pt idx="2">
                  <c:v>Kategori 3</c:v>
                </c:pt>
                <c:pt idx="3">
                  <c:v>Kategori 4</c:v>
                </c:pt>
              </c:strCache>
            </c:strRef>
          </c:cat>
          <c:val>
            <c:numRef>
              <c:f>Sheet1!$D$2:$D$5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2-582A-4CE2-BB22-4232E10A7FB4}"/>
            </c:ext>
          </c:extLst>
        </c:ser>
        <c:dLbls>
          <c:dLblPos val="outEnd"/>
          <c:showLegendKey val="0"/>
          <c:showVal val="1"/>
          <c:showCatName val="0"/>
          <c:showSerName val="0"/>
          <c:showPercent val="0"/>
          <c:showBubbleSize val="0"/>
        </c:dLbls>
        <c:gapWidth val="444"/>
        <c:overlap val="-90"/>
        <c:axId val="40942159"/>
        <c:axId val="40955887"/>
      </c:barChart>
      <c:catAx>
        <c:axId val="40942159"/>
        <c:scaling>
          <c:orientation val="minMax"/>
        </c:scaling>
        <c:delete val="0"/>
        <c:axPos val="b"/>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sv-SE" sz="1064" b="0" i="0" u="none" strike="noStrike" kern="1200" cap="all" spc="120" normalizeH="0" baseline="0" noProof="0">
                <a:solidFill>
                  <a:schemeClr val="tx1">
                    <a:lumMod val="65000"/>
                    <a:lumOff val="35000"/>
                  </a:schemeClr>
                </a:solidFill>
                <a:latin typeface="+mn-lt"/>
                <a:ea typeface="+mn-ea"/>
                <a:cs typeface="+mn-cs"/>
              </a:defRPr>
            </a:pPr>
            <a:endParaRPr lang="sv-SE"/>
          </a:p>
        </c:txPr>
        <c:crossAx val="40955887"/>
        <c:crosses val="autoZero"/>
        <c:auto val="1"/>
        <c:lblAlgn val="ctr"/>
        <c:lblOffset val="100"/>
        <c:noMultiLvlLbl val="0"/>
      </c:catAx>
      <c:valAx>
        <c:axId val="40955887"/>
        <c:scaling>
          <c:orientation val="minMax"/>
        </c:scaling>
        <c:delete val="1"/>
        <c:axPos val="l"/>
        <c:numFmt formatCode="General" sourceLinked="1"/>
        <c:majorTickMark val="none"/>
        <c:minorTickMark val="none"/>
        <c:tickLblPos val="nextTo"/>
        <c:crossAx val="40942159"/>
        <c:crosses val="autoZero"/>
        <c:crossBetween val="between"/>
      </c:valAx>
      <c:spPr>
        <a:noFill/>
        <a:ln>
          <a:noFill/>
        </a:ln>
        <a:effectLst/>
      </c:spPr>
    </c:plotArea>
    <c:legend>
      <c:legendPos val="t"/>
      <c:layout>
        <c:manualLayout>
          <c:xMode val="edge"/>
          <c:yMode val="edge"/>
          <c:x val="0.3677407448682033"/>
          <c:y val="0.93132689453011186"/>
          <c:w val="0.26451840522920028"/>
          <c:h val="6.8237059101813616E-2"/>
        </c:manualLayout>
      </c:layout>
      <c:overlay val="0"/>
      <c:spPr>
        <a:noFill/>
        <a:ln>
          <a:noFill/>
        </a:ln>
        <a:effectLst/>
      </c:spPr>
      <c:txPr>
        <a:bodyPr rot="0" spcFirstLastPara="1" vertOverflow="ellipsis" vert="horz" wrap="square" anchor="ctr" anchorCtr="1"/>
        <a:lstStyle/>
        <a:p>
          <a:pPr>
            <a:defRPr lang="sv-SE" sz="1197" b="0" i="0" u="none" strike="noStrike" kern="1200" baseline="0" noProof="0">
              <a:solidFill>
                <a:schemeClr val="tx1">
                  <a:lumMod val="65000"/>
                  <a:lumOff val="35000"/>
                </a:schemeClr>
              </a:solidFill>
              <a:latin typeface="+mn-lt"/>
              <a:ea typeface="+mn-ea"/>
              <a:cs typeface="+mn-cs"/>
            </a:defRPr>
          </a:pPr>
          <a:endParaRPr lang="sv-SE"/>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lang="sv-SE" noProof="0"/>
      </a:pPr>
      <a:endParaRPr lang="sv-SE"/>
    </a:p>
  </c:txPr>
  <c:externalData r:id="rId3">
    <c:autoUpdate val="0"/>
  </c:externalData>
</c:chartSpace>
</file>

<file path=ppt/charts/colors1.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02">
  <cs:axisTitle>
    <cs:lnRef idx="0"/>
    <cs:fillRef idx="0"/>
    <cs:effectRef idx="0"/>
    <cs:fontRef idx="minor">
      <a:schemeClr val="tx1">
        <a:lumMod val="65000"/>
        <a:lumOff val="35000"/>
      </a:schemeClr>
    </cs:fontRef>
    <cs:defRPr sz="1197" kern="1200" cap="all"/>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064" kern="1200" cap="all" spc="120" normalizeH="0" baseline="0"/>
  </cs:categoryAxis>
  <cs:chartArea mods="allowNoFillOverride allowNoLineOverride">
    <cs:lnRef idx="0"/>
    <cs:fillRef idx="0"/>
    <cs:effectRef idx="0"/>
    <cs:fontRef idx="minor">
      <a:schemeClr val="dk1"/>
    </cs:fontRef>
    <cs:spPr>
      <a:solidFill>
        <a:schemeClr val="lt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50000"/>
        <a:lumOff val="50000"/>
      </a:schemeClr>
    </cs:fontRef>
    <cs:defRPr sz="1064" b="0" i="0" u="none" strike="noStrike" kern="1200" baseline="0"/>
    <cs:bodyPr rot="-5400000" spcFirstLastPara="1" vertOverflow="clip" horzOverflow="clip" vert="horz" wrap="square" lIns="38100" tIns="19050" rIns="38100" bIns="19050" anchor="ctr" anchorCtr="1">
      <a:spAutoFit/>
    </cs:bodyPr>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dk1"/>
    </cs:fontRef>
    <cs:spPr>
      <a:solidFill>
        <a:schemeClr val="phClr"/>
      </a:solidFill>
    </cs:spPr>
  </cs:dataPoint>
  <cs:dataPoint3D>
    <cs:lnRef idx="0"/>
    <cs:fillRef idx="0">
      <cs:styleClr val="auto"/>
    </cs:fillRef>
    <cs:effectRef idx="0"/>
    <cs:fontRef idx="minor">
      <a:schemeClr val="dk1"/>
    </cs:fontRef>
    <cs:spPr>
      <a:solidFill>
        <a:schemeClr val="phClr"/>
      </a:solidFill>
    </cs:spPr>
  </cs:dataPoint3D>
  <cs:dataPointLine>
    <cs:lnRef idx="0">
      <cs:styleClr val="auto"/>
    </cs:lnRef>
    <cs:fillRef idx="0"/>
    <cs:effectRef idx="0"/>
    <cs:fontRef idx="minor">
      <a:schemeClr val="dk1"/>
    </cs:fontRef>
    <cs:spPr>
      <a:ln w="22225" cap="rnd">
        <a:solidFill>
          <a:schemeClr val="phClr"/>
        </a:solidFill>
        <a:round/>
      </a:ln>
    </cs:spPr>
  </cs:dataPointLine>
  <cs:dataPointMarker>
    <cs:lnRef idx="0">
      <cs:styleClr val="auto"/>
    </cs:lnRef>
    <cs:fillRef idx="0">
      <cs:styleClr val="auto"/>
    </cs:fillRef>
    <cs:effectRef idx="0"/>
    <cs:fontRef idx="minor">
      <a:schemeClr val="dk1"/>
    </cs:fontRef>
    <cs:spPr>
      <a:solidFill>
        <a:schemeClr val="phClr"/>
      </a:solidFill>
      <a:ln w="9525">
        <a:solidFill>
          <a:schemeClr val="phClr"/>
        </a:solidFill>
        <a:round/>
      </a:ln>
    </cs:spPr>
  </cs:dataPointMarker>
  <cs:dataPointMarkerLayout size="6"/>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ln w="9525">
        <a:solidFill>
          <a:schemeClr val="tx1">
            <a:lumMod val="15000"/>
            <a:lumOff val="85000"/>
          </a:schemeClr>
        </a:solidFill>
      </a:ln>
    </cs:spPr>
    <cs:defRPr sz="1197" kern="1200"/>
  </cs:dataTable>
  <cs:downBar>
    <cs:lnRef idx="0"/>
    <cs:fillRef idx="0"/>
    <cs:effectRef idx="0"/>
    <cs:fontRef idx="minor">
      <a:schemeClr val="dk1"/>
    </cs:fontRef>
    <cs:spPr>
      <a:solidFill>
        <a:schemeClr val="dk1">
          <a:lumMod val="75000"/>
          <a:lumOff val="25000"/>
        </a:schemeClr>
      </a:solidFill>
      <a:ln w="9525">
        <a:solidFill>
          <a:schemeClr val="tx1">
            <a:lumMod val="15000"/>
            <a:lumOff val="85000"/>
          </a:schemeClr>
        </a:solidFill>
      </a:ln>
    </cs:spPr>
  </cs:downBar>
  <cs:dropLine>
    <cs:lnRef idx="0"/>
    <cs:fillRef idx="0"/>
    <cs:effectRef idx="0"/>
    <cs:fontRef idx="minor">
      <a:schemeClr val="dk1"/>
    </cs:fontRef>
    <cs:spPr>
      <a:ln w="9525">
        <a:solidFill>
          <a:schemeClr val="tx1">
            <a:lumMod val="35000"/>
            <a:lumOff val="65000"/>
          </a:schemeClr>
        </a:solidFill>
      </a:ln>
    </cs:spPr>
  </cs:dropLine>
  <cs:errorBar>
    <cs:lnRef idx="0"/>
    <cs:fillRef idx="0"/>
    <cs:effectRef idx="0"/>
    <cs:fontRef idx="minor">
      <a:schemeClr val="dk1"/>
    </cs:fontRef>
    <cs:spPr>
      <a:ln w="9525">
        <a:solidFill>
          <a:schemeClr val="tx1">
            <a:lumMod val="65000"/>
            <a:lumOff val="35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solidFill>
          <a:schemeClr val="tx1">
            <a:lumMod val="15000"/>
            <a:lumOff val="85000"/>
          </a:schemeClr>
        </a:solidFill>
        <a:round/>
      </a:ln>
    </cs:spPr>
  </cs:gridlineMajor>
  <cs:gridlineMinor>
    <cs:lnRef idx="0"/>
    <cs:fillRef idx="0"/>
    <cs:effectRef idx="0"/>
    <cs:fontRef idx="minor">
      <a:schemeClr val="dk1"/>
    </cs:fontRef>
    <cs:spPr>
      <a:ln>
        <a:solidFill>
          <a:schemeClr val="tx1">
            <a:lumMod val="5000"/>
            <a:lumOff val="95000"/>
          </a:schemeClr>
        </a:solidFill>
      </a:ln>
    </cs:spPr>
  </cs:gridlineMinor>
  <cs:hiLoLine>
    <cs:lnRef idx="0"/>
    <cs:fillRef idx="0"/>
    <cs:effectRef idx="0"/>
    <cs:fontRef idx="minor">
      <a:schemeClr val="dk1"/>
    </cs:fontRef>
    <cs:spPr>
      <a:ln w="9525">
        <a:solidFill>
          <a:schemeClr val="tx1">
            <a:lumMod val="50000"/>
            <a:lumOff val="50000"/>
          </a:schemeClr>
        </a:solidFill>
      </a:ln>
    </cs:spPr>
  </cs:hiLoLine>
  <cs:leaderLine>
    <cs:lnRef idx="0"/>
    <cs:fillRef idx="0"/>
    <cs:effectRef idx="0"/>
    <cs:fontRef idx="minor">
      <a:schemeClr val="dk1"/>
    </cs:fontRef>
    <cs:spPr>
      <a:ln w="9525">
        <a:solidFill>
          <a:schemeClr val="tx1">
            <a:lumMod val="35000"/>
            <a:lumOff val="65000"/>
          </a:schemeClr>
        </a:solidFill>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dk1"/>
    </cs:fontRef>
  </cs:plotArea>
  <cs:plotArea3D mods="allowNoFillOverride allowNoLineOverride">
    <cs:lnRef idx="0"/>
    <cs:fillRef idx="0"/>
    <cs:effectRef idx="0"/>
    <cs:fontRef idx="minor">
      <a:schemeClr val="dk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seriesAxis>
  <cs:seriesLine>
    <cs:lnRef idx="0"/>
    <cs:fillRef idx="0"/>
    <cs:effectRef idx="0"/>
    <cs:fontRef idx="minor">
      <a:schemeClr val="dk1"/>
    </cs:fontRef>
    <cs:spPr>
      <a:ln w="9525">
        <a:solidFill>
          <a:schemeClr val="tx1">
            <a:lumMod val="35000"/>
            <a:lumOff val="65000"/>
          </a:schemeClr>
        </a:solidFill>
        <a:round/>
      </a:ln>
    </cs:spPr>
  </cs:seriesLine>
  <cs:title>
    <cs:lnRef idx="0"/>
    <cs:fillRef idx="0"/>
    <cs:effectRef idx="0"/>
    <cs:fontRef idx="minor">
      <a:schemeClr val="tx1">
        <a:lumMod val="65000"/>
        <a:lumOff val="35000"/>
      </a:schemeClr>
    </cs:fontRef>
    <cs:defRPr sz="2128" b="1" kern="1200" cap="all" spc="120" normalizeH="0" baseline="0"/>
  </cs:title>
  <cs:trendline>
    <cs:lnRef idx="0">
      <cs:styleClr val="auto"/>
    </cs:lnRef>
    <cs:fillRef idx="0"/>
    <cs:effectRef idx="0"/>
    <cs:fontRef idx="minor">
      <a:schemeClr val="dk1"/>
    </cs:fontRef>
    <cs:spPr>
      <a:ln w="19050" cap="rnd">
        <a:solidFill>
          <a:schemeClr val="phClr"/>
        </a:solidFill>
        <a:prstDash val="sysDash"/>
      </a:ln>
    </cs:spPr>
  </cs:trendline>
  <cs:trendlineLabel>
    <cs:lnRef idx="0"/>
    <cs:fillRef idx="0"/>
    <cs:effectRef idx="0"/>
    <cs:fontRef idx="minor">
      <a:schemeClr val="tx1">
        <a:lumMod val="65000"/>
        <a:lumOff val="35000"/>
      </a:schemeClr>
    </cs:fontRef>
    <cs:defRPr sz="1064" kern="1200"/>
  </cs:trendlineLabel>
  <cs:upBar>
    <cs:lnRef idx="0"/>
    <cs:fillRef idx="0"/>
    <cs:effectRef idx="0"/>
    <cs:fontRef idx="minor">
      <a:schemeClr val="dk1"/>
    </cs:fontRef>
    <cs:spPr>
      <a:solidFill>
        <a:schemeClr val="lt1"/>
      </a:solidFill>
      <a:ln w="9525">
        <a:solidFill>
          <a:schemeClr val="tx1">
            <a:lumMod val="65000"/>
            <a:lumOff val="35000"/>
          </a:schemeClr>
        </a:solidFill>
      </a:ln>
    </cs:spPr>
  </cs:upBar>
  <cs:valueAxis>
    <cs:lnRef idx="0"/>
    <cs:fillRef idx="0"/>
    <cs:effectRef idx="0"/>
    <cs:fontRef idx="minor">
      <a:schemeClr val="tx1">
        <a:lumMod val="65000"/>
        <a:lumOff val="35000"/>
      </a:schemeClr>
    </cs:fontRef>
    <cs:spPr>
      <a:ln w="9525" cap="flat" cmpd="sng" algn="ctr">
        <a:solidFill>
          <a:schemeClr val="dk1">
            <a:lumMod val="15000"/>
            <a:lumOff val="85000"/>
          </a:schemeClr>
        </a:solidFill>
        <a:round/>
      </a:ln>
    </cs:spPr>
    <cs:defRPr sz="1197" kern="1200"/>
  </cs:valueAxis>
  <cs:wall>
    <cs:lnRef idx="0"/>
    <cs:fillRef idx="0"/>
    <cs:effectRef idx="0"/>
    <cs:fontRef idx="minor">
      <a:schemeClr val="dk1"/>
    </cs:fontRef>
  </cs:wall>
</cs:chartStyle>
</file>

<file path=ppt/diagrams/_rels/data1.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image" Target="../media/image3.jpeg"/><Relationship Id="rId1" Type="http://schemas.openxmlformats.org/officeDocument/2006/relationships/image" Target="../media/image2.jpeg"/></Relationships>
</file>

<file path=ppt/diagrams/_rels/drawing1.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image" Target="../media/image3.jpeg"/><Relationship Id="rId1" Type="http://schemas.openxmlformats.org/officeDocument/2006/relationships/image" Target="../media/image2.jpeg"/></Relationships>
</file>

<file path=ppt/diagrams/colors1.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5C72703F-EB58-4B0C-8B2A-EDF2A51B2C6C}" type="doc">
      <dgm:prSet loTypeId="urn:microsoft.com/office/officeart/2019/1/layout/PeoplePortraitsList" loCatId="profile" qsTypeId="urn:microsoft.com/office/officeart/2005/8/quickstyle/simple1" qsCatId="simple" csTypeId="urn:microsoft.com/office/officeart/2005/8/colors/colorful2" csCatId="colorful" phldr="1"/>
      <dgm:spPr/>
      <dgm:t>
        <a:bodyPr rtlCol="0"/>
        <a:lstStyle/>
        <a:p>
          <a:pPr rtl="0"/>
          <a:endParaRPr lang="en-US"/>
        </a:p>
      </dgm:t>
    </dgm:pt>
    <dgm:pt modelId="{23CA95F9-8BCF-40C1-B842-BCFFD43632F6}">
      <dgm:prSet custT="1"/>
      <dgm:spPr/>
      <dgm:t>
        <a:bodyPr rtlCol="0"/>
        <a:lstStyle/>
        <a:p>
          <a:pPr algn="ctr">
            <a:lnSpc>
              <a:spcPct val="100000"/>
            </a:lnSpc>
            <a:defRPr b="1" spc="20">
              <a:latin typeface="+mj-lt"/>
            </a:defRPr>
          </a:pPr>
          <a:r>
            <a:rPr lang="sv-SE" sz="1600" noProof="0" dirty="0">
              <a:solidFill>
                <a:sysClr val="windowText" lastClr="000000"/>
              </a:solidFill>
            </a:rPr>
            <a:t>Ashley</a:t>
          </a:r>
          <a:br>
            <a:rPr lang="sv-SE" sz="1600" noProof="0" dirty="0">
              <a:solidFill>
                <a:sysClr val="windowText" lastClr="000000"/>
              </a:solidFill>
            </a:rPr>
          </a:br>
          <a:r>
            <a:rPr lang="sv-SE" sz="1600" noProof="0" dirty="0" err="1">
              <a:solidFill>
                <a:sysClr val="windowText" lastClr="000000"/>
              </a:solidFill>
            </a:rPr>
            <a:t>Robotic</a:t>
          </a:r>
          <a:r>
            <a:rPr lang="sv-SE" sz="1600" noProof="0" dirty="0">
              <a:solidFill>
                <a:sysClr val="windowText" lastClr="000000"/>
              </a:solidFill>
            </a:rPr>
            <a:t> Student</a:t>
          </a:r>
          <a:endParaRPr lang="sv-SE" sz="1600" b="0" noProof="0" dirty="0">
            <a:solidFill>
              <a:sysClr val="windowText" lastClr="000000"/>
            </a:solidFill>
            <a:latin typeface="+mn-lt"/>
          </a:endParaRPr>
        </a:p>
      </dgm:t>
    </dgm:pt>
    <dgm:pt modelId="{FC4F4986-5DCD-4DC2-B7FD-2C5FABEF9979}" type="parTrans" cxnId="{E6EDE7CF-5B3F-4E2C-99EE-D5462F0EC9CE}">
      <dgm:prSet/>
      <dgm:spPr/>
      <dgm:t>
        <a:bodyPr rtlCol="0"/>
        <a:lstStyle/>
        <a:p>
          <a:pPr rtl="0"/>
          <a:endParaRPr lang="sv-SE" noProof="0" dirty="0"/>
        </a:p>
      </dgm:t>
    </dgm:pt>
    <dgm:pt modelId="{D868EA7F-D868-4231-86D5-66D9B2DF2F62}" type="sibTrans" cxnId="{E6EDE7CF-5B3F-4E2C-99EE-D5462F0EC9CE}">
      <dgm:prSet/>
      <dgm:spPr/>
      <dgm:t>
        <a:bodyPr rtlCol="0"/>
        <a:lstStyle/>
        <a:p>
          <a:pPr rtl="0"/>
          <a:endParaRPr lang="sv-SE" noProof="0" dirty="0"/>
        </a:p>
      </dgm:t>
    </dgm:pt>
    <dgm:pt modelId="{1E293C9C-50F7-4DF0-A45F-EF6AA41E15B2}">
      <dgm:prSet custT="1"/>
      <dgm:spPr/>
      <dgm:t>
        <a:bodyPr rtlCol="0"/>
        <a:lstStyle/>
        <a:p>
          <a:pPr algn="ctr">
            <a:lnSpc>
              <a:spcPct val="100000"/>
            </a:lnSpc>
            <a:defRPr b="1" spc="20">
              <a:latin typeface="+mj-lt"/>
            </a:defRPr>
          </a:pPr>
          <a:r>
            <a:rPr lang="sv-SE" sz="1600" noProof="0" dirty="0">
              <a:solidFill>
                <a:schemeClr val="tx1"/>
              </a:solidFill>
            </a:rPr>
            <a:t>Daniel</a:t>
          </a:r>
          <a:br>
            <a:rPr lang="sv-SE" sz="1600" noProof="0" dirty="0">
              <a:solidFill>
                <a:schemeClr val="tx1"/>
              </a:solidFill>
            </a:rPr>
          </a:br>
          <a:r>
            <a:rPr lang="sv-SE" sz="1600" noProof="0" dirty="0" err="1">
              <a:solidFill>
                <a:schemeClr val="tx1"/>
              </a:solidFill>
            </a:rPr>
            <a:t>Robotic</a:t>
          </a:r>
          <a:r>
            <a:rPr lang="sv-SE" sz="1600" noProof="0" dirty="0">
              <a:solidFill>
                <a:schemeClr val="tx1"/>
              </a:solidFill>
            </a:rPr>
            <a:t> Student</a:t>
          </a:r>
          <a:endParaRPr lang="sv-SE" sz="1600" b="0" noProof="0" dirty="0">
            <a:solidFill>
              <a:schemeClr val="tx1"/>
            </a:solidFill>
            <a:latin typeface="+mn-lt"/>
          </a:endParaRPr>
        </a:p>
      </dgm:t>
    </dgm:pt>
    <dgm:pt modelId="{04936CC5-1B2F-4620-ABDF-F195956C3F4A}" type="parTrans" cxnId="{A7E7000F-0D10-4D88-844F-C9CB2A6A39DA}">
      <dgm:prSet/>
      <dgm:spPr/>
      <dgm:t>
        <a:bodyPr rtlCol="0"/>
        <a:lstStyle/>
        <a:p>
          <a:pPr rtl="0"/>
          <a:endParaRPr lang="sv-SE" noProof="0" dirty="0"/>
        </a:p>
      </dgm:t>
    </dgm:pt>
    <dgm:pt modelId="{E019F05B-61F4-4915-9D10-5D6F328EA591}" type="sibTrans" cxnId="{A7E7000F-0D10-4D88-844F-C9CB2A6A39DA}">
      <dgm:prSet/>
      <dgm:spPr/>
      <dgm:t>
        <a:bodyPr rtlCol="0"/>
        <a:lstStyle/>
        <a:p>
          <a:pPr rtl="0"/>
          <a:endParaRPr lang="sv-SE" noProof="0" dirty="0"/>
        </a:p>
      </dgm:t>
    </dgm:pt>
    <dgm:pt modelId="{DA3F2F2F-B5A8-4CFD-ABCE-1BC48CD913AF}">
      <dgm:prSet custT="1"/>
      <dgm:spPr/>
      <dgm:t>
        <a:bodyPr rtlCol="0"/>
        <a:lstStyle/>
        <a:p>
          <a:pPr algn="ctr">
            <a:lnSpc>
              <a:spcPct val="100000"/>
            </a:lnSpc>
            <a:defRPr b="1" spc="20">
              <a:latin typeface="+mj-lt"/>
            </a:defRPr>
          </a:pPr>
          <a:r>
            <a:rPr lang="sv-SE" sz="1600" noProof="0" dirty="0">
              <a:solidFill>
                <a:schemeClr val="tx1"/>
              </a:solidFill>
            </a:rPr>
            <a:t>Jonas</a:t>
          </a:r>
          <a:br>
            <a:rPr lang="sv-SE" sz="1600" noProof="0" dirty="0">
              <a:solidFill>
                <a:schemeClr val="tx1"/>
              </a:solidFill>
            </a:rPr>
          </a:br>
          <a:r>
            <a:rPr lang="sv-SE" sz="1600" noProof="0" dirty="0" err="1">
              <a:solidFill>
                <a:schemeClr val="tx1"/>
              </a:solidFill>
            </a:rPr>
            <a:t>Robotic</a:t>
          </a:r>
          <a:r>
            <a:rPr lang="sv-SE" sz="1600" noProof="0" dirty="0">
              <a:solidFill>
                <a:schemeClr val="tx1"/>
              </a:solidFill>
            </a:rPr>
            <a:t> Student</a:t>
          </a:r>
          <a:endParaRPr lang="sv-SE" sz="1600" b="0" noProof="0" dirty="0">
            <a:solidFill>
              <a:schemeClr val="tx1"/>
            </a:solidFill>
            <a:latin typeface="+mn-lt"/>
          </a:endParaRPr>
        </a:p>
      </dgm:t>
    </dgm:pt>
    <dgm:pt modelId="{D4AFA5E0-6624-49A6-B10B-4FFA7483C001}" type="parTrans" cxnId="{307321D6-32A9-4F29-A35B-8328C6417311}">
      <dgm:prSet/>
      <dgm:spPr/>
      <dgm:t>
        <a:bodyPr rtlCol="0"/>
        <a:lstStyle/>
        <a:p>
          <a:pPr rtl="0"/>
          <a:endParaRPr lang="sv-SE" noProof="0" dirty="0"/>
        </a:p>
      </dgm:t>
    </dgm:pt>
    <dgm:pt modelId="{038FE749-6004-418E-86C7-7C1B1D7930F4}" type="sibTrans" cxnId="{307321D6-32A9-4F29-A35B-8328C6417311}">
      <dgm:prSet/>
      <dgm:spPr/>
      <dgm:t>
        <a:bodyPr rtlCol="0"/>
        <a:lstStyle/>
        <a:p>
          <a:pPr rtl="0"/>
          <a:endParaRPr lang="sv-SE" noProof="0" dirty="0"/>
        </a:p>
      </dgm:t>
    </dgm:pt>
    <dgm:pt modelId="{BF30E86D-EAFC-44CE-B56C-D7C5EC7742F3}" type="pres">
      <dgm:prSet presAssocID="{5C72703F-EB58-4B0C-8B2A-EDF2A51B2C6C}" presName="root" presStyleCnt="0">
        <dgm:presLayoutVars>
          <dgm:dir/>
          <dgm:resizeHandles val="exact"/>
        </dgm:presLayoutVars>
      </dgm:prSet>
      <dgm:spPr/>
    </dgm:pt>
    <dgm:pt modelId="{34A89649-B4A9-4A6F-8793-5A3DB37DDDA6}" type="pres">
      <dgm:prSet presAssocID="{23CA95F9-8BCF-40C1-B842-BCFFD43632F6}" presName="compNode" presStyleCnt="0"/>
      <dgm:spPr/>
    </dgm:pt>
    <dgm:pt modelId="{FFB9F511-6797-4909-9D3B-89EBC96F25A8}" type="pres">
      <dgm:prSet presAssocID="{23CA95F9-8BCF-40C1-B842-BCFFD43632F6}" presName="topSpace" presStyleCnt="0"/>
      <dgm:spPr/>
    </dgm:pt>
    <dgm:pt modelId="{73073D5B-7ADA-4F8B-AD34-0BE114905A44}" type="pres">
      <dgm:prSet presAssocID="{23CA95F9-8BCF-40C1-B842-BCFFD43632F6}" presName="photoElip" presStyleLbl="node1" presStyleIdx="0" presStyleCnt="3" custScaleX="135512" custScaleY="135512"/>
      <dgm:spPr>
        <a:prstGeom prst="rect">
          <a:avLst/>
        </a:prstGeom>
        <a:blipFill dpi="0" rotWithShape="1">
          <a:blip xmlns:r="http://schemas.openxmlformats.org/officeDocument/2006/relationships" r:embed="rId1" cstate="screen">
            <a:extLst>
              <a:ext uri="{28A0092B-C50C-407E-A947-70E740481C1C}">
                <a14:useLocalDpi xmlns:a14="http://schemas.microsoft.com/office/drawing/2010/main" val="0"/>
              </a:ext>
            </a:extLst>
          </a:blip>
          <a:srcRect/>
          <a:stretch>
            <a:fillRect/>
          </a:stretch>
        </a:blipFill>
        <a:ln>
          <a:noFill/>
        </a:ln>
      </dgm:spPr>
      <dgm:extLst>
        <a:ext uri="{E40237B7-FDA0-4F09-8148-C483321AD2D9}">
          <dgm14:cNvPr xmlns:dgm14="http://schemas.microsoft.com/office/drawing/2010/diagram" id="0" name="" descr="team member headshot"/>
        </a:ext>
      </dgm:extLst>
    </dgm:pt>
    <dgm:pt modelId="{EE33220B-2292-4F19-BD6E-B7F529CD8414}" type="pres">
      <dgm:prSet presAssocID="{23CA95F9-8BCF-40C1-B842-BCFFD43632F6}" presName="iconSpace" presStyleCnt="0"/>
      <dgm:spPr/>
    </dgm:pt>
    <dgm:pt modelId="{FDFAF16A-4FD0-49F4-8593-32E9A31A4FF7}" type="pres">
      <dgm:prSet presAssocID="{23CA95F9-8BCF-40C1-B842-BCFFD43632F6}" presName="nameTx" presStyleLbl="revTx" presStyleIdx="0" presStyleCnt="6" custLinFactNeighborY="17872">
        <dgm:presLayoutVars>
          <dgm:chMax val="0"/>
          <dgm:chPref val="0"/>
        </dgm:presLayoutVars>
      </dgm:prSet>
      <dgm:spPr/>
    </dgm:pt>
    <dgm:pt modelId="{EEB88C88-E325-43D0-B163-BFD87C897361}" type="pres">
      <dgm:prSet presAssocID="{23CA95F9-8BCF-40C1-B842-BCFFD43632F6}" presName="txSpace" presStyleCnt="0"/>
      <dgm:spPr/>
    </dgm:pt>
    <dgm:pt modelId="{7D166BBB-55AF-452C-B9A0-94A1EE55FF4F}" type="pres">
      <dgm:prSet presAssocID="{23CA95F9-8BCF-40C1-B842-BCFFD43632F6}" presName="desTx" presStyleLbl="revTx" presStyleIdx="1" presStyleCnt="6">
        <dgm:presLayoutVars/>
      </dgm:prSet>
      <dgm:spPr/>
    </dgm:pt>
    <dgm:pt modelId="{860D3358-284A-4827-88CC-2F74FF5A1E56}" type="pres">
      <dgm:prSet presAssocID="{23CA95F9-8BCF-40C1-B842-BCFFD43632F6}" presName="bottSpace" presStyleCnt="0"/>
      <dgm:spPr/>
    </dgm:pt>
    <dgm:pt modelId="{0D4A0804-490F-47AA-B7FA-08C890B0D841}" type="pres">
      <dgm:prSet presAssocID="{D868EA7F-D868-4231-86D5-66D9B2DF2F62}" presName="sibTrans" presStyleCnt="0"/>
      <dgm:spPr/>
    </dgm:pt>
    <dgm:pt modelId="{E40BB94D-AE1C-4F05-8AA5-E9FA9A8CCCDE}" type="pres">
      <dgm:prSet presAssocID="{1E293C9C-50F7-4DF0-A45F-EF6AA41E15B2}" presName="compNode" presStyleCnt="0"/>
      <dgm:spPr/>
    </dgm:pt>
    <dgm:pt modelId="{1BC7C3C6-BE78-4F0A-9E69-54742F1AA0F3}" type="pres">
      <dgm:prSet presAssocID="{1E293C9C-50F7-4DF0-A45F-EF6AA41E15B2}" presName="topSpace" presStyleCnt="0"/>
      <dgm:spPr/>
    </dgm:pt>
    <dgm:pt modelId="{25238F18-07B8-41D8-8BD9-9F8514E8F9C4}" type="pres">
      <dgm:prSet presAssocID="{1E293C9C-50F7-4DF0-A45F-EF6AA41E15B2}" presName="photoElip" presStyleLbl="node1" presStyleIdx="1" presStyleCnt="3" custScaleX="135512" custScaleY="135512"/>
      <dgm:spPr>
        <a:prstGeom prst="rect">
          <a:avLst/>
        </a:prstGeom>
        <a:blipFill dpi="0" rotWithShape="1">
          <a:blip xmlns:r="http://schemas.openxmlformats.org/officeDocument/2006/relationships" r:embed="rId2" cstate="screen">
            <a:extLst>
              <a:ext uri="{28A0092B-C50C-407E-A947-70E740481C1C}">
                <a14:useLocalDpi xmlns:a14="http://schemas.microsoft.com/office/drawing/2010/main" val="0"/>
              </a:ext>
            </a:extLst>
          </a:blip>
          <a:srcRect/>
          <a:stretch>
            <a:fillRect/>
          </a:stretch>
        </a:blipFill>
        <a:ln>
          <a:noFill/>
        </a:ln>
      </dgm:spPr>
      <dgm:extLst>
        <a:ext uri="{E40237B7-FDA0-4F09-8148-C483321AD2D9}">
          <dgm14:cNvPr xmlns:dgm14="http://schemas.microsoft.com/office/drawing/2010/diagram" id="0" name="" descr="team member headshot"/>
        </a:ext>
      </dgm:extLst>
    </dgm:pt>
    <dgm:pt modelId="{6FFE343B-847F-4D3F-A2F9-B95E826EC656}" type="pres">
      <dgm:prSet presAssocID="{1E293C9C-50F7-4DF0-A45F-EF6AA41E15B2}" presName="iconSpace" presStyleCnt="0"/>
      <dgm:spPr/>
    </dgm:pt>
    <dgm:pt modelId="{866F95BB-E9D9-40E2-AB9F-99D5F69BA82A}" type="pres">
      <dgm:prSet presAssocID="{1E293C9C-50F7-4DF0-A45F-EF6AA41E15B2}" presName="nameTx" presStyleLbl="revTx" presStyleIdx="2" presStyleCnt="6" custLinFactNeighborY="17872">
        <dgm:presLayoutVars>
          <dgm:chMax val="0"/>
          <dgm:chPref val="0"/>
        </dgm:presLayoutVars>
      </dgm:prSet>
      <dgm:spPr/>
    </dgm:pt>
    <dgm:pt modelId="{B22197FE-7BF1-485D-9B2D-0AD12CF41435}" type="pres">
      <dgm:prSet presAssocID="{1E293C9C-50F7-4DF0-A45F-EF6AA41E15B2}" presName="txSpace" presStyleCnt="0"/>
      <dgm:spPr/>
    </dgm:pt>
    <dgm:pt modelId="{1223E777-77CB-4A9A-BF21-12B513842696}" type="pres">
      <dgm:prSet presAssocID="{1E293C9C-50F7-4DF0-A45F-EF6AA41E15B2}" presName="desTx" presStyleLbl="revTx" presStyleIdx="3" presStyleCnt="6">
        <dgm:presLayoutVars/>
      </dgm:prSet>
      <dgm:spPr/>
    </dgm:pt>
    <dgm:pt modelId="{48A93FE3-F550-4840-B560-2DB8553BED7D}" type="pres">
      <dgm:prSet presAssocID="{1E293C9C-50F7-4DF0-A45F-EF6AA41E15B2}" presName="bottSpace" presStyleCnt="0"/>
      <dgm:spPr/>
    </dgm:pt>
    <dgm:pt modelId="{DCDF700C-8587-4AD0-95CF-A8CEBB3AD30B}" type="pres">
      <dgm:prSet presAssocID="{E019F05B-61F4-4915-9D10-5D6F328EA591}" presName="sibTrans" presStyleCnt="0"/>
      <dgm:spPr/>
    </dgm:pt>
    <dgm:pt modelId="{D5C9CF54-A3DB-4262-A188-C006BBF08A29}" type="pres">
      <dgm:prSet presAssocID="{DA3F2F2F-B5A8-4CFD-ABCE-1BC48CD913AF}" presName="compNode" presStyleCnt="0"/>
      <dgm:spPr/>
    </dgm:pt>
    <dgm:pt modelId="{EB21A753-DAF6-4914-9F97-D017DE4534D0}" type="pres">
      <dgm:prSet presAssocID="{DA3F2F2F-B5A8-4CFD-ABCE-1BC48CD913AF}" presName="topSpace" presStyleCnt="0"/>
      <dgm:spPr/>
    </dgm:pt>
    <dgm:pt modelId="{418E44D8-60E4-4008-9F09-1A652C62E8A6}" type="pres">
      <dgm:prSet presAssocID="{DA3F2F2F-B5A8-4CFD-ABCE-1BC48CD913AF}" presName="photoElip" presStyleLbl="node1" presStyleIdx="2" presStyleCnt="3" custScaleX="135512" custScaleY="135512"/>
      <dgm:spPr>
        <a:prstGeom prst="rect">
          <a:avLst/>
        </a:prstGeom>
        <a:blipFill dpi="0" rotWithShape="1">
          <a:blip xmlns:r="http://schemas.openxmlformats.org/officeDocument/2006/relationships" r:embed="rId3" cstate="screen">
            <a:extLst>
              <a:ext uri="{28A0092B-C50C-407E-A947-70E740481C1C}">
                <a14:useLocalDpi xmlns:a14="http://schemas.microsoft.com/office/drawing/2010/main" val="0"/>
              </a:ext>
            </a:extLst>
          </a:blip>
          <a:srcRect/>
          <a:stretch>
            <a:fillRect/>
          </a:stretch>
        </a:blipFill>
        <a:ln>
          <a:noFill/>
        </a:ln>
      </dgm:spPr>
      <dgm:extLst>
        <a:ext uri="{E40237B7-FDA0-4F09-8148-C483321AD2D9}">
          <dgm14:cNvPr xmlns:dgm14="http://schemas.microsoft.com/office/drawing/2010/diagram" id="0" name="" descr="team member headshot"/>
        </a:ext>
      </dgm:extLst>
    </dgm:pt>
    <dgm:pt modelId="{51349271-76B0-4CC0-A678-325A9A4D3475}" type="pres">
      <dgm:prSet presAssocID="{DA3F2F2F-B5A8-4CFD-ABCE-1BC48CD913AF}" presName="iconSpace" presStyleCnt="0"/>
      <dgm:spPr/>
    </dgm:pt>
    <dgm:pt modelId="{9B5C14B8-8D61-4009-9F8C-194486F530FA}" type="pres">
      <dgm:prSet presAssocID="{DA3F2F2F-B5A8-4CFD-ABCE-1BC48CD913AF}" presName="nameTx" presStyleLbl="revTx" presStyleIdx="4" presStyleCnt="6" custLinFactNeighborY="17872">
        <dgm:presLayoutVars>
          <dgm:chMax val="0"/>
          <dgm:chPref val="0"/>
        </dgm:presLayoutVars>
      </dgm:prSet>
      <dgm:spPr/>
    </dgm:pt>
    <dgm:pt modelId="{7C23080D-6185-431F-BAF8-5277AA3C0E29}" type="pres">
      <dgm:prSet presAssocID="{DA3F2F2F-B5A8-4CFD-ABCE-1BC48CD913AF}" presName="txSpace" presStyleCnt="0"/>
      <dgm:spPr/>
    </dgm:pt>
    <dgm:pt modelId="{EE420F84-477D-4635-BEF8-66426E9A259D}" type="pres">
      <dgm:prSet presAssocID="{DA3F2F2F-B5A8-4CFD-ABCE-1BC48CD913AF}" presName="desTx" presStyleLbl="revTx" presStyleIdx="5" presStyleCnt="6" custLinFactY="-45265" custLinFactNeighborX="14101" custLinFactNeighborY="-100000">
        <dgm:presLayoutVars/>
      </dgm:prSet>
      <dgm:spPr/>
    </dgm:pt>
    <dgm:pt modelId="{DB61A93F-5AE0-4A97-AFE4-E1EA7F61D044}" type="pres">
      <dgm:prSet presAssocID="{DA3F2F2F-B5A8-4CFD-ABCE-1BC48CD913AF}" presName="bottSpace" presStyleCnt="0"/>
      <dgm:spPr/>
    </dgm:pt>
  </dgm:ptLst>
  <dgm:cxnLst>
    <dgm:cxn modelId="{A7E7000F-0D10-4D88-844F-C9CB2A6A39DA}" srcId="{5C72703F-EB58-4B0C-8B2A-EDF2A51B2C6C}" destId="{1E293C9C-50F7-4DF0-A45F-EF6AA41E15B2}" srcOrd="1" destOrd="0" parTransId="{04936CC5-1B2F-4620-ABDF-F195956C3F4A}" sibTransId="{E019F05B-61F4-4915-9D10-5D6F328EA591}"/>
    <dgm:cxn modelId="{540FED75-CB4E-4EAD-804F-81226869B095}" type="presOf" srcId="{1E293C9C-50F7-4DF0-A45F-EF6AA41E15B2}" destId="{866F95BB-E9D9-40E2-AB9F-99D5F69BA82A}" srcOrd="0" destOrd="0" presId="urn:microsoft.com/office/officeart/2019/1/layout/PeoplePortraitsList"/>
    <dgm:cxn modelId="{103DE3A3-70BD-4C08-B354-5518A18B954E}" type="presOf" srcId="{DA3F2F2F-B5A8-4CFD-ABCE-1BC48CD913AF}" destId="{9B5C14B8-8D61-4009-9F8C-194486F530FA}" srcOrd="0" destOrd="0" presId="urn:microsoft.com/office/officeart/2019/1/layout/PeoplePortraitsList"/>
    <dgm:cxn modelId="{E6EDE7CF-5B3F-4E2C-99EE-D5462F0EC9CE}" srcId="{5C72703F-EB58-4B0C-8B2A-EDF2A51B2C6C}" destId="{23CA95F9-8BCF-40C1-B842-BCFFD43632F6}" srcOrd="0" destOrd="0" parTransId="{FC4F4986-5DCD-4DC2-B7FD-2C5FABEF9979}" sibTransId="{D868EA7F-D868-4231-86D5-66D9B2DF2F62}"/>
    <dgm:cxn modelId="{307321D6-32A9-4F29-A35B-8328C6417311}" srcId="{5C72703F-EB58-4B0C-8B2A-EDF2A51B2C6C}" destId="{DA3F2F2F-B5A8-4CFD-ABCE-1BC48CD913AF}" srcOrd="2" destOrd="0" parTransId="{D4AFA5E0-6624-49A6-B10B-4FFA7483C001}" sibTransId="{038FE749-6004-418E-86C7-7C1B1D7930F4}"/>
    <dgm:cxn modelId="{DE44E4D8-C5CF-4438-860F-3C376D4D64F5}" type="presOf" srcId="{23CA95F9-8BCF-40C1-B842-BCFFD43632F6}" destId="{FDFAF16A-4FD0-49F4-8593-32E9A31A4FF7}" srcOrd="0" destOrd="0" presId="urn:microsoft.com/office/officeart/2019/1/layout/PeoplePortraitsList"/>
    <dgm:cxn modelId="{74A68EEE-876E-4134-B088-DC53246E11FE}" type="presOf" srcId="{5C72703F-EB58-4B0C-8B2A-EDF2A51B2C6C}" destId="{BF30E86D-EAFC-44CE-B56C-D7C5EC7742F3}" srcOrd="0" destOrd="0" presId="urn:microsoft.com/office/officeart/2019/1/layout/PeoplePortraitsList"/>
    <dgm:cxn modelId="{3D9D2C87-FAC6-440F-8296-405914DA77FA}" type="presParOf" srcId="{BF30E86D-EAFC-44CE-B56C-D7C5EC7742F3}" destId="{34A89649-B4A9-4A6F-8793-5A3DB37DDDA6}" srcOrd="0" destOrd="0" presId="urn:microsoft.com/office/officeart/2019/1/layout/PeoplePortraitsList"/>
    <dgm:cxn modelId="{10208EBB-3996-40BD-88FB-7743A0FCFC0C}" type="presParOf" srcId="{34A89649-B4A9-4A6F-8793-5A3DB37DDDA6}" destId="{FFB9F511-6797-4909-9D3B-89EBC96F25A8}" srcOrd="0" destOrd="0" presId="urn:microsoft.com/office/officeart/2019/1/layout/PeoplePortraitsList"/>
    <dgm:cxn modelId="{680FCFE1-C0D6-41B7-81EE-34F07569A758}" type="presParOf" srcId="{34A89649-B4A9-4A6F-8793-5A3DB37DDDA6}" destId="{73073D5B-7ADA-4F8B-AD34-0BE114905A44}" srcOrd="1" destOrd="0" presId="urn:microsoft.com/office/officeart/2019/1/layout/PeoplePortraitsList"/>
    <dgm:cxn modelId="{84E22014-947A-4B8C-A1FF-A1E4AAD40AF2}" type="presParOf" srcId="{34A89649-B4A9-4A6F-8793-5A3DB37DDDA6}" destId="{EE33220B-2292-4F19-BD6E-B7F529CD8414}" srcOrd="2" destOrd="0" presId="urn:microsoft.com/office/officeart/2019/1/layout/PeoplePortraitsList"/>
    <dgm:cxn modelId="{6B5D3C86-47CA-4D7E-A443-7DF8A6130E63}" type="presParOf" srcId="{34A89649-B4A9-4A6F-8793-5A3DB37DDDA6}" destId="{FDFAF16A-4FD0-49F4-8593-32E9A31A4FF7}" srcOrd="3" destOrd="0" presId="urn:microsoft.com/office/officeart/2019/1/layout/PeoplePortraitsList"/>
    <dgm:cxn modelId="{119527D7-3755-4E3D-BC66-7A27143BBB8B}" type="presParOf" srcId="{34A89649-B4A9-4A6F-8793-5A3DB37DDDA6}" destId="{EEB88C88-E325-43D0-B163-BFD87C897361}" srcOrd="4" destOrd="0" presId="urn:microsoft.com/office/officeart/2019/1/layout/PeoplePortraitsList"/>
    <dgm:cxn modelId="{8B410EAE-BFFA-4BD7-B4BA-16AABEF1EAA9}" type="presParOf" srcId="{34A89649-B4A9-4A6F-8793-5A3DB37DDDA6}" destId="{7D166BBB-55AF-452C-B9A0-94A1EE55FF4F}" srcOrd="5" destOrd="0" presId="urn:microsoft.com/office/officeart/2019/1/layout/PeoplePortraitsList"/>
    <dgm:cxn modelId="{02A3AE73-815E-459E-B530-44D4C95EF771}" type="presParOf" srcId="{34A89649-B4A9-4A6F-8793-5A3DB37DDDA6}" destId="{860D3358-284A-4827-88CC-2F74FF5A1E56}" srcOrd="6" destOrd="0" presId="urn:microsoft.com/office/officeart/2019/1/layout/PeoplePortraitsList"/>
    <dgm:cxn modelId="{6C30D5CD-53EE-463E-B6E2-B237F041E4C3}" type="presParOf" srcId="{BF30E86D-EAFC-44CE-B56C-D7C5EC7742F3}" destId="{0D4A0804-490F-47AA-B7FA-08C890B0D841}" srcOrd="1" destOrd="0" presId="urn:microsoft.com/office/officeart/2019/1/layout/PeoplePortraitsList"/>
    <dgm:cxn modelId="{E4C40201-6BC4-420D-A8E7-A3465911B5D7}" type="presParOf" srcId="{BF30E86D-EAFC-44CE-B56C-D7C5EC7742F3}" destId="{E40BB94D-AE1C-4F05-8AA5-E9FA9A8CCCDE}" srcOrd="2" destOrd="0" presId="urn:microsoft.com/office/officeart/2019/1/layout/PeoplePortraitsList"/>
    <dgm:cxn modelId="{DF091FE9-5356-4A17-932D-C2EAD2530E8C}" type="presParOf" srcId="{E40BB94D-AE1C-4F05-8AA5-E9FA9A8CCCDE}" destId="{1BC7C3C6-BE78-4F0A-9E69-54742F1AA0F3}" srcOrd="0" destOrd="0" presId="urn:microsoft.com/office/officeart/2019/1/layout/PeoplePortraitsList"/>
    <dgm:cxn modelId="{43A6DAE1-8229-474F-B737-E5233B5044F7}" type="presParOf" srcId="{E40BB94D-AE1C-4F05-8AA5-E9FA9A8CCCDE}" destId="{25238F18-07B8-41D8-8BD9-9F8514E8F9C4}" srcOrd="1" destOrd="0" presId="urn:microsoft.com/office/officeart/2019/1/layout/PeoplePortraitsList"/>
    <dgm:cxn modelId="{811B328F-D513-4A25-BB09-9EDD8689ED34}" type="presParOf" srcId="{E40BB94D-AE1C-4F05-8AA5-E9FA9A8CCCDE}" destId="{6FFE343B-847F-4D3F-A2F9-B95E826EC656}" srcOrd="2" destOrd="0" presId="urn:microsoft.com/office/officeart/2019/1/layout/PeoplePortraitsList"/>
    <dgm:cxn modelId="{B86088D4-B825-4152-895F-72CD7428D68F}" type="presParOf" srcId="{E40BB94D-AE1C-4F05-8AA5-E9FA9A8CCCDE}" destId="{866F95BB-E9D9-40E2-AB9F-99D5F69BA82A}" srcOrd="3" destOrd="0" presId="urn:microsoft.com/office/officeart/2019/1/layout/PeoplePortraitsList"/>
    <dgm:cxn modelId="{9DF4ADBA-E8BF-45F3-B4C1-57BC4E46838A}" type="presParOf" srcId="{E40BB94D-AE1C-4F05-8AA5-E9FA9A8CCCDE}" destId="{B22197FE-7BF1-485D-9B2D-0AD12CF41435}" srcOrd="4" destOrd="0" presId="urn:microsoft.com/office/officeart/2019/1/layout/PeoplePortraitsList"/>
    <dgm:cxn modelId="{AE599A69-85C5-4380-827C-D751478A667D}" type="presParOf" srcId="{E40BB94D-AE1C-4F05-8AA5-E9FA9A8CCCDE}" destId="{1223E777-77CB-4A9A-BF21-12B513842696}" srcOrd="5" destOrd="0" presId="urn:microsoft.com/office/officeart/2019/1/layout/PeoplePortraitsList"/>
    <dgm:cxn modelId="{F8E06700-DE35-4D59-8FE6-04C15FF36365}" type="presParOf" srcId="{E40BB94D-AE1C-4F05-8AA5-E9FA9A8CCCDE}" destId="{48A93FE3-F550-4840-B560-2DB8553BED7D}" srcOrd="6" destOrd="0" presId="urn:microsoft.com/office/officeart/2019/1/layout/PeoplePortraitsList"/>
    <dgm:cxn modelId="{B3BC6484-B724-49D7-B0A5-B96774D6C5A7}" type="presParOf" srcId="{BF30E86D-EAFC-44CE-B56C-D7C5EC7742F3}" destId="{DCDF700C-8587-4AD0-95CF-A8CEBB3AD30B}" srcOrd="3" destOrd="0" presId="urn:microsoft.com/office/officeart/2019/1/layout/PeoplePortraitsList"/>
    <dgm:cxn modelId="{123A582B-C4F8-4519-967F-856EBB9F6F06}" type="presParOf" srcId="{BF30E86D-EAFC-44CE-B56C-D7C5EC7742F3}" destId="{D5C9CF54-A3DB-4262-A188-C006BBF08A29}" srcOrd="4" destOrd="0" presId="urn:microsoft.com/office/officeart/2019/1/layout/PeoplePortraitsList"/>
    <dgm:cxn modelId="{0A329E61-D0BD-4638-AFBB-ECC1E1BB2FE5}" type="presParOf" srcId="{D5C9CF54-A3DB-4262-A188-C006BBF08A29}" destId="{EB21A753-DAF6-4914-9F97-D017DE4534D0}" srcOrd="0" destOrd="0" presId="urn:microsoft.com/office/officeart/2019/1/layout/PeoplePortraitsList"/>
    <dgm:cxn modelId="{4E8CFC80-611A-4174-A442-0AFBB471F58A}" type="presParOf" srcId="{D5C9CF54-A3DB-4262-A188-C006BBF08A29}" destId="{418E44D8-60E4-4008-9F09-1A652C62E8A6}" srcOrd="1" destOrd="0" presId="urn:microsoft.com/office/officeart/2019/1/layout/PeoplePortraitsList"/>
    <dgm:cxn modelId="{D991B0D3-565F-44D9-A83F-197781E114D0}" type="presParOf" srcId="{D5C9CF54-A3DB-4262-A188-C006BBF08A29}" destId="{51349271-76B0-4CC0-A678-325A9A4D3475}" srcOrd="2" destOrd="0" presId="urn:microsoft.com/office/officeart/2019/1/layout/PeoplePortraitsList"/>
    <dgm:cxn modelId="{7FC54EBB-A416-48DA-AADE-209AE477B46E}" type="presParOf" srcId="{D5C9CF54-A3DB-4262-A188-C006BBF08A29}" destId="{9B5C14B8-8D61-4009-9F8C-194486F530FA}" srcOrd="3" destOrd="0" presId="urn:microsoft.com/office/officeart/2019/1/layout/PeoplePortraitsList"/>
    <dgm:cxn modelId="{2DCC0C79-D17C-4625-A51E-8C6146272B0A}" type="presParOf" srcId="{D5C9CF54-A3DB-4262-A188-C006BBF08A29}" destId="{7C23080D-6185-431F-BAF8-5277AA3C0E29}" srcOrd="4" destOrd="0" presId="urn:microsoft.com/office/officeart/2019/1/layout/PeoplePortraitsList"/>
    <dgm:cxn modelId="{A2D210FF-C687-4AED-82B0-395AAD28B698}" type="presParOf" srcId="{D5C9CF54-A3DB-4262-A188-C006BBF08A29}" destId="{EE420F84-477D-4635-BEF8-66426E9A259D}" srcOrd="5" destOrd="0" presId="urn:microsoft.com/office/officeart/2019/1/layout/PeoplePortraitsList"/>
    <dgm:cxn modelId="{948ADD0E-8022-4129-AB57-AF1F16DEEC20}" type="presParOf" srcId="{D5C9CF54-A3DB-4262-A188-C006BBF08A29}" destId="{DB61A93F-5AE0-4A97-AFE4-E1EA7F61D044}" srcOrd="6" destOrd="0" presId="urn:microsoft.com/office/officeart/2019/1/layout/PeoplePortraits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3073D5B-7ADA-4F8B-AD34-0BE114905A44}">
      <dsp:nvSpPr>
        <dsp:cNvPr id="0" name=""/>
        <dsp:cNvSpPr/>
      </dsp:nvSpPr>
      <dsp:spPr>
        <a:xfrm>
          <a:off x="1756381" y="554446"/>
          <a:ext cx="2281886" cy="2281886"/>
        </a:xfrm>
        <a:prstGeom prst="rect">
          <a:avLst/>
        </a:prstGeom>
        <a:blipFill dpi="0" rotWithShape="1">
          <a:blip xmlns:r="http://schemas.openxmlformats.org/officeDocument/2006/relationships" r:embed="rId1" cstate="screen">
            <a:extLst>
              <a:ext uri="{28A0092B-C50C-407E-A947-70E740481C1C}">
                <a14:useLocalDpi xmlns:a14="http://schemas.microsoft.com/office/drawing/2010/main" val="0"/>
              </a:ext>
            </a:extLst>
          </a:blip>
          <a:srcRect/>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FDFAF16A-4FD0-49F4-8593-32E9A31A4FF7}">
      <dsp:nvSpPr>
        <dsp:cNvPr id="0" name=""/>
        <dsp:cNvSpPr/>
      </dsp:nvSpPr>
      <dsp:spPr>
        <a:xfrm>
          <a:off x="1703042" y="2950789"/>
          <a:ext cx="2388563" cy="48734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rtlCol="0" anchor="t" anchorCtr="0">
          <a:noAutofit/>
        </a:bodyPr>
        <a:lstStyle/>
        <a:p>
          <a:pPr marL="0" lvl="0" indent="0" algn="ctr" defTabSz="711200">
            <a:lnSpc>
              <a:spcPct val="100000"/>
            </a:lnSpc>
            <a:spcBef>
              <a:spcPct val="0"/>
            </a:spcBef>
            <a:spcAft>
              <a:spcPct val="35000"/>
            </a:spcAft>
            <a:buNone/>
            <a:defRPr b="1" spc="20">
              <a:latin typeface="+mj-lt"/>
            </a:defRPr>
          </a:pPr>
          <a:r>
            <a:rPr lang="sv-SE" sz="1600" kern="1200" noProof="0" dirty="0">
              <a:solidFill>
                <a:sysClr val="windowText" lastClr="000000"/>
              </a:solidFill>
            </a:rPr>
            <a:t>Ashley</a:t>
          </a:r>
          <a:br>
            <a:rPr lang="sv-SE" sz="1600" kern="1200" noProof="0" dirty="0">
              <a:solidFill>
                <a:sysClr val="windowText" lastClr="000000"/>
              </a:solidFill>
            </a:rPr>
          </a:br>
          <a:r>
            <a:rPr lang="sv-SE" sz="1600" kern="1200" noProof="0" dirty="0" err="1">
              <a:solidFill>
                <a:sysClr val="windowText" lastClr="000000"/>
              </a:solidFill>
            </a:rPr>
            <a:t>Robotic</a:t>
          </a:r>
          <a:r>
            <a:rPr lang="sv-SE" sz="1600" kern="1200" noProof="0" dirty="0">
              <a:solidFill>
                <a:sysClr val="windowText" lastClr="000000"/>
              </a:solidFill>
            </a:rPr>
            <a:t> Student</a:t>
          </a:r>
          <a:endParaRPr lang="sv-SE" sz="1600" b="0" kern="1200" noProof="0" dirty="0">
            <a:solidFill>
              <a:sysClr val="windowText" lastClr="000000"/>
            </a:solidFill>
            <a:latin typeface="+mn-lt"/>
          </a:endParaRPr>
        </a:p>
      </dsp:txBody>
      <dsp:txXfrm>
        <a:off x="1703042" y="2950789"/>
        <a:ext cx="2388563" cy="487349"/>
      </dsp:txXfrm>
    </dsp:sp>
    <dsp:sp modelId="{7D166BBB-55AF-452C-B9A0-94A1EE55FF4F}">
      <dsp:nvSpPr>
        <dsp:cNvPr id="0" name=""/>
        <dsp:cNvSpPr/>
      </dsp:nvSpPr>
      <dsp:spPr>
        <a:xfrm>
          <a:off x="1703042" y="3416310"/>
          <a:ext cx="2388563" cy="603748"/>
        </a:xfrm>
        <a:prstGeom prst="rect">
          <a:avLst/>
        </a:prstGeom>
        <a:noFill/>
        <a:ln>
          <a:noFill/>
        </a:ln>
        <a:effectLst/>
      </dsp:spPr>
      <dsp:style>
        <a:lnRef idx="0">
          <a:scrgbClr r="0" g="0" b="0"/>
        </a:lnRef>
        <a:fillRef idx="0">
          <a:scrgbClr r="0" g="0" b="0"/>
        </a:fillRef>
        <a:effectRef idx="0">
          <a:scrgbClr r="0" g="0" b="0"/>
        </a:effectRef>
        <a:fontRef idx="minor"/>
      </dsp:style>
    </dsp:sp>
    <dsp:sp modelId="{25238F18-07B8-41D8-8BD9-9F8514E8F9C4}">
      <dsp:nvSpPr>
        <dsp:cNvPr id="0" name=""/>
        <dsp:cNvSpPr/>
      </dsp:nvSpPr>
      <dsp:spPr>
        <a:xfrm>
          <a:off x="4562944" y="554446"/>
          <a:ext cx="2281886" cy="2281886"/>
        </a:xfrm>
        <a:prstGeom prst="rect">
          <a:avLst/>
        </a:prstGeom>
        <a:blipFill dpi="0" rotWithShape="1">
          <a:blip xmlns:r="http://schemas.openxmlformats.org/officeDocument/2006/relationships" r:embed="rId2" cstate="screen">
            <a:extLst>
              <a:ext uri="{28A0092B-C50C-407E-A947-70E740481C1C}">
                <a14:useLocalDpi xmlns:a14="http://schemas.microsoft.com/office/drawing/2010/main" val="0"/>
              </a:ext>
            </a:extLst>
          </a:blip>
          <a:srcRect/>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866F95BB-E9D9-40E2-AB9F-99D5F69BA82A}">
      <dsp:nvSpPr>
        <dsp:cNvPr id="0" name=""/>
        <dsp:cNvSpPr/>
      </dsp:nvSpPr>
      <dsp:spPr>
        <a:xfrm>
          <a:off x="4509605" y="2950789"/>
          <a:ext cx="2388563" cy="48734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rtlCol="0" anchor="t" anchorCtr="0">
          <a:noAutofit/>
        </a:bodyPr>
        <a:lstStyle/>
        <a:p>
          <a:pPr marL="0" lvl="0" indent="0" algn="ctr" defTabSz="711200">
            <a:lnSpc>
              <a:spcPct val="100000"/>
            </a:lnSpc>
            <a:spcBef>
              <a:spcPct val="0"/>
            </a:spcBef>
            <a:spcAft>
              <a:spcPct val="35000"/>
            </a:spcAft>
            <a:buNone/>
            <a:defRPr b="1" spc="20">
              <a:latin typeface="+mj-lt"/>
            </a:defRPr>
          </a:pPr>
          <a:r>
            <a:rPr lang="sv-SE" sz="1600" kern="1200" noProof="0" dirty="0">
              <a:solidFill>
                <a:schemeClr val="tx1"/>
              </a:solidFill>
            </a:rPr>
            <a:t>Daniel</a:t>
          </a:r>
          <a:br>
            <a:rPr lang="sv-SE" sz="1600" kern="1200" noProof="0" dirty="0">
              <a:solidFill>
                <a:schemeClr val="tx1"/>
              </a:solidFill>
            </a:rPr>
          </a:br>
          <a:r>
            <a:rPr lang="sv-SE" sz="1600" kern="1200" noProof="0" dirty="0" err="1">
              <a:solidFill>
                <a:schemeClr val="tx1"/>
              </a:solidFill>
            </a:rPr>
            <a:t>Robotic</a:t>
          </a:r>
          <a:r>
            <a:rPr lang="sv-SE" sz="1600" kern="1200" noProof="0" dirty="0">
              <a:solidFill>
                <a:schemeClr val="tx1"/>
              </a:solidFill>
            </a:rPr>
            <a:t> Student</a:t>
          </a:r>
          <a:endParaRPr lang="sv-SE" sz="1600" b="0" kern="1200" noProof="0" dirty="0">
            <a:solidFill>
              <a:schemeClr val="tx1"/>
            </a:solidFill>
            <a:latin typeface="+mn-lt"/>
          </a:endParaRPr>
        </a:p>
      </dsp:txBody>
      <dsp:txXfrm>
        <a:off x="4509605" y="2950789"/>
        <a:ext cx="2388563" cy="487349"/>
      </dsp:txXfrm>
    </dsp:sp>
    <dsp:sp modelId="{1223E777-77CB-4A9A-BF21-12B513842696}">
      <dsp:nvSpPr>
        <dsp:cNvPr id="0" name=""/>
        <dsp:cNvSpPr/>
      </dsp:nvSpPr>
      <dsp:spPr>
        <a:xfrm>
          <a:off x="4509605" y="3416310"/>
          <a:ext cx="2388563" cy="603748"/>
        </a:xfrm>
        <a:prstGeom prst="rect">
          <a:avLst/>
        </a:prstGeom>
        <a:noFill/>
        <a:ln>
          <a:noFill/>
        </a:ln>
        <a:effectLst/>
      </dsp:spPr>
      <dsp:style>
        <a:lnRef idx="0">
          <a:scrgbClr r="0" g="0" b="0"/>
        </a:lnRef>
        <a:fillRef idx="0">
          <a:scrgbClr r="0" g="0" b="0"/>
        </a:fillRef>
        <a:effectRef idx="0">
          <a:scrgbClr r="0" g="0" b="0"/>
        </a:effectRef>
        <a:fontRef idx="minor"/>
      </dsp:style>
    </dsp:sp>
    <dsp:sp modelId="{418E44D8-60E4-4008-9F09-1A652C62E8A6}">
      <dsp:nvSpPr>
        <dsp:cNvPr id="0" name=""/>
        <dsp:cNvSpPr/>
      </dsp:nvSpPr>
      <dsp:spPr>
        <a:xfrm>
          <a:off x="7369506" y="554446"/>
          <a:ext cx="2281886" cy="2281886"/>
        </a:xfrm>
        <a:prstGeom prst="rect">
          <a:avLst/>
        </a:prstGeom>
        <a:blipFill dpi="0" rotWithShape="1">
          <a:blip xmlns:r="http://schemas.openxmlformats.org/officeDocument/2006/relationships" r:embed="rId3" cstate="screen">
            <a:extLst>
              <a:ext uri="{28A0092B-C50C-407E-A947-70E740481C1C}">
                <a14:useLocalDpi xmlns:a14="http://schemas.microsoft.com/office/drawing/2010/main" val="0"/>
              </a:ext>
            </a:extLst>
          </a:blip>
          <a:srcRect/>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9B5C14B8-8D61-4009-9F8C-194486F530FA}">
      <dsp:nvSpPr>
        <dsp:cNvPr id="0" name=""/>
        <dsp:cNvSpPr/>
      </dsp:nvSpPr>
      <dsp:spPr>
        <a:xfrm>
          <a:off x="7316168" y="2950789"/>
          <a:ext cx="2388563" cy="48734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rtlCol="0" anchor="t" anchorCtr="0">
          <a:noAutofit/>
        </a:bodyPr>
        <a:lstStyle/>
        <a:p>
          <a:pPr marL="0" lvl="0" indent="0" algn="ctr" defTabSz="711200">
            <a:lnSpc>
              <a:spcPct val="100000"/>
            </a:lnSpc>
            <a:spcBef>
              <a:spcPct val="0"/>
            </a:spcBef>
            <a:spcAft>
              <a:spcPct val="35000"/>
            </a:spcAft>
            <a:buNone/>
            <a:defRPr b="1" spc="20">
              <a:latin typeface="+mj-lt"/>
            </a:defRPr>
          </a:pPr>
          <a:r>
            <a:rPr lang="sv-SE" sz="1600" kern="1200" noProof="0" dirty="0">
              <a:solidFill>
                <a:schemeClr val="tx1"/>
              </a:solidFill>
            </a:rPr>
            <a:t>Jonas</a:t>
          </a:r>
          <a:br>
            <a:rPr lang="sv-SE" sz="1600" kern="1200" noProof="0" dirty="0">
              <a:solidFill>
                <a:schemeClr val="tx1"/>
              </a:solidFill>
            </a:rPr>
          </a:br>
          <a:r>
            <a:rPr lang="sv-SE" sz="1600" kern="1200" noProof="0" dirty="0" err="1">
              <a:solidFill>
                <a:schemeClr val="tx1"/>
              </a:solidFill>
            </a:rPr>
            <a:t>Robotic</a:t>
          </a:r>
          <a:r>
            <a:rPr lang="sv-SE" sz="1600" kern="1200" noProof="0" dirty="0">
              <a:solidFill>
                <a:schemeClr val="tx1"/>
              </a:solidFill>
            </a:rPr>
            <a:t> Student</a:t>
          </a:r>
          <a:endParaRPr lang="sv-SE" sz="1600" b="0" kern="1200" noProof="0" dirty="0">
            <a:solidFill>
              <a:schemeClr val="tx1"/>
            </a:solidFill>
            <a:latin typeface="+mn-lt"/>
          </a:endParaRPr>
        </a:p>
      </dsp:txBody>
      <dsp:txXfrm>
        <a:off x="7316168" y="2950789"/>
        <a:ext cx="2388563" cy="487349"/>
      </dsp:txXfrm>
    </dsp:sp>
    <dsp:sp modelId="{EE420F84-477D-4635-BEF8-66426E9A259D}">
      <dsp:nvSpPr>
        <dsp:cNvPr id="0" name=""/>
        <dsp:cNvSpPr/>
      </dsp:nvSpPr>
      <dsp:spPr>
        <a:xfrm>
          <a:off x="7652979" y="2539275"/>
          <a:ext cx="2388563" cy="603748"/>
        </a:xfrm>
        <a:prstGeom prst="rect">
          <a:avLst/>
        </a:prstGeom>
        <a:noFill/>
        <a:ln>
          <a:noFill/>
        </a:ln>
        <a:effectLst/>
      </dsp:spPr>
      <dsp:style>
        <a:lnRef idx="0">
          <a:scrgbClr r="0" g="0" b="0"/>
        </a:lnRef>
        <a:fillRef idx="0">
          <a:scrgbClr r="0" g="0" b="0"/>
        </a:fillRef>
        <a:effectRef idx="0">
          <a:scrgbClr r="0" g="0" b="0"/>
        </a:effectRef>
        <a:fontRef idx="minor"/>
      </dsp:style>
    </dsp:sp>
  </dsp:spTree>
</dsp:drawing>
</file>

<file path=ppt/diagrams/layout1.xml><?xml version="1.0" encoding="utf-8"?>
<dgm:layoutDef xmlns:dgm="http://schemas.openxmlformats.org/drawingml/2006/diagram" xmlns:a="http://schemas.openxmlformats.org/drawingml/2006/main" uniqueId="urn:microsoft.com/office/officeart/2019/1/layout/PeoplePortraitsList">
  <dgm:title val="Lista med personporträtt"/>
  <dgm:desc val="Lista med personporträtt"/>
  <dgm:catLst>
    <dgm:cat type="list"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if>
      <dgm:else name="Name2">
        <dgm:alg type="lin">
          <dgm:param type="linDir" val="fromR"/>
        </dgm:alg>
      </dgm:else>
    </dgm:choose>
    <dgm:shape xmlns:r="http://schemas.openxmlformats.org/officeDocument/2006/relationships" r:blip="">
      <dgm:adjLst/>
    </dgm:shape>
    <dgm:presOf/>
    <dgm:constrLst>
      <dgm:constr type="h" for="ch" forName="compNode" refType="h"/>
      <dgm:constr type="w" for="ch" forName="compNode" refType="h" refFor="ch" refForName="compNode" fact="0.55"/>
      <dgm:constr type="w" for="ch" forName="sibTrans" refType="w" refFor="ch" refForName="compNode" fact="0.175"/>
      <dgm:constr type="primFontSz" for="des" forName="nameTx" val="18"/>
      <dgm:constr type="primFontSz" for="des" forName="desTx" refType="primFontSz" refFor="des" refForName="nameTx" op="lte" fact="0.75"/>
      <dgm:constr type="h" for="des" forName="topSpace" op="equ"/>
      <dgm:constr type="h" for="des" forName="compNode" op="equ"/>
      <dgm:constr type="h" for="des" forName="photoElip" op="equ"/>
      <dgm:constr type="w" for="des" forName="photoElip" op="equ"/>
      <dgm:constr type="l" for="des" forName="photoElip" op="equ"/>
      <dgm:constr type="h" for="des" forName="iconSpace" op="equ"/>
      <dgm:constr type="h" for="des" forName="nameTx" op="equ"/>
      <dgm:constr type="h" for="des" forName="txSpace" op="equ"/>
      <dgm:constr type="h" for="des" forName="desTx" op="equ"/>
      <dgm:constr type="h" for="des" forName="bottSpace" op="equ"/>
    </dgm:constrLst>
    <dgm:ruleLst>
      <dgm:rule type="w" for="ch" forName="compNode" val="0" fact="NaN" max="NaN"/>
    </dgm:ruleLst>
    <dgm:forEach name="Name3" axis="ch" ptType="node">
      <dgm:layoutNode name="compNode">
        <dgm:alg type="composite"/>
        <dgm:shape xmlns:r="http://schemas.openxmlformats.org/officeDocument/2006/relationships" r:blip="">
          <dgm:adjLst/>
        </dgm:shape>
        <dgm:presOf axis="self"/>
        <dgm:constrLst>
          <dgm:constr type="w" for="ch" forName="topSpace" refType="w"/>
          <dgm:constr type="h" for="ch" forName="topSpace" refType="h" fact="0.187"/>
          <dgm:constr type="l" for="ch" forName="topSpace"/>
          <dgm:constr type="w" for="ch" forName="photoElip" refType="h" refFor="ch" refForName="photoElip"/>
          <dgm:constr type="h" for="ch" forName="photoElip" val="46.775"/>
          <dgm:constr type="t" for="ch" forName="photoElip" refType="b" refFor="ch" refForName="topSpace"/>
          <dgm:constr type="ctrX" for="ch" forName="photoElip" refType="w" fact="0.5"/>
          <dgm:constr type="w" for="ch" forName="iconSpace" refType="w"/>
          <dgm:constr type="h" for="ch" forName="iconSpace" refType="h" fact="0.075"/>
          <dgm:constr type="l" for="ch" forName="iconSpace"/>
          <dgm:constr type="t" for="ch" forName="iconSpace" refType="b" refFor="ch" refForName="photoElip"/>
          <dgm:constr type="w" for="ch" forName="nameTx" refType="w"/>
          <dgm:constr type="h" for="ch" forName="nameTx" refType="h" fact="0.112"/>
          <dgm:constr type="l" for="ch" forName="nameTx"/>
          <dgm:constr type="t" for="ch" forName="nameTx" refType="b" refFor="ch" refForName="iconSpace"/>
          <dgm:constr type="h" for="ch" forName="txSpace" refType="h" fact="0.015"/>
          <dgm:constr type="w" for="ch" forName="txSpace" refType="w"/>
          <dgm:constr type="l" for="ch" forName="txSpace"/>
          <dgm:constr type="t" for="ch" forName="txSpace" refType="b" refFor="ch" refForName="nameTx"/>
          <dgm:constr type="w" for="ch" forName="desTx" refType="w"/>
          <dgm:constr type="l" for="ch" forName="desTx"/>
          <dgm:constr type="h" for="ch" forName="desTx" refType="h" fact="0.13875"/>
          <dgm:constr type="t" for="ch" forName="desTx" refType="b" refFor="ch" refForName="txSpace"/>
          <dgm:constr type="w" for="ch" forName="bottSpace" refType="w"/>
          <dgm:constr type="h" for="ch" forName="bottSpace" refType="h" fact="0.067"/>
          <dgm:constr type="l" for="ch" forName="bottSpace"/>
          <dgm:constr type="t" for="ch" forName="bottSpace" refType="b" refFor="ch" refForName="desTx"/>
        </dgm:constrLst>
        <dgm:ruleLst>
          <dgm:rule type="h" val="INF" fact="NaN" max="NaN"/>
        </dgm:ruleLst>
        <dgm:layoutNode name="topSpace">
          <dgm:alg type="sp"/>
          <dgm:shape xmlns:r="http://schemas.openxmlformats.org/officeDocument/2006/relationships" r:blip="">
            <dgm:adjLst/>
          </dgm:shape>
          <dgm:presOf/>
          <dgm:constrLst/>
          <dgm:ruleLst/>
        </dgm:layoutNode>
        <dgm:layoutNode name="photoElip" styleLbl="node1">
          <dgm:alg type="sp"/>
          <dgm:shape xmlns:r="http://schemas.openxmlformats.org/officeDocument/2006/relationships" type="ellipse" r:blip="" blipPhldr="1">
            <dgm:adjLst/>
          </dgm:shape>
          <dgm:presOf/>
          <dgm:constrLst/>
          <dgm:ruleLst/>
        </dgm:layoutNode>
        <dgm:layoutNode name="iconSpace">
          <dgm:alg type="sp"/>
          <dgm:shape xmlns:r="http://schemas.openxmlformats.org/officeDocument/2006/relationships" r:blip="">
            <dgm:adjLst/>
          </dgm:shape>
          <dgm:presOf/>
          <dgm:constrLst/>
          <dgm:ruleLst/>
        </dgm:layoutNode>
        <dgm:layoutNode name="nameTx" styleLbl="revTx">
          <dgm:varLst>
            <dgm:chMax val="0"/>
            <dgm:chPref val="0"/>
          </dgm:varLst>
          <dgm:alg type="tx">
            <dgm:param type="txAnchorVert" val="t"/>
            <dgm:param type="txAnchorHorzCh" val="ctr"/>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4" fact="NaN" max="NaN"/>
          </dgm:ruleLst>
        </dgm:layoutNode>
        <dgm:layoutNode name="txSpace">
          <dgm:alg type="sp"/>
          <dgm:shape xmlns:r="http://schemas.openxmlformats.org/officeDocument/2006/relationships" r:blip="">
            <dgm:adjLst/>
          </dgm:shape>
          <dgm:presOf/>
          <dgm:constrLst/>
          <dgm:ruleLst/>
        </dgm:layoutNode>
        <dgm:layoutNode name="desTx" styleLbl="revTx">
          <dgm:varLst/>
          <dgm:alg type="tx">
            <dgm:param type="stBulletLvl" val="0"/>
            <dgm:param type="txAnchorHorzCh" val="ctr"/>
            <dgm:param type="txAnchorVert" val="t"/>
          </dgm:alg>
          <dgm:shape xmlns:r="http://schemas.openxmlformats.org/officeDocument/2006/relationships" type="rect" r:blip="">
            <dgm:adjLst/>
          </dgm:shape>
          <dgm:presOf axis="des" ptType="node"/>
          <dgm:constrLst>
            <dgm:constr type="primFontSz" val="13"/>
            <dgm:constr type="secFontSz" refType="primFontSz"/>
            <dgm:constr type="lMarg"/>
            <dgm:constr type="rMarg"/>
            <dgm:constr type="tMarg"/>
            <dgm:constr type="bMarg"/>
          </dgm:constrLst>
          <dgm:ruleLst>
            <dgm:rule type="primFontSz" val="13" fact="NaN" max="NaN"/>
            <dgm:rule type="h" val="INF" fact="NaN" max="NaN"/>
          </dgm:ruleLst>
        </dgm:layoutNode>
        <dgm:layoutNode name="bottSpace">
          <dgm:alg type="sp"/>
          <dgm:shape xmlns:r="http://schemas.openxmlformats.org/officeDocument/2006/relationships" r:blip="">
            <dgm:adjLst/>
          </dgm:shape>
          <dgm:presOf/>
          <dgm:constrLst/>
          <dgm:ruleLst/>
        </dgm:layoutNode>
      </dgm:layoutNode>
      <dgm:forEach name="Name4"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gn="ctr">
          <a:lnSpc>
            <a:spcPct val="100000"/>
          </a:lnSpc>
          <a:defRPr b="1" spc="20">
            <a:latin typeface="+mj-lt"/>
          </a:defRPr>
        </a:lvl1pPr>
        <a:lvl2pPr algn="ctr">
          <a:lnSpc>
            <a:spcPct val="100000"/>
          </a:lnSpc>
          <a:defRPr>
            <a:latin typeface="+mj-lt"/>
          </a:defRPr>
        </a:lvl2pPr>
        <a:lvl3pPr algn="ctr">
          <a:buNone/>
          <a:defRPr i="1">
            <a:latin typeface="+mj-lt"/>
          </a:defRPr>
        </a:lvl3pPr>
        <a:lvl4pPr algn="ctr">
          <a:buNone/>
          <a:defRPr i="1">
            <a:latin typeface="+mj-lt"/>
          </a:defRPr>
        </a:lvl4pPr>
        <a:lvl5pPr algn="ctr">
          <a:buNone/>
          <a:defRPr i="1">
            <a:latin typeface="+mj-lt"/>
          </a:defRPr>
        </a:lvl5pPr>
        <a:lvl6pPr algn="ctr">
          <a:buNone/>
          <a:defRPr i="1">
            <a:latin typeface="+mj-lt"/>
          </a:defRPr>
        </a:lvl6pPr>
        <a:lvl7pPr algn="ctr">
          <a:buNone/>
          <a:defRPr i="1">
            <a:latin typeface="+mj-lt"/>
          </a:defRPr>
        </a:lvl7pPr>
        <a:lvl8pPr algn="ctr">
          <a:buNone/>
          <a:defRPr i="1">
            <a:latin typeface="+mj-lt"/>
          </a:defRPr>
        </a:lvl8pPr>
        <a:lvl9pPr algn="ctr">
          <a:buNone/>
          <a:defRPr i="1">
            <a:latin typeface="+mj-lt"/>
          </a:defRPr>
        </a:lvl9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Platshållare för sidhuvud 1">
            <a:extLst>
              <a:ext uri="{FF2B5EF4-FFF2-40B4-BE49-F238E27FC236}">
                <a16:creationId xmlns:a16="http://schemas.microsoft.com/office/drawing/2014/main" id="{4AA98339-849B-4A1B-94AD-C4117A0FF419}"/>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rtl="0"/>
            <a:endParaRPr lang="sv-SE"/>
          </a:p>
        </p:txBody>
      </p:sp>
      <p:sp>
        <p:nvSpPr>
          <p:cNvPr id="3" name="Platshållare för datum 2">
            <a:extLst>
              <a:ext uri="{FF2B5EF4-FFF2-40B4-BE49-F238E27FC236}">
                <a16:creationId xmlns:a16="http://schemas.microsoft.com/office/drawing/2014/main" id="{150D5E0A-DBC5-4154-AAB7-1A6EB3DE09E1}"/>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pPr rtl="0"/>
            <a:fld id="{B8F4D5C6-7E28-4594-A8B2-534CF0B244E9}" type="datetime1">
              <a:rPr lang="sv-SE" smtClean="0"/>
              <a:t>2025-03-17</a:t>
            </a:fld>
            <a:endParaRPr lang="sv-SE"/>
          </a:p>
        </p:txBody>
      </p:sp>
      <p:sp>
        <p:nvSpPr>
          <p:cNvPr id="4" name="Platshållare för sidfot 3">
            <a:extLst>
              <a:ext uri="{FF2B5EF4-FFF2-40B4-BE49-F238E27FC236}">
                <a16:creationId xmlns:a16="http://schemas.microsoft.com/office/drawing/2014/main" id="{7E10B103-107D-44C7-86CE-09C471DEAD0A}"/>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pPr rtl="0"/>
            <a:endParaRPr lang="sv-SE"/>
          </a:p>
        </p:txBody>
      </p:sp>
      <p:sp>
        <p:nvSpPr>
          <p:cNvPr id="5" name="Platshållare för bildnummer 4">
            <a:extLst>
              <a:ext uri="{FF2B5EF4-FFF2-40B4-BE49-F238E27FC236}">
                <a16:creationId xmlns:a16="http://schemas.microsoft.com/office/drawing/2014/main" id="{10E0EF81-D30D-4180-8B94-1BE496109371}"/>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pPr rtl="0"/>
            <a:fld id="{1051B87B-3F29-42F3-B07C-6AC1131073FA}" type="slidenum">
              <a:rPr lang="sv-SE" smtClean="0"/>
              <a:t>‹#›</a:t>
            </a:fld>
            <a:endParaRPr lang="sv-SE"/>
          </a:p>
        </p:txBody>
      </p:sp>
    </p:spTree>
    <p:extLst>
      <p:ext uri="{BB962C8B-B14F-4D97-AF65-F5344CB8AC3E}">
        <p14:creationId xmlns:p14="http://schemas.microsoft.com/office/powerpoint/2010/main" val="610513236"/>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Platshållare för sidhuvud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rtl="0"/>
            <a:endParaRPr lang="sv-SE" noProof="0"/>
          </a:p>
        </p:txBody>
      </p:sp>
      <p:sp>
        <p:nvSpPr>
          <p:cNvPr id="3" name="Platshållare för datum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pPr rtl="0"/>
            <a:fld id="{770A9368-6A67-471A-9755-4139D32A53A4}" type="datetime1">
              <a:rPr lang="sv-SE" noProof="0" smtClean="0"/>
              <a:t>2025-03-17</a:t>
            </a:fld>
            <a:endParaRPr lang="sv-SE" noProof="0"/>
          </a:p>
        </p:txBody>
      </p:sp>
      <p:sp>
        <p:nvSpPr>
          <p:cNvPr id="4" name="Platshållare för bildobjekt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pPr rtl="0"/>
            <a:endParaRPr lang="sv-SE" noProof="0"/>
          </a:p>
        </p:txBody>
      </p:sp>
      <p:sp>
        <p:nvSpPr>
          <p:cNvPr id="5" name="Platshållare för anteckninga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rtl="0"/>
            <a:r>
              <a:rPr lang="sv-SE" noProof="0"/>
              <a:t>Redigera format för bakgrundstext</a:t>
            </a:r>
          </a:p>
          <a:p>
            <a:pPr lvl="1" rtl="0"/>
            <a:r>
              <a:rPr lang="sv-SE" noProof="0"/>
              <a:t>Nivå två</a:t>
            </a:r>
          </a:p>
          <a:p>
            <a:pPr lvl="2" rtl="0"/>
            <a:r>
              <a:rPr lang="sv-SE" noProof="0"/>
              <a:t>Nivå tre</a:t>
            </a:r>
          </a:p>
          <a:p>
            <a:pPr lvl="3" rtl="0"/>
            <a:r>
              <a:rPr lang="sv-SE" noProof="0"/>
              <a:t>Nivå fyra</a:t>
            </a:r>
          </a:p>
          <a:p>
            <a:pPr lvl="4" rtl="0"/>
            <a:r>
              <a:rPr lang="sv-SE" noProof="0"/>
              <a:t>Nivå fem</a:t>
            </a:r>
          </a:p>
        </p:txBody>
      </p:sp>
      <p:sp>
        <p:nvSpPr>
          <p:cNvPr id="6" name="Platshållare för sidfot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pPr rtl="0"/>
            <a:endParaRPr lang="sv-SE" noProof="0"/>
          </a:p>
        </p:txBody>
      </p:sp>
      <p:sp>
        <p:nvSpPr>
          <p:cNvPr id="7" name="Platshållare för bildnumm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pPr rtl="0"/>
            <a:fld id="{A6FC84E0-A62F-42E1-8B0C-7D28DFB4787A}" type="slidenum">
              <a:rPr lang="sv-SE" noProof="0" smtClean="0"/>
              <a:t>‹#›</a:t>
            </a:fld>
            <a:endParaRPr lang="sv-SE" noProof="0"/>
          </a:p>
        </p:txBody>
      </p:sp>
    </p:spTree>
    <p:extLst>
      <p:ext uri="{BB962C8B-B14F-4D97-AF65-F5344CB8AC3E}">
        <p14:creationId xmlns:p14="http://schemas.microsoft.com/office/powerpoint/2010/main" val="2855175154"/>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tshållare för bildobjekt 1"/>
          <p:cNvSpPr>
            <a:spLocks noGrp="1" noRot="1" noChangeAspect="1"/>
          </p:cNvSpPr>
          <p:nvPr>
            <p:ph type="sldImg"/>
          </p:nvPr>
        </p:nvSpPr>
        <p:spPr/>
      </p:sp>
      <p:sp>
        <p:nvSpPr>
          <p:cNvPr id="3" name="Platshållare för anteckningar 2"/>
          <p:cNvSpPr>
            <a:spLocks noGrp="1"/>
          </p:cNvSpPr>
          <p:nvPr>
            <p:ph type="body" idx="1"/>
          </p:nvPr>
        </p:nvSpPr>
        <p:spPr/>
        <p:txBody>
          <a:bodyPr rtlCol="0"/>
          <a:lstStyle/>
          <a:p>
            <a:pPr rtl="0"/>
            <a:endParaRPr lang="sv-SE"/>
          </a:p>
        </p:txBody>
      </p:sp>
      <p:sp>
        <p:nvSpPr>
          <p:cNvPr id="4" name="Platshållare för bildnummer 3"/>
          <p:cNvSpPr>
            <a:spLocks noGrp="1"/>
          </p:cNvSpPr>
          <p:nvPr>
            <p:ph type="sldNum" sz="quarter" idx="5"/>
          </p:nvPr>
        </p:nvSpPr>
        <p:spPr/>
        <p:txBody>
          <a:bodyPr rtlCol="0"/>
          <a:lstStyle/>
          <a:p>
            <a:pPr rtl="0"/>
            <a:fld id="{EDA29696-2BE8-442F-AE32-06B5202A784A}" type="slidenum">
              <a:rPr lang="sv-SE" smtClean="0"/>
              <a:t>1</a:t>
            </a:fld>
            <a:endParaRPr lang="sv-SE"/>
          </a:p>
        </p:txBody>
      </p:sp>
    </p:spTree>
    <p:extLst>
      <p:ext uri="{BB962C8B-B14F-4D97-AF65-F5344CB8AC3E}">
        <p14:creationId xmlns:p14="http://schemas.microsoft.com/office/powerpoint/2010/main" val="136811383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tshållare för bildobjekt 1"/>
          <p:cNvSpPr>
            <a:spLocks noGrp="1" noRot="1" noChangeAspect="1"/>
          </p:cNvSpPr>
          <p:nvPr>
            <p:ph type="sldImg"/>
          </p:nvPr>
        </p:nvSpPr>
        <p:spPr/>
      </p:sp>
      <p:sp>
        <p:nvSpPr>
          <p:cNvPr id="3" name="Platshållare för anteckningar 2"/>
          <p:cNvSpPr>
            <a:spLocks noGrp="1"/>
          </p:cNvSpPr>
          <p:nvPr>
            <p:ph type="body" idx="1"/>
          </p:nvPr>
        </p:nvSpPr>
        <p:spPr/>
        <p:txBody>
          <a:bodyPr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sv-SE"/>
          </a:p>
        </p:txBody>
      </p:sp>
      <p:sp>
        <p:nvSpPr>
          <p:cNvPr id="4" name="Platshållare för bildnummer 3"/>
          <p:cNvSpPr>
            <a:spLocks noGrp="1"/>
          </p:cNvSpPr>
          <p:nvPr>
            <p:ph type="sldNum" sz="quarter" idx="5"/>
          </p:nvPr>
        </p:nvSpPr>
        <p:spPr/>
        <p:txBody>
          <a:bodyPr rtlCol="0"/>
          <a:lstStyle/>
          <a:p>
            <a:pPr rtl="0"/>
            <a:fld id="{41624F0E-DEC4-4055-BBC2-60E713F4A980}" type="slidenum">
              <a:rPr lang="sv-SE" smtClean="0"/>
              <a:t>2</a:t>
            </a:fld>
            <a:endParaRPr lang="sv-SE"/>
          </a:p>
        </p:txBody>
      </p:sp>
    </p:spTree>
    <p:extLst>
      <p:ext uri="{BB962C8B-B14F-4D97-AF65-F5344CB8AC3E}">
        <p14:creationId xmlns:p14="http://schemas.microsoft.com/office/powerpoint/2010/main" val="347024207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tshållare för bildobjekt 1"/>
          <p:cNvSpPr>
            <a:spLocks noGrp="1" noRot="1" noChangeAspect="1"/>
          </p:cNvSpPr>
          <p:nvPr>
            <p:ph type="sldImg"/>
          </p:nvPr>
        </p:nvSpPr>
        <p:spPr/>
      </p:sp>
      <p:sp>
        <p:nvSpPr>
          <p:cNvPr id="3" name="Platshållare för anteckningar 2"/>
          <p:cNvSpPr>
            <a:spLocks noGrp="1"/>
          </p:cNvSpPr>
          <p:nvPr>
            <p:ph type="body" idx="1"/>
          </p:nvPr>
        </p:nvSpPr>
        <p:spPr/>
        <p:txBody>
          <a:bodyPr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sv-SE"/>
          </a:p>
        </p:txBody>
      </p:sp>
      <p:sp>
        <p:nvSpPr>
          <p:cNvPr id="4" name="Platshållare för bildnummer 3"/>
          <p:cNvSpPr>
            <a:spLocks noGrp="1"/>
          </p:cNvSpPr>
          <p:nvPr>
            <p:ph type="sldNum" sz="quarter" idx="5"/>
          </p:nvPr>
        </p:nvSpPr>
        <p:spPr/>
        <p:txBody>
          <a:bodyPr rtlCol="0"/>
          <a:lstStyle/>
          <a:p>
            <a:pPr rtl="0"/>
            <a:fld id="{41624F0E-DEC4-4055-BBC2-60E713F4A980}" type="slidenum">
              <a:rPr lang="sv-SE" smtClean="0"/>
              <a:t>3</a:t>
            </a:fld>
            <a:endParaRPr lang="sv-SE"/>
          </a:p>
        </p:txBody>
      </p:sp>
    </p:spTree>
    <p:extLst>
      <p:ext uri="{BB962C8B-B14F-4D97-AF65-F5344CB8AC3E}">
        <p14:creationId xmlns:p14="http://schemas.microsoft.com/office/powerpoint/2010/main" val="166412270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tshållare för bildobjekt 1"/>
          <p:cNvSpPr>
            <a:spLocks noGrp="1" noRot="1" noChangeAspect="1"/>
          </p:cNvSpPr>
          <p:nvPr>
            <p:ph type="sldImg"/>
          </p:nvPr>
        </p:nvSpPr>
        <p:spPr/>
      </p:sp>
      <p:sp>
        <p:nvSpPr>
          <p:cNvPr id="3" name="Platshållare för anteckningar 2"/>
          <p:cNvSpPr>
            <a:spLocks noGrp="1"/>
          </p:cNvSpPr>
          <p:nvPr>
            <p:ph type="body" idx="1"/>
          </p:nvPr>
        </p:nvSpPr>
        <p:spPr/>
        <p:txBody>
          <a:bodyPr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sv-SE"/>
          </a:p>
        </p:txBody>
      </p:sp>
      <p:sp>
        <p:nvSpPr>
          <p:cNvPr id="4" name="Platshållare för bildnummer 3"/>
          <p:cNvSpPr>
            <a:spLocks noGrp="1"/>
          </p:cNvSpPr>
          <p:nvPr>
            <p:ph type="sldNum" sz="quarter" idx="5"/>
          </p:nvPr>
        </p:nvSpPr>
        <p:spPr/>
        <p:txBody>
          <a:bodyPr rtlCol="0"/>
          <a:lstStyle/>
          <a:p>
            <a:pPr rtl="0"/>
            <a:fld id="{41624F0E-DEC4-4055-BBC2-60E713F4A980}" type="slidenum">
              <a:rPr lang="sv-SE" smtClean="0"/>
              <a:t>4</a:t>
            </a:fld>
            <a:endParaRPr lang="sv-SE"/>
          </a:p>
        </p:txBody>
      </p:sp>
    </p:spTree>
    <p:extLst>
      <p:ext uri="{BB962C8B-B14F-4D97-AF65-F5344CB8AC3E}">
        <p14:creationId xmlns:p14="http://schemas.microsoft.com/office/powerpoint/2010/main" val="347024207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tshållare för bildobjekt 1"/>
          <p:cNvSpPr>
            <a:spLocks noGrp="1" noRot="1" noChangeAspect="1"/>
          </p:cNvSpPr>
          <p:nvPr>
            <p:ph type="sldImg"/>
          </p:nvPr>
        </p:nvSpPr>
        <p:spPr/>
      </p:sp>
      <p:sp>
        <p:nvSpPr>
          <p:cNvPr id="3" name="Platshållare för anteckningar 2"/>
          <p:cNvSpPr>
            <a:spLocks noGrp="1"/>
          </p:cNvSpPr>
          <p:nvPr>
            <p:ph type="body" idx="1"/>
          </p:nvPr>
        </p:nvSpPr>
        <p:spPr/>
        <p:txBody>
          <a:bodyPr/>
          <a:lstStyle/>
          <a:p>
            <a:endParaRPr lang="sv-SE"/>
          </a:p>
        </p:txBody>
      </p:sp>
      <p:sp>
        <p:nvSpPr>
          <p:cNvPr id="4" name="Platshållare för bildnummer 3"/>
          <p:cNvSpPr>
            <a:spLocks noGrp="1"/>
          </p:cNvSpPr>
          <p:nvPr>
            <p:ph type="sldNum" sz="quarter" idx="5"/>
          </p:nvPr>
        </p:nvSpPr>
        <p:spPr/>
        <p:txBody>
          <a:bodyPr/>
          <a:lstStyle/>
          <a:p>
            <a:pPr rtl="0"/>
            <a:fld id="{A6FC84E0-A62F-42E1-8B0C-7D28DFB4787A}" type="slidenum">
              <a:rPr lang="sv-SE" smtClean="0"/>
              <a:t>5</a:t>
            </a:fld>
            <a:endParaRPr lang="sv-SE"/>
          </a:p>
        </p:txBody>
      </p:sp>
    </p:spTree>
    <p:extLst>
      <p:ext uri="{BB962C8B-B14F-4D97-AF65-F5344CB8AC3E}">
        <p14:creationId xmlns:p14="http://schemas.microsoft.com/office/powerpoint/2010/main" val="156823872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tshållare för bildobjekt 1"/>
          <p:cNvSpPr>
            <a:spLocks noGrp="1" noRot="1" noChangeAspect="1"/>
          </p:cNvSpPr>
          <p:nvPr>
            <p:ph type="sldImg"/>
          </p:nvPr>
        </p:nvSpPr>
        <p:spPr/>
      </p:sp>
      <p:sp>
        <p:nvSpPr>
          <p:cNvPr id="3" name="Platshållare för anteckningar 2"/>
          <p:cNvSpPr>
            <a:spLocks noGrp="1"/>
          </p:cNvSpPr>
          <p:nvPr>
            <p:ph type="body" idx="1"/>
          </p:nvPr>
        </p:nvSpPr>
        <p:spPr/>
        <p:txBody>
          <a:bodyPr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sv-SE"/>
          </a:p>
        </p:txBody>
      </p:sp>
      <p:sp>
        <p:nvSpPr>
          <p:cNvPr id="4" name="Platshållare för bildnummer 3"/>
          <p:cNvSpPr>
            <a:spLocks noGrp="1"/>
          </p:cNvSpPr>
          <p:nvPr>
            <p:ph type="sldNum" sz="quarter" idx="5"/>
          </p:nvPr>
        </p:nvSpPr>
        <p:spPr/>
        <p:txBody>
          <a:bodyPr rtlCol="0"/>
          <a:lstStyle/>
          <a:p>
            <a:pPr rtl="0"/>
            <a:fld id="{41624F0E-DEC4-4055-BBC2-60E713F4A980}" type="slidenum">
              <a:rPr lang="sv-SE" smtClean="0"/>
              <a:t>6</a:t>
            </a:fld>
            <a:endParaRPr lang="sv-SE"/>
          </a:p>
        </p:txBody>
      </p:sp>
    </p:spTree>
    <p:extLst>
      <p:ext uri="{BB962C8B-B14F-4D97-AF65-F5344CB8AC3E}">
        <p14:creationId xmlns:p14="http://schemas.microsoft.com/office/powerpoint/2010/main" val="347024207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tshållare för bildobjekt 1"/>
          <p:cNvSpPr>
            <a:spLocks noGrp="1" noRot="1" noChangeAspect="1"/>
          </p:cNvSpPr>
          <p:nvPr>
            <p:ph type="sldImg"/>
          </p:nvPr>
        </p:nvSpPr>
        <p:spPr/>
      </p:sp>
      <p:sp>
        <p:nvSpPr>
          <p:cNvPr id="3" name="Platshållare för anteckningar 2"/>
          <p:cNvSpPr>
            <a:spLocks noGrp="1"/>
          </p:cNvSpPr>
          <p:nvPr>
            <p:ph type="body" idx="1"/>
          </p:nvPr>
        </p:nvSpPr>
        <p:spPr/>
        <p:txBody>
          <a:bodyPr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sv-SE"/>
          </a:p>
        </p:txBody>
      </p:sp>
      <p:sp>
        <p:nvSpPr>
          <p:cNvPr id="4" name="Platshållare för bildnummer 3"/>
          <p:cNvSpPr>
            <a:spLocks noGrp="1"/>
          </p:cNvSpPr>
          <p:nvPr>
            <p:ph type="sldNum" sz="quarter" idx="5"/>
          </p:nvPr>
        </p:nvSpPr>
        <p:spPr/>
        <p:txBody>
          <a:bodyPr rtlCol="0"/>
          <a:lstStyle/>
          <a:p>
            <a:pPr rtl="0"/>
            <a:fld id="{41624F0E-DEC4-4055-BBC2-60E713F4A980}" type="slidenum">
              <a:rPr lang="sv-SE" smtClean="0"/>
              <a:t>7</a:t>
            </a:fld>
            <a:endParaRPr lang="sv-SE"/>
          </a:p>
        </p:txBody>
      </p:sp>
    </p:spTree>
    <p:extLst>
      <p:ext uri="{BB962C8B-B14F-4D97-AF65-F5344CB8AC3E}">
        <p14:creationId xmlns:p14="http://schemas.microsoft.com/office/powerpoint/2010/main" val="347024207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tshållare för bildobjekt 1"/>
          <p:cNvSpPr>
            <a:spLocks noGrp="1" noRot="1" noChangeAspect="1"/>
          </p:cNvSpPr>
          <p:nvPr>
            <p:ph type="sldImg"/>
          </p:nvPr>
        </p:nvSpPr>
        <p:spPr/>
      </p:sp>
      <p:sp>
        <p:nvSpPr>
          <p:cNvPr id="3" name="Platshållare för anteckningar 2"/>
          <p:cNvSpPr>
            <a:spLocks noGrp="1"/>
          </p:cNvSpPr>
          <p:nvPr>
            <p:ph type="body" idx="1"/>
          </p:nvPr>
        </p:nvSpPr>
        <p:spPr/>
        <p:txBody>
          <a:bodyPr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sv-SE"/>
          </a:p>
        </p:txBody>
      </p:sp>
      <p:sp>
        <p:nvSpPr>
          <p:cNvPr id="4" name="Platshållare för bildnummer 3"/>
          <p:cNvSpPr>
            <a:spLocks noGrp="1"/>
          </p:cNvSpPr>
          <p:nvPr>
            <p:ph type="sldNum" sz="quarter" idx="5"/>
          </p:nvPr>
        </p:nvSpPr>
        <p:spPr/>
        <p:txBody>
          <a:bodyPr rtlCol="0"/>
          <a:lstStyle/>
          <a:p>
            <a:pPr rtl="0"/>
            <a:fld id="{EDA29696-2BE8-442F-AE32-06B5202A784A}" type="slidenum">
              <a:rPr lang="sv-SE" smtClean="0"/>
              <a:t>8</a:t>
            </a:fld>
            <a:endParaRPr lang="sv-SE"/>
          </a:p>
        </p:txBody>
      </p:sp>
    </p:spTree>
    <p:extLst>
      <p:ext uri="{BB962C8B-B14F-4D97-AF65-F5344CB8AC3E}">
        <p14:creationId xmlns:p14="http://schemas.microsoft.com/office/powerpoint/2010/main" val="97710649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tshållare för bildobjekt 1"/>
          <p:cNvSpPr>
            <a:spLocks noGrp="1" noRot="1" noChangeAspect="1"/>
          </p:cNvSpPr>
          <p:nvPr>
            <p:ph type="sldImg"/>
          </p:nvPr>
        </p:nvSpPr>
        <p:spPr/>
      </p:sp>
      <p:sp>
        <p:nvSpPr>
          <p:cNvPr id="3" name="Platshållare för anteckningar 2"/>
          <p:cNvSpPr>
            <a:spLocks noGrp="1"/>
          </p:cNvSpPr>
          <p:nvPr>
            <p:ph type="body" idx="1"/>
          </p:nvPr>
        </p:nvSpPr>
        <p:spPr/>
        <p:txBody>
          <a:bodyPr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sv-SE"/>
          </a:p>
        </p:txBody>
      </p:sp>
      <p:sp>
        <p:nvSpPr>
          <p:cNvPr id="4" name="Platshållare för bildnummer 3"/>
          <p:cNvSpPr>
            <a:spLocks noGrp="1"/>
          </p:cNvSpPr>
          <p:nvPr>
            <p:ph type="sldNum" sz="quarter" idx="5"/>
          </p:nvPr>
        </p:nvSpPr>
        <p:spPr/>
        <p:txBody>
          <a:bodyPr rtlCol="0"/>
          <a:lstStyle/>
          <a:p>
            <a:pPr rtl="0"/>
            <a:fld id="{EDA29696-2BE8-442F-AE32-06B5202A784A}" type="slidenum">
              <a:rPr lang="sv-SE" smtClean="0"/>
              <a:t>9</a:t>
            </a:fld>
            <a:endParaRPr lang="sv-SE"/>
          </a:p>
        </p:txBody>
      </p:sp>
    </p:spTree>
    <p:extLst>
      <p:ext uri="{BB962C8B-B14F-4D97-AF65-F5344CB8AC3E}">
        <p14:creationId xmlns:p14="http://schemas.microsoft.com/office/powerpoint/2010/main" val="18801712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el">
    <p:bg>
      <p:bgPr>
        <a:solidFill>
          <a:schemeClr val="accent5"/>
        </a:solidFill>
        <a:effectLst/>
      </p:bgPr>
    </p:bg>
    <p:spTree>
      <p:nvGrpSpPr>
        <p:cNvPr id="1" name=""/>
        <p:cNvGrpSpPr/>
        <p:nvPr/>
      </p:nvGrpSpPr>
      <p:grpSpPr>
        <a:xfrm>
          <a:off x="0" y="0"/>
          <a:ext cx="0" cy="0"/>
          <a:chOff x="0" y="0"/>
          <a:chExt cx="0" cy="0"/>
        </a:xfrm>
      </p:grpSpPr>
      <p:sp>
        <p:nvSpPr>
          <p:cNvPr id="23" name="Bild 10">
            <a:extLst>
              <a:ext uri="{FF2B5EF4-FFF2-40B4-BE49-F238E27FC236}">
                <a16:creationId xmlns:a16="http://schemas.microsoft.com/office/drawing/2014/main" id="{750609E5-CE3B-4880-AF1C-03AAE8F98B27}"/>
              </a:ext>
              <a:ext uri="{C183D7F6-B498-43B3-948B-1728B52AA6E4}">
                <adec:decorative xmlns:adec="http://schemas.microsoft.com/office/drawing/2017/decorative" val="1"/>
              </a:ext>
            </a:extLst>
          </p:cNvPr>
          <p:cNvSpPr/>
          <p:nvPr/>
        </p:nvSpPr>
        <p:spPr>
          <a:xfrm rot="2700000">
            <a:off x="175989" y="443117"/>
            <a:ext cx="1066799" cy="1066799"/>
          </a:xfrm>
          <a:custGeom>
            <a:avLst/>
            <a:gdLst>
              <a:gd name="connsiteX0" fmla="*/ 4053340 w 6859500"/>
              <a:gd name="connsiteY0" fmla="*/ 6235893 h 6859500"/>
              <a:gd name="connsiteX1" fmla="*/ 4053340 w 6859500"/>
              <a:gd name="connsiteY1" fmla="*/ 4053340 h 6859500"/>
              <a:gd name="connsiteX2" fmla="*/ 6235893 w 6859500"/>
              <a:gd name="connsiteY2" fmla="*/ 4053340 h 6859500"/>
              <a:gd name="connsiteX3" fmla="*/ 6859501 w 6859500"/>
              <a:gd name="connsiteY3" fmla="*/ 3429731 h 6859500"/>
              <a:gd name="connsiteX4" fmla="*/ 6235893 w 6859500"/>
              <a:gd name="connsiteY4" fmla="*/ 2806123 h 6859500"/>
              <a:gd name="connsiteX5" fmla="*/ 4053340 w 6859500"/>
              <a:gd name="connsiteY5" fmla="*/ 2806123 h 6859500"/>
              <a:gd name="connsiteX6" fmla="*/ 4053340 w 6859500"/>
              <a:gd name="connsiteY6" fmla="*/ 623608 h 6859500"/>
              <a:gd name="connsiteX7" fmla="*/ 3429731 w 6859500"/>
              <a:gd name="connsiteY7" fmla="*/ 0 h 6859500"/>
              <a:gd name="connsiteX8" fmla="*/ 2806123 w 6859500"/>
              <a:gd name="connsiteY8" fmla="*/ 623608 h 6859500"/>
              <a:gd name="connsiteX9" fmla="*/ 2806123 w 6859500"/>
              <a:gd name="connsiteY9" fmla="*/ 2806161 h 6859500"/>
              <a:gd name="connsiteX10" fmla="*/ 623608 w 6859500"/>
              <a:gd name="connsiteY10" fmla="*/ 2806161 h 6859500"/>
              <a:gd name="connsiteX11" fmla="*/ 0 w 6859500"/>
              <a:gd name="connsiteY11" fmla="*/ 3429731 h 6859500"/>
              <a:gd name="connsiteX12" fmla="*/ 623608 w 6859500"/>
              <a:gd name="connsiteY12" fmla="*/ 4053340 h 6859500"/>
              <a:gd name="connsiteX13" fmla="*/ 2806161 w 6859500"/>
              <a:gd name="connsiteY13" fmla="*/ 4053340 h 6859500"/>
              <a:gd name="connsiteX14" fmla="*/ 2806161 w 6859500"/>
              <a:gd name="connsiteY14" fmla="*/ 6235893 h 6859500"/>
              <a:gd name="connsiteX15" fmla="*/ 3429770 w 6859500"/>
              <a:gd name="connsiteY15" fmla="*/ 6859501 h 6859500"/>
              <a:gd name="connsiteX16" fmla="*/ 4053340 w 6859500"/>
              <a:gd name="connsiteY16" fmla="*/ 6235893 h 6859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6859500" h="6859500">
                <a:moveTo>
                  <a:pt x="4053340" y="6235893"/>
                </a:moveTo>
                <a:lnTo>
                  <a:pt x="4053340" y="4053340"/>
                </a:lnTo>
                <a:lnTo>
                  <a:pt x="6235893" y="4053340"/>
                </a:lnTo>
                <a:cubicBezTo>
                  <a:pt x="6580293" y="4053340"/>
                  <a:pt x="6859501" y="3774132"/>
                  <a:pt x="6859501" y="3429731"/>
                </a:cubicBezTo>
                <a:cubicBezTo>
                  <a:pt x="6859501" y="3085330"/>
                  <a:pt x="6580332" y="2806123"/>
                  <a:pt x="6235893" y="2806123"/>
                </a:cubicBezTo>
                <a:lnTo>
                  <a:pt x="4053340" y="2806123"/>
                </a:lnTo>
                <a:lnTo>
                  <a:pt x="4053340" y="623608"/>
                </a:lnTo>
                <a:cubicBezTo>
                  <a:pt x="4053340" y="279208"/>
                  <a:pt x="3774171" y="0"/>
                  <a:pt x="3429731" y="0"/>
                </a:cubicBezTo>
                <a:cubicBezTo>
                  <a:pt x="3085330" y="0"/>
                  <a:pt x="2806123" y="279208"/>
                  <a:pt x="2806123" y="623608"/>
                </a:cubicBezTo>
                <a:lnTo>
                  <a:pt x="2806123" y="2806161"/>
                </a:lnTo>
                <a:lnTo>
                  <a:pt x="623608" y="2806161"/>
                </a:lnTo>
                <a:cubicBezTo>
                  <a:pt x="279208" y="2806161"/>
                  <a:pt x="0" y="3085369"/>
                  <a:pt x="0" y="3429731"/>
                </a:cubicBezTo>
                <a:cubicBezTo>
                  <a:pt x="0" y="3774132"/>
                  <a:pt x="279208" y="4053340"/>
                  <a:pt x="623608" y="4053340"/>
                </a:cubicBezTo>
                <a:lnTo>
                  <a:pt x="2806161" y="4053340"/>
                </a:lnTo>
                <a:lnTo>
                  <a:pt x="2806161" y="6235893"/>
                </a:lnTo>
                <a:cubicBezTo>
                  <a:pt x="2806161" y="6580293"/>
                  <a:pt x="3085369" y="6859501"/>
                  <a:pt x="3429770" y="6859501"/>
                </a:cubicBezTo>
                <a:cubicBezTo>
                  <a:pt x="3774171" y="6859501"/>
                  <a:pt x="4053340" y="6580293"/>
                  <a:pt x="4053340" y="6235893"/>
                </a:cubicBezTo>
                <a:close/>
              </a:path>
            </a:pathLst>
          </a:custGeom>
          <a:solidFill>
            <a:schemeClr val="accent5"/>
          </a:solidFill>
          <a:ln w="3848" cap="flat">
            <a:noFill/>
            <a:prstDash val="solid"/>
            <a:miter/>
          </a:ln>
          <a:effectLst>
            <a:outerShdw blurRad="101600" dist="38100" dir="16200000" rotWithShape="0">
              <a:srgbClr val="000000">
                <a:alpha val="25000"/>
              </a:srgbClr>
            </a:outerShdw>
          </a:effectLst>
        </p:spPr>
        <p:txBody>
          <a:bodyPr rtlCol="0" anchor="ctr"/>
          <a:lstStyle/>
          <a:p>
            <a:pPr rtl="0"/>
            <a:endParaRPr lang="sv-SE" noProof="0"/>
          </a:p>
        </p:txBody>
      </p:sp>
      <p:sp>
        <p:nvSpPr>
          <p:cNvPr id="24" name="Bild 10">
            <a:extLst>
              <a:ext uri="{FF2B5EF4-FFF2-40B4-BE49-F238E27FC236}">
                <a16:creationId xmlns:a16="http://schemas.microsoft.com/office/drawing/2014/main" id="{30A1EBAD-5F9E-43E3-852F-53FD94BE234C}"/>
              </a:ext>
              <a:ext uri="{C183D7F6-B498-43B3-948B-1728B52AA6E4}">
                <adec:decorative xmlns:adec="http://schemas.microsoft.com/office/drawing/2017/decorative" val="1"/>
              </a:ext>
            </a:extLst>
          </p:cNvPr>
          <p:cNvSpPr/>
          <p:nvPr/>
        </p:nvSpPr>
        <p:spPr>
          <a:xfrm rot="2700000">
            <a:off x="3678849" y="710118"/>
            <a:ext cx="485348" cy="485348"/>
          </a:xfrm>
          <a:custGeom>
            <a:avLst/>
            <a:gdLst>
              <a:gd name="connsiteX0" fmla="*/ 4053340 w 6859500"/>
              <a:gd name="connsiteY0" fmla="*/ 6235893 h 6859500"/>
              <a:gd name="connsiteX1" fmla="*/ 4053340 w 6859500"/>
              <a:gd name="connsiteY1" fmla="*/ 4053340 h 6859500"/>
              <a:gd name="connsiteX2" fmla="*/ 6235893 w 6859500"/>
              <a:gd name="connsiteY2" fmla="*/ 4053340 h 6859500"/>
              <a:gd name="connsiteX3" fmla="*/ 6859501 w 6859500"/>
              <a:gd name="connsiteY3" fmla="*/ 3429731 h 6859500"/>
              <a:gd name="connsiteX4" fmla="*/ 6235893 w 6859500"/>
              <a:gd name="connsiteY4" fmla="*/ 2806123 h 6859500"/>
              <a:gd name="connsiteX5" fmla="*/ 4053340 w 6859500"/>
              <a:gd name="connsiteY5" fmla="*/ 2806123 h 6859500"/>
              <a:gd name="connsiteX6" fmla="*/ 4053340 w 6859500"/>
              <a:gd name="connsiteY6" fmla="*/ 623608 h 6859500"/>
              <a:gd name="connsiteX7" fmla="*/ 3429731 w 6859500"/>
              <a:gd name="connsiteY7" fmla="*/ 0 h 6859500"/>
              <a:gd name="connsiteX8" fmla="*/ 2806123 w 6859500"/>
              <a:gd name="connsiteY8" fmla="*/ 623608 h 6859500"/>
              <a:gd name="connsiteX9" fmla="*/ 2806123 w 6859500"/>
              <a:gd name="connsiteY9" fmla="*/ 2806161 h 6859500"/>
              <a:gd name="connsiteX10" fmla="*/ 623608 w 6859500"/>
              <a:gd name="connsiteY10" fmla="*/ 2806161 h 6859500"/>
              <a:gd name="connsiteX11" fmla="*/ 0 w 6859500"/>
              <a:gd name="connsiteY11" fmla="*/ 3429731 h 6859500"/>
              <a:gd name="connsiteX12" fmla="*/ 623608 w 6859500"/>
              <a:gd name="connsiteY12" fmla="*/ 4053340 h 6859500"/>
              <a:gd name="connsiteX13" fmla="*/ 2806161 w 6859500"/>
              <a:gd name="connsiteY13" fmla="*/ 4053340 h 6859500"/>
              <a:gd name="connsiteX14" fmla="*/ 2806161 w 6859500"/>
              <a:gd name="connsiteY14" fmla="*/ 6235893 h 6859500"/>
              <a:gd name="connsiteX15" fmla="*/ 3429770 w 6859500"/>
              <a:gd name="connsiteY15" fmla="*/ 6859501 h 6859500"/>
              <a:gd name="connsiteX16" fmla="*/ 4053340 w 6859500"/>
              <a:gd name="connsiteY16" fmla="*/ 6235893 h 6859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6859500" h="6859500">
                <a:moveTo>
                  <a:pt x="4053340" y="6235893"/>
                </a:moveTo>
                <a:lnTo>
                  <a:pt x="4053340" y="4053340"/>
                </a:lnTo>
                <a:lnTo>
                  <a:pt x="6235893" y="4053340"/>
                </a:lnTo>
                <a:cubicBezTo>
                  <a:pt x="6580293" y="4053340"/>
                  <a:pt x="6859501" y="3774132"/>
                  <a:pt x="6859501" y="3429731"/>
                </a:cubicBezTo>
                <a:cubicBezTo>
                  <a:pt x="6859501" y="3085330"/>
                  <a:pt x="6580332" y="2806123"/>
                  <a:pt x="6235893" y="2806123"/>
                </a:cubicBezTo>
                <a:lnTo>
                  <a:pt x="4053340" y="2806123"/>
                </a:lnTo>
                <a:lnTo>
                  <a:pt x="4053340" y="623608"/>
                </a:lnTo>
                <a:cubicBezTo>
                  <a:pt x="4053340" y="279208"/>
                  <a:pt x="3774171" y="0"/>
                  <a:pt x="3429731" y="0"/>
                </a:cubicBezTo>
                <a:cubicBezTo>
                  <a:pt x="3085330" y="0"/>
                  <a:pt x="2806123" y="279208"/>
                  <a:pt x="2806123" y="623608"/>
                </a:cubicBezTo>
                <a:lnTo>
                  <a:pt x="2806123" y="2806161"/>
                </a:lnTo>
                <a:lnTo>
                  <a:pt x="623608" y="2806161"/>
                </a:lnTo>
                <a:cubicBezTo>
                  <a:pt x="279208" y="2806161"/>
                  <a:pt x="0" y="3085369"/>
                  <a:pt x="0" y="3429731"/>
                </a:cubicBezTo>
                <a:cubicBezTo>
                  <a:pt x="0" y="3774132"/>
                  <a:pt x="279208" y="4053340"/>
                  <a:pt x="623608" y="4053340"/>
                </a:cubicBezTo>
                <a:lnTo>
                  <a:pt x="2806161" y="4053340"/>
                </a:lnTo>
                <a:lnTo>
                  <a:pt x="2806161" y="6235893"/>
                </a:lnTo>
                <a:cubicBezTo>
                  <a:pt x="2806161" y="6580293"/>
                  <a:pt x="3085369" y="6859501"/>
                  <a:pt x="3429770" y="6859501"/>
                </a:cubicBezTo>
                <a:cubicBezTo>
                  <a:pt x="3774171" y="6859501"/>
                  <a:pt x="4053340" y="6580293"/>
                  <a:pt x="4053340" y="6235893"/>
                </a:cubicBezTo>
                <a:close/>
              </a:path>
            </a:pathLst>
          </a:custGeom>
          <a:solidFill>
            <a:schemeClr val="accent5"/>
          </a:solidFill>
          <a:ln w="3848" cap="flat">
            <a:noFill/>
            <a:prstDash val="solid"/>
            <a:miter/>
          </a:ln>
          <a:effectLst>
            <a:outerShdw blurRad="101600" dist="38100" dir="16200000" rotWithShape="0">
              <a:srgbClr val="000000">
                <a:alpha val="25000"/>
              </a:srgbClr>
            </a:outerShdw>
          </a:effectLst>
        </p:spPr>
        <p:txBody>
          <a:bodyPr rtlCol="0" anchor="ctr"/>
          <a:lstStyle/>
          <a:p>
            <a:pPr rtl="0"/>
            <a:endParaRPr lang="sv-SE" noProof="0"/>
          </a:p>
        </p:txBody>
      </p:sp>
      <p:sp>
        <p:nvSpPr>
          <p:cNvPr id="26" name="Ellips 25">
            <a:extLst>
              <a:ext uri="{FF2B5EF4-FFF2-40B4-BE49-F238E27FC236}">
                <a16:creationId xmlns:a16="http://schemas.microsoft.com/office/drawing/2014/main" id="{B12F733F-6A95-4365-941D-3C310EC06055}"/>
              </a:ext>
              <a:ext uri="{C183D7F6-B498-43B3-948B-1728B52AA6E4}">
                <adec:decorative xmlns:adec="http://schemas.microsoft.com/office/drawing/2017/decorative" val="1"/>
              </a:ext>
            </a:extLst>
          </p:cNvPr>
          <p:cNvSpPr/>
          <p:nvPr/>
        </p:nvSpPr>
        <p:spPr>
          <a:xfrm rot="10800000">
            <a:off x="1949364" y="328201"/>
            <a:ext cx="418430" cy="418430"/>
          </a:xfrm>
          <a:prstGeom prst="ellipse">
            <a:avLst/>
          </a:prstGeom>
          <a:solidFill>
            <a:schemeClr val="accent5"/>
          </a:solidFill>
          <a:ln w="3848" cap="flat">
            <a:noFill/>
            <a:prstDash val="solid"/>
            <a:miter/>
          </a:ln>
          <a:effectLst>
            <a:outerShdw blurRad="101600" dist="38100" dir="16200000" rotWithShape="0">
              <a:srgbClr val="000000">
                <a:alpha val="25000"/>
              </a:srgbClr>
            </a:outerShdw>
          </a:effectLst>
        </p:spPr>
        <p:txBody>
          <a:bodyPr rtlCol="0" anchor="ctr"/>
          <a:lstStyle/>
          <a:p>
            <a:pPr rtl="0"/>
            <a:endParaRPr lang="sv-SE" noProof="0"/>
          </a:p>
        </p:txBody>
      </p:sp>
      <p:sp>
        <p:nvSpPr>
          <p:cNvPr id="34" name="Rubrik 1">
            <a:extLst>
              <a:ext uri="{FF2B5EF4-FFF2-40B4-BE49-F238E27FC236}">
                <a16:creationId xmlns:a16="http://schemas.microsoft.com/office/drawing/2014/main" id="{1F2624E7-C182-4BF3-A1CE-10E080235268}"/>
              </a:ext>
            </a:extLst>
          </p:cNvPr>
          <p:cNvSpPr>
            <a:spLocks noGrp="1"/>
          </p:cNvSpPr>
          <p:nvPr>
            <p:ph type="ctrTitle"/>
          </p:nvPr>
        </p:nvSpPr>
        <p:spPr>
          <a:xfrm>
            <a:off x="485634" y="575423"/>
            <a:ext cx="5435027" cy="3234577"/>
          </a:xfrm>
        </p:spPr>
        <p:txBody>
          <a:bodyPr rtlCol="0" anchor="b">
            <a:normAutofit/>
          </a:bodyPr>
          <a:lstStyle>
            <a:lvl1pPr>
              <a:defRPr sz="5400">
                <a:solidFill>
                  <a:schemeClr val="bg1"/>
                </a:solidFill>
              </a:defRPr>
            </a:lvl1pPr>
          </a:lstStyle>
          <a:p>
            <a:pPr algn="l" rtl="0"/>
            <a:r>
              <a:rPr lang="en-GB" sz="5400" noProof="0">
                <a:solidFill>
                  <a:srgbClr val="FFFFFF"/>
                </a:solidFill>
              </a:rPr>
              <a:t>Click to edit Master title style</a:t>
            </a:r>
            <a:endParaRPr lang="sv-SE" sz="5400" noProof="0">
              <a:solidFill>
                <a:srgbClr val="FFFFFF"/>
              </a:solidFill>
            </a:endParaRPr>
          </a:p>
        </p:txBody>
      </p:sp>
      <p:sp>
        <p:nvSpPr>
          <p:cNvPr id="29" name="Underrubrik 2">
            <a:extLst>
              <a:ext uri="{FF2B5EF4-FFF2-40B4-BE49-F238E27FC236}">
                <a16:creationId xmlns:a16="http://schemas.microsoft.com/office/drawing/2014/main" id="{2E173997-1548-44F7-B0A4-108B77F0B820}"/>
              </a:ext>
            </a:extLst>
          </p:cNvPr>
          <p:cNvSpPr>
            <a:spLocks noGrp="1"/>
          </p:cNvSpPr>
          <p:nvPr>
            <p:ph type="subTitle" idx="1"/>
          </p:nvPr>
        </p:nvSpPr>
        <p:spPr>
          <a:xfrm>
            <a:off x="485636" y="4004423"/>
            <a:ext cx="5435026" cy="2278154"/>
          </a:xfrm>
        </p:spPr>
        <p:txBody>
          <a:bodyPr rtlCol="0" anchor="t">
            <a:normAutofit/>
          </a:bodyPr>
          <a:lstStyle>
            <a:lvl1pPr marL="0" indent="0">
              <a:buNone/>
              <a:defRPr sz="2400">
                <a:solidFill>
                  <a:schemeClr val="bg1"/>
                </a:solidFill>
              </a:defRPr>
            </a:lvl1pPr>
          </a:lstStyle>
          <a:p>
            <a:pPr algn="l" rtl="0"/>
            <a:r>
              <a:rPr lang="en-GB" noProof="0">
                <a:solidFill>
                  <a:srgbClr val="FFFFFF"/>
                </a:solidFill>
              </a:rPr>
              <a:t>Click to edit Master subtitle style</a:t>
            </a:r>
            <a:endParaRPr lang="sv-SE" noProof="0">
              <a:solidFill>
                <a:srgbClr val="FFFFFF"/>
              </a:solidFill>
            </a:endParaRPr>
          </a:p>
        </p:txBody>
      </p:sp>
      <p:sp>
        <p:nvSpPr>
          <p:cNvPr id="37" name="Platshållare för bild 34">
            <a:extLst>
              <a:ext uri="{FF2B5EF4-FFF2-40B4-BE49-F238E27FC236}">
                <a16:creationId xmlns:a16="http://schemas.microsoft.com/office/drawing/2014/main" id="{A37CD930-076A-4257-8800-922EDF1A0576}"/>
              </a:ext>
            </a:extLst>
          </p:cNvPr>
          <p:cNvSpPr>
            <a:spLocks noGrp="1"/>
          </p:cNvSpPr>
          <p:nvPr>
            <p:ph type="pic" sz="quarter" idx="13" hasCustomPrompt="1"/>
          </p:nvPr>
        </p:nvSpPr>
        <p:spPr>
          <a:xfrm>
            <a:off x="6197600" y="574675"/>
            <a:ext cx="5445125" cy="5749925"/>
          </a:xfrm>
        </p:spPr>
        <p:txBody>
          <a:bodyPr rtlCol="0">
            <a:normAutofit/>
          </a:bodyPr>
          <a:lstStyle>
            <a:lvl1pPr marL="0" indent="0" algn="ctr">
              <a:buNone/>
              <a:defRPr sz="2000">
                <a:solidFill>
                  <a:schemeClr val="bg1"/>
                </a:solidFill>
              </a:defRPr>
            </a:lvl1pPr>
          </a:lstStyle>
          <a:p>
            <a:pPr rtl="0"/>
            <a:r>
              <a:rPr lang="sv-SE" noProof="0"/>
              <a:t>Infoga fotot här</a:t>
            </a:r>
          </a:p>
        </p:txBody>
      </p:sp>
      <p:sp>
        <p:nvSpPr>
          <p:cNvPr id="31" name="Platshållare för datum 4">
            <a:extLst>
              <a:ext uri="{FF2B5EF4-FFF2-40B4-BE49-F238E27FC236}">
                <a16:creationId xmlns:a16="http://schemas.microsoft.com/office/drawing/2014/main" id="{B17F4254-E7F3-482D-83B2-F40E678DC31A}"/>
              </a:ext>
            </a:extLst>
          </p:cNvPr>
          <p:cNvSpPr>
            <a:spLocks noGrp="1"/>
          </p:cNvSpPr>
          <p:nvPr>
            <p:ph type="dt" sz="half" idx="10"/>
          </p:nvPr>
        </p:nvSpPr>
        <p:spPr>
          <a:xfrm>
            <a:off x="838200" y="6400800"/>
            <a:ext cx="2743200" cy="365125"/>
          </a:xfrm>
        </p:spPr>
        <p:txBody>
          <a:bodyPr rtlCol="0"/>
          <a:lstStyle/>
          <a:p>
            <a:pPr rtl="0"/>
            <a:r>
              <a:rPr lang="sv-SE" noProof="0">
                <a:solidFill>
                  <a:srgbClr val="FFFFFF"/>
                </a:solidFill>
              </a:rPr>
              <a:t>2/2/20XX</a:t>
            </a:r>
          </a:p>
        </p:txBody>
      </p:sp>
      <p:sp>
        <p:nvSpPr>
          <p:cNvPr id="32" name="Platshållare för sidfot 5">
            <a:extLst>
              <a:ext uri="{FF2B5EF4-FFF2-40B4-BE49-F238E27FC236}">
                <a16:creationId xmlns:a16="http://schemas.microsoft.com/office/drawing/2014/main" id="{69A3213B-8554-4293-925C-3977950B2FC8}"/>
              </a:ext>
            </a:extLst>
          </p:cNvPr>
          <p:cNvSpPr>
            <a:spLocks noGrp="1"/>
          </p:cNvSpPr>
          <p:nvPr>
            <p:ph type="ftr" sz="quarter" idx="11"/>
          </p:nvPr>
        </p:nvSpPr>
        <p:spPr>
          <a:xfrm>
            <a:off x="4038600" y="6400800"/>
            <a:ext cx="4114800" cy="365125"/>
          </a:xfrm>
        </p:spPr>
        <p:txBody>
          <a:bodyPr rtlCol="0"/>
          <a:lstStyle/>
          <a:p>
            <a:pPr rtl="0"/>
            <a:r>
              <a:rPr lang="sv-SE" noProof="0">
                <a:solidFill>
                  <a:srgbClr val="FFFFFF"/>
                </a:solidFill>
              </a:rPr>
              <a:t>PRESENTATIONENS RUBRIK</a:t>
            </a:r>
          </a:p>
        </p:txBody>
      </p:sp>
      <p:sp>
        <p:nvSpPr>
          <p:cNvPr id="33" name="Platshållare för bildnummer 6">
            <a:extLst>
              <a:ext uri="{FF2B5EF4-FFF2-40B4-BE49-F238E27FC236}">
                <a16:creationId xmlns:a16="http://schemas.microsoft.com/office/drawing/2014/main" id="{E6081EFA-FDDB-48B1-8F8F-506DAA8FB2BE}"/>
              </a:ext>
            </a:extLst>
          </p:cNvPr>
          <p:cNvSpPr>
            <a:spLocks noGrp="1"/>
          </p:cNvSpPr>
          <p:nvPr>
            <p:ph type="sldNum" sz="quarter" idx="12"/>
          </p:nvPr>
        </p:nvSpPr>
        <p:spPr>
          <a:xfrm>
            <a:off x="8610600" y="6400800"/>
            <a:ext cx="2743200" cy="365125"/>
          </a:xfrm>
        </p:spPr>
        <p:txBody>
          <a:bodyPr rtlCol="0"/>
          <a:lstStyle/>
          <a:p>
            <a:pPr rtl="0"/>
            <a:fld id="{DFA5D71E-5CDF-4C93-8A75-5B916FDC5BEA}" type="slidenum">
              <a:rPr lang="sv-SE" noProof="0" smtClean="0">
                <a:solidFill>
                  <a:srgbClr val="FFFFFF"/>
                </a:solidFill>
              </a:rPr>
              <a:pPr rtl="0"/>
              <a:t>‹#›</a:t>
            </a:fld>
            <a:endParaRPr lang="sv-SE" noProof="0">
              <a:solidFill>
                <a:srgbClr val="FFFFFF"/>
              </a:solidFill>
            </a:endParaRPr>
          </a:p>
        </p:txBody>
      </p:sp>
      <p:sp>
        <p:nvSpPr>
          <p:cNvPr id="39" name="Ellips 38">
            <a:extLst>
              <a:ext uri="{FF2B5EF4-FFF2-40B4-BE49-F238E27FC236}">
                <a16:creationId xmlns:a16="http://schemas.microsoft.com/office/drawing/2014/main" id="{7A5EAFD9-C10D-423D-877A-A7E344B82A86}"/>
              </a:ext>
              <a:ext uri="{C183D7F6-B498-43B3-948B-1728B52AA6E4}">
                <adec:decorative xmlns:adec="http://schemas.microsoft.com/office/drawing/2017/decorative" val="1"/>
              </a:ext>
            </a:extLst>
          </p:cNvPr>
          <p:cNvSpPr/>
          <p:nvPr userDrawn="1"/>
        </p:nvSpPr>
        <p:spPr>
          <a:xfrm rot="10800000">
            <a:off x="11725987" y="6085893"/>
            <a:ext cx="261660" cy="261660"/>
          </a:xfrm>
          <a:prstGeom prst="ellipse">
            <a:avLst/>
          </a:prstGeom>
          <a:solidFill>
            <a:schemeClr val="accent5"/>
          </a:solidFill>
          <a:ln w="3848" cap="flat">
            <a:noFill/>
            <a:prstDash val="solid"/>
            <a:miter/>
          </a:ln>
          <a:effectLst>
            <a:outerShdw blurRad="101600" dist="38100" dir="16200000" rotWithShape="0">
              <a:srgbClr val="000000">
                <a:alpha val="25000"/>
              </a:srgbClr>
            </a:outerShdw>
          </a:effectLst>
        </p:spPr>
        <p:txBody>
          <a:bodyPr rtlCol="0" anchor="ctr"/>
          <a:lstStyle/>
          <a:p>
            <a:pPr rtl="0"/>
            <a:endParaRPr lang="sv-SE" noProof="0"/>
          </a:p>
        </p:txBody>
      </p:sp>
      <p:sp>
        <p:nvSpPr>
          <p:cNvPr id="41" name="Ellips 40">
            <a:extLst>
              <a:ext uri="{FF2B5EF4-FFF2-40B4-BE49-F238E27FC236}">
                <a16:creationId xmlns:a16="http://schemas.microsoft.com/office/drawing/2014/main" id="{552E34FD-F45A-4FC4-A537-1CD327317B7F}"/>
              </a:ext>
              <a:ext uri="{C183D7F6-B498-43B3-948B-1728B52AA6E4}">
                <adec:decorative xmlns:adec="http://schemas.microsoft.com/office/drawing/2017/decorative" val="1"/>
              </a:ext>
            </a:extLst>
          </p:cNvPr>
          <p:cNvSpPr/>
          <p:nvPr userDrawn="1"/>
        </p:nvSpPr>
        <p:spPr>
          <a:xfrm rot="10800000">
            <a:off x="11234728" y="5325178"/>
            <a:ext cx="418430" cy="418430"/>
          </a:xfrm>
          <a:prstGeom prst="ellipse">
            <a:avLst/>
          </a:prstGeom>
          <a:solidFill>
            <a:schemeClr val="accent5"/>
          </a:solidFill>
          <a:ln w="3848" cap="flat">
            <a:noFill/>
            <a:prstDash val="solid"/>
            <a:miter/>
          </a:ln>
          <a:effectLst>
            <a:outerShdw blurRad="101600" dist="38100" dir="16200000" rotWithShape="0">
              <a:srgbClr val="000000">
                <a:alpha val="25000"/>
              </a:srgbClr>
            </a:outerShdw>
          </a:effectLst>
        </p:spPr>
        <p:txBody>
          <a:bodyPr rtlCol="0" anchor="ctr"/>
          <a:lstStyle/>
          <a:p>
            <a:pPr rtl="0"/>
            <a:endParaRPr lang="sv-SE" noProof="0"/>
          </a:p>
        </p:txBody>
      </p:sp>
    </p:spTree>
    <p:extLst>
      <p:ext uri="{BB962C8B-B14F-4D97-AF65-F5344CB8AC3E}">
        <p14:creationId xmlns:p14="http://schemas.microsoft.com/office/powerpoint/2010/main" val="384020889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grpSp>
        <p:nvGrpSpPr>
          <p:cNvPr id="9" name="Grupp 8">
            <a:extLst>
              <a:ext uri="{FF2B5EF4-FFF2-40B4-BE49-F238E27FC236}">
                <a16:creationId xmlns:a16="http://schemas.microsoft.com/office/drawing/2014/main" id="{0BE28B89-23CB-4E2C-9090-24A7CDF75E0C}"/>
              </a:ext>
              <a:ext uri="{C183D7F6-B498-43B3-948B-1728B52AA6E4}">
                <adec:decorative xmlns:adec="http://schemas.microsoft.com/office/drawing/2017/decorative" val="1"/>
              </a:ext>
            </a:extLst>
          </p:cNvPr>
          <p:cNvGrpSpPr/>
          <p:nvPr userDrawn="1"/>
        </p:nvGrpSpPr>
        <p:grpSpPr>
          <a:xfrm>
            <a:off x="127986" y="173174"/>
            <a:ext cx="11687253" cy="6145490"/>
            <a:chOff x="127986" y="173174"/>
            <a:chExt cx="11687253" cy="6145490"/>
          </a:xfrm>
        </p:grpSpPr>
        <p:sp useBgFill="1">
          <p:nvSpPr>
            <p:cNvPr id="10" name="Bild 10">
              <a:extLst>
                <a:ext uri="{FF2B5EF4-FFF2-40B4-BE49-F238E27FC236}">
                  <a16:creationId xmlns:a16="http://schemas.microsoft.com/office/drawing/2014/main" id="{26535BF8-E789-4325-8C4F-264426E02116}"/>
                </a:ext>
              </a:extLst>
            </p:cNvPr>
            <p:cNvSpPr/>
            <p:nvPr/>
          </p:nvSpPr>
          <p:spPr>
            <a:xfrm rot="18900000" flipH="1">
              <a:off x="10799652" y="173174"/>
              <a:ext cx="1015587" cy="1015587"/>
            </a:xfrm>
            <a:custGeom>
              <a:avLst/>
              <a:gdLst>
                <a:gd name="connsiteX0" fmla="*/ 4053340 w 6859500"/>
                <a:gd name="connsiteY0" fmla="*/ 6235893 h 6859500"/>
                <a:gd name="connsiteX1" fmla="*/ 4053340 w 6859500"/>
                <a:gd name="connsiteY1" fmla="*/ 4053340 h 6859500"/>
                <a:gd name="connsiteX2" fmla="*/ 6235893 w 6859500"/>
                <a:gd name="connsiteY2" fmla="*/ 4053340 h 6859500"/>
                <a:gd name="connsiteX3" fmla="*/ 6859501 w 6859500"/>
                <a:gd name="connsiteY3" fmla="*/ 3429731 h 6859500"/>
                <a:gd name="connsiteX4" fmla="*/ 6235893 w 6859500"/>
                <a:gd name="connsiteY4" fmla="*/ 2806123 h 6859500"/>
                <a:gd name="connsiteX5" fmla="*/ 4053340 w 6859500"/>
                <a:gd name="connsiteY5" fmla="*/ 2806123 h 6859500"/>
                <a:gd name="connsiteX6" fmla="*/ 4053340 w 6859500"/>
                <a:gd name="connsiteY6" fmla="*/ 623608 h 6859500"/>
                <a:gd name="connsiteX7" fmla="*/ 3429731 w 6859500"/>
                <a:gd name="connsiteY7" fmla="*/ 0 h 6859500"/>
                <a:gd name="connsiteX8" fmla="*/ 2806123 w 6859500"/>
                <a:gd name="connsiteY8" fmla="*/ 623608 h 6859500"/>
                <a:gd name="connsiteX9" fmla="*/ 2806123 w 6859500"/>
                <a:gd name="connsiteY9" fmla="*/ 2806161 h 6859500"/>
                <a:gd name="connsiteX10" fmla="*/ 623608 w 6859500"/>
                <a:gd name="connsiteY10" fmla="*/ 2806161 h 6859500"/>
                <a:gd name="connsiteX11" fmla="*/ 0 w 6859500"/>
                <a:gd name="connsiteY11" fmla="*/ 3429731 h 6859500"/>
                <a:gd name="connsiteX12" fmla="*/ 623608 w 6859500"/>
                <a:gd name="connsiteY12" fmla="*/ 4053340 h 6859500"/>
                <a:gd name="connsiteX13" fmla="*/ 2806161 w 6859500"/>
                <a:gd name="connsiteY13" fmla="*/ 4053340 h 6859500"/>
                <a:gd name="connsiteX14" fmla="*/ 2806161 w 6859500"/>
                <a:gd name="connsiteY14" fmla="*/ 6235893 h 6859500"/>
                <a:gd name="connsiteX15" fmla="*/ 3429770 w 6859500"/>
                <a:gd name="connsiteY15" fmla="*/ 6859501 h 6859500"/>
                <a:gd name="connsiteX16" fmla="*/ 4053340 w 6859500"/>
                <a:gd name="connsiteY16" fmla="*/ 6235893 h 6859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6859500" h="6859500">
                  <a:moveTo>
                    <a:pt x="4053340" y="6235893"/>
                  </a:moveTo>
                  <a:lnTo>
                    <a:pt x="4053340" y="4053340"/>
                  </a:lnTo>
                  <a:lnTo>
                    <a:pt x="6235893" y="4053340"/>
                  </a:lnTo>
                  <a:cubicBezTo>
                    <a:pt x="6580293" y="4053340"/>
                    <a:pt x="6859501" y="3774132"/>
                    <a:pt x="6859501" y="3429731"/>
                  </a:cubicBezTo>
                  <a:cubicBezTo>
                    <a:pt x="6859501" y="3085330"/>
                    <a:pt x="6580332" y="2806123"/>
                    <a:pt x="6235893" y="2806123"/>
                  </a:cubicBezTo>
                  <a:lnTo>
                    <a:pt x="4053340" y="2806123"/>
                  </a:lnTo>
                  <a:lnTo>
                    <a:pt x="4053340" y="623608"/>
                  </a:lnTo>
                  <a:cubicBezTo>
                    <a:pt x="4053340" y="279208"/>
                    <a:pt x="3774171" y="0"/>
                    <a:pt x="3429731" y="0"/>
                  </a:cubicBezTo>
                  <a:cubicBezTo>
                    <a:pt x="3085330" y="0"/>
                    <a:pt x="2806123" y="279208"/>
                    <a:pt x="2806123" y="623608"/>
                  </a:cubicBezTo>
                  <a:lnTo>
                    <a:pt x="2806123" y="2806161"/>
                  </a:lnTo>
                  <a:lnTo>
                    <a:pt x="623608" y="2806161"/>
                  </a:lnTo>
                  <a:cubicBezTo>
                    <a:pt x="279208" y="2806161"/>
                    <a:pt x="0" y="3085369"/>
                    <a:pt x="0" y="3429731"/>
                  </a:cubicBezTo>
                  <a:cubicBezTo>
                    <a:pt x="0" y="3774132"/>
                    <a:pt x="279208" y="4053340"/>
                    <a:pt x="623608" y="4053340"/>
                  </a:cubicBezTo>
                  <a:lnTo>
                    <a:pt x="2806161" y="4053340"/>
                  </a:lnTo>
                  <a:lnTo>
                    <a:pt x="2806161" y="6235893"/>
                  </a:lnTo>
                  <a:cubicBezTo>
                    <a:pt x="2806161" y="6580293"/>
                    <a:pt x="3085369" y="6859501"/>
                    <a:pt x="3429770" y="6859501"/>
                  </a:cubicBezTo>
                  <a:cubicBezTo>
                    <a:pt x="3774171" y="6859501"/>
                    <a:pt x="4053340" y="6580293"/>
                    <a:pt x="4053340" y="6235893"/>
                  </a:cubicBezTo>
                  <a:close/>
                </a:path>
              </a:pathLst>
            </a:custGeom>
            <a:ln w="3848" cap="flat">
              <a:noFill/>
              <a:prstDash val="solid"/>
              <a:miter/>
            </a:ln>
            <a:effectLst>
              <a:glow rad="152400">
                <a:srgbClr val="000000">
                  <a:alpha val="4000"/>
                </a:srgbClr>
              </a:glow>
              <a:outerShdw blurRad="101600" dist="38100" dir="16200000" rotWithShape="0">
                <a:srgbClr val="000000">
                  <a:alpha val="5000"/>
                </a:srgbClr>
              </a:outerShdw>
            </a:effectLst>
          </p:spPr>
          <p:txBody>
            <a:bodyPr rtlCol="0" anchor="ctr"/>
            <a:lstStyle/>
            <a:p>
              <a:pPr rtl="0"/>
              <a:endParaRPr lang="sv-SE" noProof="0"/>
            </a:p>
          </p:txBody>
        </p:sp>
        <p:sp useBgFill="1">
          <p:nvSpPr>
            <p:cNvPr id="11" name="Ellips 10">
              <a:extLst>
                <a:ext uri="{FF2B5EF4-FFF2-40B4-BE49-F238E27FC236}">
                  <a16:creationId xmlns:a16="http://schemas.microsoft.com/office/drawing/2014/main" id="{B78DBD66-1754-4720-8E59-A61B23F58E27}"/>
                </a:ext>
              </a:extLst>
            </p:cNvPr>
            <p:cNvSpPr/>
            <p:nvPr/>
          </p:nvSpPr>
          <p:spPr>
            <a:xfrm rot="10800000" flipH="1">
              <a:off x="10187575" y="200771"/>
              <a:ext cx="175876" cy="175876"/>
            </a:xfrm>
            <a:prstGeom prst="ellipse">
              <a:avLst/>
            </a:prstGeom>
            <a:ln w="3848" cap="flat">
              <a:noFill/>
              <a:prstDash val="solid"/>
              <a:miter/>
            </a:ln>
            <a:effectLst>
              <a:glow rad="152400">
                <a:srgbClr val="000000">
                  <a:alpha val="4000"/>
                </a:srgbClr>
              </a:glow>
              <a:outerShdw blurRad="101600" dist="38100" dir="16200000" rotWithShape="0">
                <a:srgbClr val="000000">
                  <a:alpha val="5000"/>
                </a:srgbClr>
              </a:outerShdw>
            </a:effectLst>
          </p:spPr>
          <p:txBody>
            <a:bodyPr rtlCol="0" anchor="ctr"/>
            <a:lstStyle/>
            <a:p>
              <a:pPr rtl="0"/>
              <a:endParaRPr lang="sv-SE" noProof="0"/>
            </a:p>
          </p:txBody>
        </p:sp>
        <p:sp useBgFill="1">
          <p:nvSpPr>
            <p:cNvPr id="12" name="Ellips 11">
              <a:extLst>
                <a:ext uri="{FF2B5EF4-FFF2-40B4-BE49-F238E27FC236}">
                  <a16:creationId xmlns:a16="http://schemas.microsoft.com/office/drawing/2014/main" id="{75D17540-387A-482A-B432-46A1EFB58756}"/>
                </a:ext>
              </a:extLst>
            </p:cNvPr>
            <p:cNvSpPr/>
            <p:nvPr/>
          </p:nvSpPr>
          <p:spPr>
            <a:xfrm rot="10800000" flipH="1">
              <a:off x="127986" y="6031517"/>
              <a:ext cx="287147" cy="287147"/>
            </a:xfrm>
            <a:prstGeom prst="ellipse">
              <a:avLst/>
            </a:prstGeom>
            <a:ln w="3848" cap="flat">
              <a:noFill/>
              <a:prstDash val="solid"/>
              <a:miter/>
            </a:ln>
            <a:effectLst>
              <a:glow rad="152400">
                <a:srgbClr val="000000">
                  <a:alpha val="4000"/>
                </a:srgbClr>
              </a:glow>
              <a:outerShdw blurRad="101600" dist="38100" dir="16200000" rotWithShape="0">
                <a:srgbClr val="000000">
                  <a:alpha val="5000"/>
                </a:srgbClr>
              </a:outerShdw>
            </a:effectLst>
          </p:spPr>
          <p:txBody>
            <a:bodyPr rtlCol="0" anchor="ctr"/>
            <a:lstStyle/>
            <a:p>
              <a:pPr rtl="0"/>
              <a:endParaRPr lang="sv-SE" noProof="0"/>
            </a:p>
          </p:txBody>
        </p:sp>
        <p:sp useBgFill="1">
          <p:nvSpPr>
            <p:cNvPr id="13" name="Ellips 12">
              <a:extLst>
                <a:ext uri="{FF2B5EF4-FFF2-40B4-BE49-F238E27FC236}">
                  <a16:creationId xmlns:a16="http://schemas.microsoft.com/office/drawing/2014/main" id="{E29BA681-D191-4B3E-B7AD-D4DD1956C66B}"/>
                </a:ext>
              </a:extLst>
            </p:cNvPr>
            <p:cNvSpPr/>
            <p:nvPr/>
          </p:nvSpPr>
          <p:spPr>
            <a:xfrm rot="10800000" flipH="1">
              <a:off x="9714204" y="733387"/>
              <a:ext cx="348801" cy="348801"/>
            </a:xfrm>
            <a:prstGeom prst="ellipse">
              <a:avLst/>
            </a:prstGeom>
            <a:ln w="3848" cap="flat">
              <a:noFill/>
              <a:prstDash val="solid"/>
              <a:miter/>
            </a:ln>
            <a:effectLst>
              <a:glow rad="152400">
                <a:srgbClr val="000000">
                  <a:alpha val="4000"/>
                </a:srgbClr>
              </a:glow>
              <a:outerShdw blurRad="101600" dist="38100" dir="16200000" rotWithShape="0">
                <a:srgbClr val="000000">
                  <a:alpha val="5000"/>
                </a:srgbClr>
              </a:outerShdw>
            </a:effectLst>
          </p:spPr>
          <p:txBody>
            <a:bodyPr rtlCol="0" anchor="ctr"/>
            <a:lstStyle/>
            <a:p>
              <a:pPr rtl="0"/>
              <a:endParaRPr lang="sv-SE" noProof="0"/>
            </a:p>
          </p:txBody>
        </p:sp>
      </p:grpSp>
      <p:sp>
        <p:nvSpPr>
          <p:cNvPr id="14" name="Rubrik 1">
            <a:extLst>
              <a:ext uri="{FF2B5EF4-FFF2-40B4-BE49-F238E27FC236}">
                <a16:creationId xmlns:a16="http://schemas.microsoft.com/office/drawing/2014/main" id="{B0E8379E-F532-476C-8A66-79F96DB2E7A9}"/>
              </a:ext>
            </a:extLst>
          </p:cNvPr>
          <p:cNvSpPr>
            <a:spLocks noGrp="1"/>
          </p:cNvSpPr>
          <p:nvPr>
            <p:ph type="title"/>
          </p:nvPr>
        </p:nvSpPr>
        <p:spPr>
          <a:xfrm>
            <a:off x="5178252" y="544786"/>
            <a:ext cx="6400800" cy="1683971"/>
          </a:xfrm>
        </p:spPr>
        <p:txBody>
          <a:bodyPr rtlCol="0" anchor="b">
            <a:normAutofit/>
          </a:bodyPr>
          <a:lstStyle/>
          <a:p>
            <a:pPr rtl="0"/>
            <a:r>
              <a:rPr lang="en-GB" noProof="0">
                <a:cs typeface="Segoe UI" panose="020B0502040204020203" pitchFamily="34" charset="0"/>
              </a:rPr>
              <a:t>Click to edit Master title style</a:t>
            </a:r>
            <a:endParaRPr lang="sv-SE" noProof="0">
              <a:cs typeface="Segoe UI" panose="020B0502040204020203" pitchFamily="34" charset="0"/>
            </a:endParaRPr>
          </a:p>
        </p:txBody>
      </p:sp>
      <p:sp>
        <p:nvSpPr>
          <p:cNvPr id="28" name="Platshållare för bild 22">
            <a:extLst>
              <a:ext uri="{FF2B5EF4-FFF2-40B4-BE49-F238E27FC236}">
                <a16:creationId xmlns:a16="http://schemas.microsoft.com/office/drawing/2014/main" id="{C1B7FDD6-4D3A-4AE1-B7D0-86DC45B0EA39}"/>
              </a:ext>
            </a:extLst>
          </p:cNvPr>
          <p:cNvSpPr>
            <a:spLocks noGrp="1"/>
          </p:cNvSpPr>
          <p:nvPr>
            <p:ph type="pic" sz="quarter" idx="13" hasCustomPrompt="1"/>
          </p:nvPr>
        </p:nvSpPr>
        <p:spPr>
          <a:xfrm>
            <a:off x="542925" y="574675"/>
            <a:ext cx="4022725" cy="1867360"/>
          </a:xfrm>
        </p:spPr>
        <p:txBody>
          <a:bodyPr rtlCol="0">
            <a:normAutofit/>
          </a:bodyPr>
          <a:lstStyle>
            <a:lvl1pPr marL="0" indent="0" algn="ctr">
              <a:buNone/>
              <a:defRPr sz="2000"/>
            </a:lvl1pPr>
          </a:lstStyle>
          <a:p>
            <a:pPr rtl="0"/>
            <a:r>
              <a:rPr lang="sv-SE" noProof="0"/>
              <a:t>Infoga fotot här</a:t>
            </a:r>
          </a:p>
        </p:txBody>
      </p:sp>
      <p:sp>
        <p:nvSpPr>
          <p:cNvPr id="29" name="Platshållare för bild 24">
            <a:extLst>
              <a:ext uri="{FF2B5EF4-FFF2-40B4-BE49-F238E27FC236}">
                <a16:creationId xmlns:a16="http://schemas.microsoft.com/office/drawing/2014/main" id="{31A33AED-20A4-4373-814A-DA708A6CBE47}"/>
              </a:ext>
            </a:extLst>
          </p:cNvPr>
          <p:cNvSpPr>
            <a:spLocks noGrp="1"/>
          </p:cNvSpPr>
          <p:nvPr>
            <p:ph type="pic" sz="quarter" idx="14" hasCustomPrompt="1"/>
          </p:nvPr>
        </p:nvSpPr>
        <p:spPr>
          <a:xfrm>
            <a:off x="542925" y="2519163"/>
            <a:ext cx="4022725" cy="1843040"/>
          </a:xfrm>
        </p:spPr>
        <p:txBody>
          <a:bodyPr rtlCol="0">
            <a:normAutofit/>
          </a:bodyPr>
          <a:lstStyle>
            <a:lvl1pPr marL="0" indent="0" algn="ctr">
              <a:buNone/>
              <a:defRPr sz="2000"/>
            </a:lvl1pPr>
          </a:lstStyle>
          <a:p>
            <a:pPr rtl="0"/>
            <a:r>
              <a:rPr lang="sv-SE" noProof="0"/>
              <a:t>Infoga fotot här</a:t>
            </a:r>
          </a:p>
        </p:txBody>
      </p:sp>
      <p:sp>
        <p:nvSpPr>
          <p:cNvPr id="30" name="Platshållare för bild 26">
            <a:extLst>
              <a:ext uri="{FF2B5EF4-FFF2-40B4-BE49-F238E27FC236}">
                <a16:creationId xmlns:a16="http://schemas.microsoft.com/office/drawing/2014/main" id="{912C8FB0-089E-45C8-820C-1DB37CF6EDD2}"/>
              </a:ext>
            </a:extLst>
          </p:cNvPr>
          <p:cNvSpPr>
            <a:spLocks noGrp="1"/>
          </p:cNvSpPr>
          <p:nvPr>
            <p:ph type="pic" sz="quarter" idx="15" hasCustomPrompt="1"/>
          </p:nvPr>
        </p:nvSpPr>
        <p:spPr>
          <a:xfrm>
            <a:off x="542925" y="4439331"/>
            <a:ext cx="4022725" cy="1879333"/>
          </a:xfrm>
        </p:spPr>
        <p:txBody>
          <a:bodyPr rtlCol="0">
            <a:normAutofit/>
          </a:bodyPr>
          <a:lstStyle>
            <a:lvl1pPr marL="0" indent="0" algn="ctr">
              <a:buNone/>
              <a:defRPr sz="2000"/>
            </a:lvl1pPr>
          </a:lstStyle>
          <a:p>
            <a:pPr rtl="0"/>
            <a:r>
              <a:rPr lang="sv-SE" noProof="0"/>
              <a:t>Infoga fotot här</a:t>
            </a:r>
          </a:p>
        </p:txBody>
      </p:sp>
      <p:sp>
        <p:nvSpPr>
          <p:cNvPr id="18" name="Platshållare för innehåll 2">
            <a:extLst>
              <a:ext uri="{FF2B5EF4-FFF2-40B4-BE49-F238E27FC236}">
                <a16:creationId xmlns:a16="http://schemas.microsoft.com/office/drawing/2014/main" id="{27E06B4D-C658-4E45-A3F7-F9764B1970D4}"/>
              </a:ext>
            </a:extLst>
          </p:cNvPr>
          <p:cNvSpPr>
            <a:spLocks noGrp="1"/>
          </p:cNvSpPr>
          <p:nvPr>
            <p:ph idx="1"/>
          </p:nvPr>
        </p:nvSpPr>
        <p:spPr>
          <a:xfrm>
            <a:off x="5178252" y="2409776"/>
            <a:ext cx="6400800" cy="3714837"/>
          </a:xfrm>
        </p:spPr>
        <p:txBody>
          <a:bodyPr rtlCol="0" anchor="t">
            <a:normAutofit/>
          </a:bodyPr>
          <a:lstStyle>
            <a:lvl1pPr>
              <a:lnSpc>
                <a:spcPct val="100000"/>
              </a:lnSpc>
              <a:buClr>
                <a:schemeClr val="accent6"/>
              </a:buClr>
              <a:defRPr/>
            </a:lvl1pPr>
          </a:lstStyle>
          <a:p>
            <a:pPr lvl="0" rtl="0">
              <a:lnSpc>
                <a:spcPct val="120000"/>
              </a:lnSpc>
              <a:buFont typeface="Aller" panose="020B0603020203020204" pitchFamily="34" charset="0"/>
              <a:buChar char="+"/>
            </a:pPr>
            <a:r>
              <a:rPr lang="en-GB" sz="1800" noProof="0">
                <a:cs typeface="Segoe UI" panose="020B0502040204020203" pitchFamily="34" charset="0"/>
              </a:rPr>
              <a:t>Click to edit Master text styles</a:t>
            </a:r>
          </a:p>
        </p:txBody>
      </p:sp>
      <p:sp>
        <p:nvSpPr>
          <p:cNvPr id="19" name="Platshållare för datum 4">
            <a:extLst>
              <a:ext uri="{FF2B5EF4-FFF2-40B4-BE49-F238E27FC236}">
                <a16:creationId xmlns:a16="http://schemas.microsoft.com/office/drawing/2014/main" id="{15A75550-8D38-4A9F-85E4-7A0AAC044353}"/>
              </a:ext>
            </a:extLst>
          </p:cNvPr>
          <p:cNvSpPr>
            <a:spLocks noGrp="1"/>
          </p:cNvSpPr>
          <p:nvPr>
            <p:ph type="dt" sz="half" idx="10"/>
          </p:nvPr>
        </p:nvSpPr>
        <p:spPr>
          <a:xfrm>
            <a:off x="838200" y="6400800"/>
            <a:ext cx="2743200" cy="365125"/>
          </a:xfrm>
        </p:spPr>
        <p:txBody>
          <a:bodyPr rtlCol="0"/>
          <a:lstStyle/>
          <a:p>
            <a:pPr rtl="0"/>
            <a:r>
              <a:rPr lang="sv-SE" noProof="0"/>
              <a:t>2/2/20XX</a:t>
            </a:r>
          </a:p>
        </p:txBody>
      </p:sp>
      <p:sp>
        <p:nvSpPr>
          <p:cNvPr id="20" name="Platshållare för sidfot 5">
            <a:extLst>
              <a:ext uri="{FF2B5EF4-FFF2-40B4-BE49-F238E27FC236}">
                <a16:creationId xmlns:a16="http://schemas.microsoft.com/office/drawing/2014/main" id="{38B8FA61-4080-4FE6-A841-33EBEFFA7F0E}"/>
              </a:ext>
            </a:extLst>
          </p:cNvPr>
          <p:cNvSpPr>
            <a:spLocks noGrp="1"/>
          </p:cNvSpPr>
          <p:nvPr>
            <p:ph type="ftr" sz="quarter" idx="11"/>
          </p:nvPr>
        </p:nvSpPr>
        <p:spPr>
          <a:xfrm>
            <a:off x="4038600" y="6400800"/>
            <a:ext cx="4114800" cy="365125"/>
          </a:xfrm>
        </p:spPr>
        <p:txBody>
          <a:bodyPr rtlCol="0"/>
          <a:lstStyle>
            <a:lvl1pPr>
              <a:defRPr/>
            </a:lvl1pPr>
          </a:lstStyle>
          <a:p>
            <a:pPr rtl="0"/>
            <a:r>
              <a:rPr lang="sv-SE" noProof="0"/>
              <a:t>PRESENTATIONENS RUBRIK</a:t>
            </a:r>
          </a:p>
        </p:txBody>
      </p:sp>
      <p:sp>
        <p:nvSpPr>
          <p:cNvPr id="21" name="Platshållare för bildnummer 6">
            <a:extLst>
              <a:ext uri="{FF2B5EF4-FFF2-40B4-BE49-F238E27FC236}">
                <a16:creationId xmlns:a16="http://schemas.microsoft.com/office/drawing/2014/main" id="{D100CF52-3E48-4F45-8364-508D4B714566}"/>
              </a:ext>
            </a:extLst>
          </p:cNvPr>
          <p:cNvSpPr>
            <a:spLocks noGrp="1"/>
          </p:cNvSpPr>
          <p:nvPr>
            <p:ph type="sldNum" sz="quarter" idx="12"/>
          </p:nvPr>
        </p:nvSpPr>
        <p:spPr>
          <a:xfrm>
            <a:off x="8610600" y="6400800"/>
            <a:ext cx="2743200" cy="365125"/>
          </a:xfrm>
        </p:spPr>
        <p:txBody>
          <a:bodyPr rtlCol="0"/>
          <a:lstStyle/>
          <a:p>
            <a:pPr rtl="0"/>
            <a:fld id="{DFA5D71E-5CDF-4C93-8A75-5B916FDC5BEA}" type="slidenum">
              <a:rPr lang="sv-SE" noProof="0" smtClean="0"/>
              <a:pPr rtl="0"/>
              <a:t>‹#›</a:t>
            </a:fld>
            <a:endParaRPr lang="sv-SE" noProof="0"/>
          </a:p>
        </p:txBody>
      </p:sp>
    </p:spTree>
    <p:extLst>
      <p:ext uri="{BB962C8B-B14F-4D97-AF65-F5344CB8AC3E}">
        <p14:creationId xmlns:p14="http://schemas.microsoft.com/office/powerpoint/2010/main" val="109126191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Inledning">
    <p:spTree>
      <p:nvGrpSpPr>
        <p:cNvPr id="1" name=""/>
        <p:cNvGrpSpPr/>
        <p:nvPr/>
      </p:nvGrpSpPr>
      <p:grpSpPr>
        <a:xfrm>
          <a:off x="0" y="0"/>
          <a:ext cx="0" cy="0"/>
          <a:chOff x="0" y="0"/>
          <a:chExt cx="0" cy="0"/>
        </a:xfrm>
      </p:grpSpPr>
      <p:sp useBgFill="1">
        <p:nvSpPr>
          <p:cNvPr id="9" name="Bild 10">
            <a:extLst>
              <a:ext uri="{FF2B5EF4-FFF2-40B4-BE49-F238E27FC236}">
                <a16:creationId xmlns:a16="http://schemas.microsoft.com/office/drawing/2014/main" id="{700F5C96-E2D7-4D19-99B6-D56001B8D3D4}"/>
              </a:ext>
              <a:ext uri="{C183D7F6-B498-43B3-948B-1728B52AA6E4}">
                <adec:decorative xmlns:adec="http://schemas.microsoft.com/office/drawing/2017/decorative" val="1"/>
              </a:ext>
            </a:extLst>
          </p:cNvPr>
          <p:cNvSpPr/>
          <p:nvPr userDrawn="1"/>
        </p:nvSpPr>
        <p:spPr>
          <a:xfrm rot="2700000">
            <a:off x="10891156" y="241085"/>
            <a:ext cx="925287" cy="925287"/>
          </a:xfrm>
          <a:custGeom>
            <a:avLst/>
            <a:gdLst>
              <a:gd name="connsiteX0" fmla="*/ 4053340 w 6859500"/>
              <a:gd name="connsiteY0" fmla="*/ 6235893 h 6859500"/>
              <a:gd name="connsiteX1" fmla="*/ 4053340 w 6859500"/>
              <a:gd name="connsiteY1" fmla="*/ 4053340 h 6859500"/>
              <a:gd name="connsiteX2" fmla="*/ 6235893 w 6859500"/>
              <a:gd name="connsiteY2" fmla="*/ 4053340 h 6859500"/>
              <a:gd name="connsiteX3" fmla="*/ 6859501 w 6859500"/>
              <a:gd name="connsiteY3" fmla="*/ 3429731 h 6859500"/>
              <a:gd name="connsiteX4" fmla="*/ 6235893 w 6859500"/>
              <a:gd name="connsiteY4" fmla="*/ 2806123 h 6859500"/>
              <a:gd name="connsiteX5" fmla="*/ 4053340 w 6859500"/>
              <a:gd name="connsiteY5" fmla="*/ 2806123 h 6859500"/>
              <a:gd name="connsiteX6" fmla="*/ 4053340 w 6859500"/>
              <a:gd name="connsiteY6" fmla="*/ 623608 h 6859500"/>
              <a:gd name="connsiteX7" fmla="*/ 3429731 w 6859500"/>
              <a:gd name="connsiteY7" fmla="*/ 0 h 6859500"/>
              <a:gd name="connsiteX8" fmla="*/ 2806123 w 6859500"/>
              <a:gd name="connsiteY8" fmla="*/ 623608 h 6859500"/>
              <a:gd name="connsiteX9" fmla="*/ 2806123 w 6859500"/>
              <a:gd name="connsiteY9" fmla="*/ 2806161 h 6859500"/>
              <a:gd name="connsiteX10" fmla="*/ 623608 w 6859500"/>
              <a:gd name="connsiteY10" fmla="*/ 2806161 h 6859500"/>
              <a:gd name="connsiteX11" fmla="*/ 0 w 6859500"/>
              <a:gd name="connsiteY11" fmla="*/ 3429731 h 6859500"/>
              <a:gd name="connsiteX12" fmla="*/ 623608 w 6859500"/>
              <a:gd name="connsiteY12" fmla="*/ 4053340 h 6859500"/>
              <a:gd name="connsiteX13" fmla="*/ 2806161 w 6859500"/>
              <a:gd name="connsiteY13" fmla="*/ 4053340 h 6859500"/>
              <a:gd name="connsiteX14" fmla="*/ 2806161 w 6859500"/>
              <a:gd name="connsiteY14" fmla="*/ 6235893 h 6859500"/>
              <a:gd name="connsiteX15" fmla="*/ 3429770 w 6859500"/>
              <a:gd name="connsiteY15" fmla="*/ 6859501 h 6859500"/>
              <a:gd name="connsiteX16" fmla="*/ 4053340 w 6859500"/>
              <a:gd name="connsiteY16" fmla="*/ 6235893 h 6859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6859500" h="6859500">
                <a:moveTo>
                  <a:pt x="4053340" y="6235893"/>
                </a:moveTo>
                <a:lnTo>
                  <a:pt x="4053340" y="4053340"/>
                </a:lnTo>
                <a:lnTo>
                  <a:pt x="6235893" y="4053340"/>
                </a:lnTo>
                <a:cubicBezTo>
                  <a:pt x="6580293" y="4053340"/>
                  <a:pt x="6859501" y="3774132"/>
                  <a:pt x="6859501" y="3429731"/>
                </a:cubicBezTo>
                <a:cubicBezTo>
                  <a:pt x="6859501" y="3085330"/>
                  <a:pt x="6580332" y="2806123"/>
                  <a:pt x="6235893" y="2806123"/>
                </a:cubicBezTo>
                <a:lnTo>
                  <a:pt x="4053340" y="2806123"/>
                </a:lnTo>
                <a:lnTo>
                  <a:pt x="4053340" y="623608"/>
                </a:lnTo>
                <a:cubicBezTo>
                  <a:pt x="4053340" y="279208"/>
                  <a:pt x="3774171" y="0"/>
                  <a:pt x="3429731" y="0"/>
                </a:cubicBezTo>
                <a:cubicBezTo>
                  <a:pt x="3085330" y="0"/>
                  <a:pt x="2806123" y="279208"/>
                  <a:pt x="2806123" y="623608"/>
                </a:cubicBezTo>
                <a:lnTo>
                  <a:pt x="2806123" y="2806161"/>
                </a:lnTo>
                <a:lnTo>
                  <a:pt x="623608" y="2806161"/>
                </a:lnTo>
                <a:cubicBezTo>
                  <a:pt x="279208" y="2806161"/>
                  <a:pt x="0" y="3085369"/>
                  <a:pt x="0" y="3429731"/>
                </a:cubicBezTo>
                <a:cubicBezTo>
                  <a:pt x="0" y="3774132"/>
                  <a:pt x="279208" y="4053340"/>
                  <a:pt x="623608" y="4053340"/>
                </a:cubicBezTo>
                <a:lnTo>
                  <a:pt x="2806161" y="4053340"/>
                </a:lnTo>
                <a:lnTo>
                  <a:pt x="2806161" y="6235893"/>
                </a:lnTo>
                <a:cubicBezTo>
                  <a:pt x="2806161" y="6580293"/>
                  <a:pt x="3085369" y="6859501"/>
                  <a:pt x="3429770" y="6859501"/>
                </a:cubicBezTo>
                <a:cubicBezTo>
                  <a:pt x="3774171" y="6859501"/>
                  <a:pt x="4053340" y="6580293"/>
                  <a:pt x="4053340" y="6235893"/>
                </a:cubicBezTo>
                <a:close/>
              </a:path>
            </a:pathLst>
          </a:custGeom>
          <a:ln w="3848" cap="flat">
            <a:noFill/>
            <a:prstDash val="solid"/>
            <a:miter/>
          </a:ln>
          <a:effectLst>
            <a:glow rad="152400">
              <a:srgbClr val="000000">
                <a:alpha val="4000"/>
              </a:srgbClr>
            </a:glow>
            <a:outerShdw blurRad="101600" dist="38100" dir="16200000" rotWithShape="0">
              <a:srgbClr val="000000">
                <a:alpha val="5000"/>
              </a:srgbClr>
            </a:outerShdw>
          </a:effectLst>
        </p:spPr>
        <p:txBody>
          <a:bodyPr rtlCol="0" anchor="ctr"/>
          <a:lstStyle/>
          <a:p>
            <a:pPr rtl="0"/>
            <a:endParaRPr lang="sv-SE" noProof="0"/>
          </a:p>
        </p:txBody>
      </p:sp>
      <p:sp useBgFill="1">
        <p:nvSpPr>
          <p:cNvPr id="10" name="Ellips 9">
            <a:extLst>
              <a:ext uri="{FF2B5EF4-FFF2-40B4-BE49-F238E27FC236}">
                <a16:creationId xmlns:a16="http://schemas.microsoft.com/office/drawing/2014/main" id="{C3AFF211-012D-43E4-B59F-BAFA07FEE0EF}"/>
              </a:ext>
              <a:ext uri="{C183D7F6-B498-43B3-948B-1728B52AA6E4}">
                <adec:decorative xmlns:adec="http://schemas.microsoft.com/office/drawing/2017/decorative" val="1"/>
              </a:ext>
            </a:extLst>
          </p:cNvPr>
          <p:cNvSpPr/>
          <p:nvPr userDrawn="1"/>
        </p:nvSpPr>
        <p:spPr>
          <a:xfrm rot="10800000">
            <a:off x="10734076" y="1394142"/>
            <a:ext cx="261660" cy="261660"/>
          </a:xfrm>
          <a:prstGeom prst="ellipse">
            <a:avLst/>
          </a:prstGeom>
          <a:ln w="3848" cap="flat">
            <a:noFill/>
            <a:prstDash val="solid"/>
            <a:miter/>
          </a:ln>
          <a:effectLst>
            <a:glow rad="152400">
              <a:srgbClr val="000000">
                <a:alpha val="4000"/>
              </a:srgbClr>
            </a:glow>
            <a:outerShdw blurRad="101600" dist="38100" dir="16200000" rotWithShape="0">
              <a:srgbClr val="000000">
                <a:alpha val="5000"/>
              </a:srgbClr>
            </a:outerShdw>
          </a:effectLst>
        </p:spPr>
        <p:txBody>
          <a:bodyPr rtlCol="0" anchor="ctr"/>
          <a:lstStyle/>
          <a:p>
            <a:pPr rtl="0"/>
            <a:endParaRPr lang="sv-SE" noProof="0"/>
          </a:p>
        </p:txBody>
      </p:sp>
      <p:sp>
        <p:nvSpPr>
          <p:cNvPr id="11" name="Rubrik 1">
            <a:extLst>
              <a:ext uri="{FF2B5EF4-FFF2-40B4-BE49-F238E27FC236}">
                <a16:creationId xmlns:a16="http://schemas.microsoft.com/office/drawing/2014/main" id="{6525CA5D-5FF0-4FEA-A2FC-2239486D981A}"/>
              </a:ext>
            </a:extLst>
          </p:cNvPr>
          <p:cNvSpPr>
            <a:spLocks noGrp="1"/>
          </p:cNvSpPr>
          <p:nvPr>
            <p:ph type="title"/>
          </p:nvPr>
        </p:nvSpPr>
        <p:spPr>
          <a:xfrm>
            <a:off x="457199" y="566490"/>
            <a:ext cx="11238347" cy="1502704"/>
          </a:xfrm>
        </p:spPr>
        <p:txBody>
          <a:bodyPr rtlCol="0" anchor="ctr">
            <a:normAutofit/>
          </a:bodyPr>
          <a:lstStyle/>
          <a:p>
            <a:pPr rtl="0"/>
            <a:r>
              <a:rPr lang="en-GB" noProof="0">
                <a:cs typeface="Segoe UI" panose="020B0502040204020203" pitchFamily="34" charset="0"/>
              </a:rPr>
              <a:t>Click to edit Master title style</a:t>
            </a:r>
            <a:endParaRPr lang="sv-SE" noProof="0">
              <a:cs typeface="Segoe UI" panose="020B0502040204020203" pitchFamily="34" charset="0"/>
            </a:endParaRPr>
          </a:p>
        </p:txBody>
      </p:sp>
      <p:sp>
        <p:nvSpPr>
          <p:cNvPr id="3" name="Platshållare för innehåll 2">
            <a:extLst>
              <a:ext uri="{FF2B5EF4-FFF2-40B4-BE49-F238E27FC236}">
                <a16:creationId xmlns:a16="http://schemas.microsoft.com/office/drawing/2014/main" id="{A3976CE4-35AA-4B7D-B1D9-AFEC56F1F97C}"/>
              </a:ext>
            </a:extLst>
          </p:cNvPr>
          <p:cNvSpPr>
            <a:spLocks noGrp="1"/>
          </p:cNvSpPr>
          <p:nvPr>
            <p:ph sz="quarter" idx="14" hasCustomPrompt="1"/>
          </p:nvPr>
        </p:nvSpPr>
        <p:spPr>
          <a:xfrm>
            <a:off x="457201" y="2286000"/>
            <a:ext cx="5435600" cy="4005263"/>
          </a:xfrm>
        </p:spPr>
        <p:txBody>
          <a:bodyPr rtlCol="0">
            <a:normAutofit/>
          </a:bodyPr>
          <a:lstStyle>
            <a:lvl1pPr marL="0" indent="0">
              <a:lnSpc>
                <a:spcPct val="100000"/>
              </a:lnSpc>
              <a:spcBef>
                <a:spcPts val="1000"/>
              </a:spcBef>
              <a:buNone/>
              <a:defRPr sz="1800" baseline="0"/>
            </a:lvl1pPr>
            <a:lvl2pPr marL="457200" indent="0">
              <a:lnSpc>
                <a:spcPct val="100000"/>
              </a:lnSpc>
              <a:spcBef>
                <a:spcPts val="1000"/>
              </a:spcBef>
              <a:buNone/>
              <a:defRPr/>
            </a:lvl2pPr>
            <a:lvl3pPr marL="914400" indent="0">
              <a:lnSpc>
                <a:spcPct val="100000"/>
              </a:lnSpc>
              <a:spcBef>
                <a:spcPts val="1000"/>
              </a:spcBef>
              <a:buNone/>
              <a:defRPr/>
            </a:lvl3pPr>
            <a:lvl4pPr marL="1371600" indent="0">
              <a:lnSpc>
                <a:spcPct val="100000"/>
              </a:lnSpc>
              <a:spcBef>
                <a:spcPts val="1000"/>
              </a:spcBef>
              <a:buNone/>
              <a:defRPr/>
            </a:lvl4pPr>
            <a:lvl5pPr marL="1828800" indent="0">
              <a:lnSpc>
                <a:spcPct val="100000"/>
              </a:lnSpc>
              <a:spcBef>
                <a:spcPts val="1000"/>
              </a:spcBef>
              <a:buNone/>
              <a:defRPr/>
            </a:lvl5pPr>
          </a:lstStyle>
          <a:p>
            <a:pPr lvl="0" rtl="0"/>
            <a:r>
              <a:rPr lang="sv-SE" noProof="0"/>
              <a:t>Objekt</a:t>
            </a:r>
          </a:p>
        </p:txBody>
      </p:sp>
      <p:sp>
        <p:nvSpPr>
          <p:cNvPr id="20" name="Platshållare för bild 18">
            <a:extLst>
              <a:ext uri="{FF2B5EF4-FFF2-40B4-BE49-F238E27FC236}">
                <a16:creationId xmlns:a16="http://schemas.microsoft.com/office/drawing/2014/main" id="{CA50A35E-7645-4F70-8ADA-229A6593E79D}"/>
              </a:ext>
            </a:extLst>
          </p:cNvPr>
          <p:cNvSpPr>
            <a:spLocks noGrp="1"/>
          </p:cNvSpPr>
          <p:nvPr>
            <p:ph type="pic" sz="quarter" idx="13" hasCustomPrompt="1"/>
          </p:nvPr>
        </p:nvSpPr>
        <p:spPr>
          <a:xfrm>
            <a:off x="6207125" y="2286000"/>
            <a:ext cx="5435600" cy="4038600"/>
          </a:xfrm>
        </p:spPr>
        <p:txBody>
          <a:bodyPr rtlCol="0">
            <a:normAutofit/>
          </a:bodyPr>
          <a:lstStyle>
            <a:lvl1pPr marL="0" indent="0" algn="ctr">
              <a:buNone/>
              <a:defRPr sz="2000"/>
            </a:lvl1pPr>
          </a:lstStyle>
          <a:p>
            <a:pPr rtl="0"/>
            <a:r>
              <a:rPr lang="sv-SE" noProof="0"/>
              <a:t>Infoga fotot här</a:t>
            </a:r>
          </a:p>
        </p:txBody>
      </p:sp>
      <p:sp>
        <p:nvSpPr>
          <p:cNvPr id="15" name="Platshållare för datum 4">
            <a:extLst>
              <a:ext uri="{FF2B5EF4-FFF2-40B4-BE49-F238E27FC236}">
                <a16:creationId xmlns:a16="http://schemas.microsoft.com/office/drawing/2014/main" id="{0190A104-68BF-4430-B596-8DF4AAFD6BA4}"/>
              </a:ext>
            </a:extLst>
          </p:cNvPr>
          <p:cNvSpPr>
            <a:spLocks noGrp="1"/>
          </p:cNvSpPr>
          <p:nvPr>
            <p:ph type="dt" sz="half" idx="10"/>
          </p:nvPr>
        </p:nvSpPr>
        <p:spPr>
          <a:xfrm>
            <a:off x="838200" y="6400800"/>
            <a:ext cx="2743200" cy="365125"/>
          </a:xfrm>
        </p:spPr>
        <p:txBody>
          <a:bodyPr rtlCol="0"/>
          <a:lstStyle/>
          <a:p>
            <a:pPr rtl="0"/>
            <a:r>
              <a:rPr lang="sv-SE" noProof="0"/>
              <a:t>2/2/20XX</a:t>
            </a:r>
          </a:p>
        </p:txBody>
      </p:sp>
      <p:sp>
        <p:nvSpPr>
          <p:cNvPr id="16" name="Platshållare för sidfot 5">
            <a:extLst>
              <a:ext uri="{FF2B5EF4-FFF2-40B4-BE49-F238E27FC236}">
                <a16:creationId xmlns:a16="http://schemas.microsoft.com/office/drawing/2014/main" id="{8CCC4275-F340-400B-8C07-11B2A7B22D7D}"/>
              </a:ext>
            </a:extLst>
          </p:cNvPr>
          <p:cNvSpPr>
            <a:spLocks noGrp="1"/>
          </p:cNvSpPr>
          <p:nvPr>
            <p:ph type="ftr" sz="quarter" idx="11"/>
          </p:nvPr>
        </p:nvSpPr>
        <p:spPr>
          <a:xfrm>
            <a:off x="4038600" y="6400800"/>
            <a:ext cx="4114800" cy="365125"/>
          </a:xfrm>
        </p:spPr>
        <p:txBody>
          <a:bodyPr rtlCol="0"/>
          <a:lstStyle>
            <a:lvl1pPr>
              <a:defRPr/>
            </a:lvl1pPr>
          </a:lstStyle>
          <a:p>
            <a:pPr rtl="0"/>
            <a:r>
              <a:rPr lang="sv-SE" noProof="0"/>
              <a:t>PRESENTATIONENS RUBRIK</a:t>
            </a:r>
          </a:p>
        </p:txBody>
      </p:sp>
      <p:sp>
        <p:nvSpPr>
          <p:cNvPr id="17" name="Platshållare för bildnummer 6">
            <a:extLst>
              <a:ext uri="{FF2B5EF4-FFF2-40B4-BE49-F238E27FC236}">
                <a16:creationId xmlns:a16="http://schemas.microsoft.com/office/drawing/2014/main" id="{9C38366E-8B47-475F-9F64-91C075E2FE0A}"/>
              </a:ext>
            </a:extLst>
          </p:cNvPr>
          <p:cNvSpPr>
            <a:spLocks noGrp="1"/>
          </p:cNvSpPr>
          <p:nvPr>
            <p:ph type="sldNum" sz="quarter" idx="12"/>
          </p:nvPr>
        </p:nvSpPr>
        <p:spPr>
          <a:xfrm>
            <a:off x="8610600" y="6400800"/>
            <a:ext cx="2743200" cy="365125"/>
          </a:xfrm>
        </p:spPr>
        <p:txBody>
          <a:bodyPr rtlCol="0"/>
          <a:lstStyle/>
          <a:p>
            <a:pPr rtl="0"/>
            <a:fld id="{DFA5D71E-5CDF-4C93-8A75-5B916FDC5BEA}" type="slidenum">
              <a:rPr lang="sv-SE" noProof="0" smtClean="0"/>
              <a:pPr rtl="0"/>
              <a:t>‹#›</a:t>
            </a:fld>
            <a:endParaRPr lang="sv-SE" noProof="0"/>
          </a:p>
        </p:txBody>
      </p:sp>
    </p:spTree>
    <p:extLst>
      <p:ext uri="{BB962C8B-B14F-4D97-AF65-F5344CB8AC3E}">
        <p14:creationId xmlns:p14="http://schemas.microsoft.com/office/powerpoint/2010/main" val="12307485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Avsnittsbrytning">
    <p:spTree>
      <p:nvGrpSpPr>
        <p:cNvPr id="1" name=""/>
        <p:cNvGrpSpPr/>
        <p:nvPr/>
      </p:nvGrpSpPr>
      <p:grpSpPr>
        <a:xfrm>
          <a:off x="0" y="0"/>
          <a:ext cx="0" cy="0"/>
          <a:chOff x="0" y="0"/>
          <a:chExt cx="0" cy="0"/>
        </a:xfrm>
      </p:grpSpPr>
      <p:sp>
        <p:nvSpPr>
          <p:cNvPr id="10" name="Rubrik 1">
            <a:extLst>
              <a:ext uri="{FF2B5EF4-FFF2-40B4-BE49-F238E27FC236}">
                <a16:creationId xmlns:a16="http://schemas.microsoft.com/office/drawing/2014/main" id="{DDDE94BA-93DF-4A00-A48C-185D23B2FF6B}"/>
              </a:ext>
            </a:extLst>
          </p:cNvPr>
          <p:cNvSpPr>
            <a:spLocks noGrp="1"/>
          </p:cNvSpPr>
          <p:nvPr>
            <p:ph type="ctrTitle"/>
          </p:nvPr>
        </p:nvSpPr>
        <p:spPr>
          <a:xfrm>
            <a:off x="5430848" y="728905"/>
            <a:ext cx="5922952" cy="3184274"/>
          </a:xfrm>
        </p:spPr>
        <p:txBody>
          <a:bodyPr rtlCol="0" anchor="b">
            <a:normAutofit/>
          </a:bodyPr>
          <a:lstStyle/>
          <a:p>
            <a:pPr algn="l" rtl="0"/>
            <a:r>
              <a:rPr lang="en-GB" sz="5400" noProof="0"/>
              <a:t>Click to edit Master title style</a:t>
            </a:r>
            <a:endParaRPr lang="sv-SE" sz="5400" noProof="0"/>
          </a:p>
        </p:txBody>
      </p:sp>
      <p:sp>
        <p:nvSpPr>
          <p:cNvPr id="11" name="Underrubrik 2">
            <a:extLst>
              <a:ext uri="{FF2B5EF4-FFF2-40B4-BE49-F238E27FC236}">
                <a16:creationId xmlns:a16="http://schemas.microsoft.com/office/drawing/2014/main" id="{4DBB12C2-98A6-4E7C-8122-E2EE21BFC7E7}"/>
              </a:ext>
            </a:extLst>
          </p:cNvPr>
          <p:cNvSpPr>
            <a:spLocks noGrp="1"/>
          </p:cNvSpPr>
          <p:nvPr>
            <p:ph type="subTitle" idx="1"/>
          </p:nvPr>
        </p:nvSpPr>
        <p:spPr>
          <a:xfrm>
            <a:off x="5397967" y="4072044"/>
            <a:ext cx="5942079" cy="1495379"/>
          </a:xfrm>
        </p:spPr>
        <p:txBody>
          <a:bodyPr rtlCol="0"/>
          <a:lstStyle>
            <a:lvl1pPr marL="0" indent="0">
              <a:buClr>
                <a:schemeClr val="accent6"/>
              </a:buClr>
              <a:buNone/>
              <a:defRPr/>
            </a:lvl1pPr>
          </a:lstStyle>
          <a:p>
            <a:pPr algn="l" rtl="0"/>
            <a:r>
              <a:rPr lang="en-GB" noProof="0"/>
              <a:t>Click to edit Master subtitle style</a:t>
            </a:r>
            <a:endParaRPr lang="sv-SE" noProof="0"/>
          </a:p>
        </p:txBody>
      </p:sp>
      <p:sp>
        <p:nvSpPr>
          <p:cNvPr id="18" name="Platshållare för datum 10">
            <a:extLst>
              <a:ext uri="{FF2B5EF4-FFF2-40B4-BE49-F238E27FC236}">
                <a16:creationId xmlns:a16="http://schemas.microsoft.com/office/drawing/2014/main" id="{AC49D1E9-8FDA-48E9-88F2-80DF0F22B64A}"/>
              </a:ext>
            </a:extLst>
          </p:cNvPr>
          <p:cNvSpPr>
            <a:spLocks noGrp="1"/>
          </p:cNvSpPr>
          <p:nvPr>
            <p:ph type="dt" sz="half" idx="10"/>
          </p:nvPr>
        </p:nvSpPr>
        <p:spPr>
          <a:xfrm>
            <a:off x="838200" y="6400800"/>
            <a:ext cx="2743200" cy="365125"/>
          </a:xfrm>
        </p:spPr>
        <p:txBody>
          <a:bodyPr rtlCol="0"/>
          <a:lstStyle/>
          <a:p>
            <a:pPr rtl="0"/>
            <a:r>
              <a:rPr lang="sv-SE" noProof="0"/>
              <a:t>2/2/20XX</a:t>
            </a:r>
          </a:p>
        </p:txBody>
      </p:sp>
      <p:sp>
        <p:nvSpPr>
          <p:cNvPr id="19" name="Platshållare för sidfot 11">
            <a:extLst>
              <a:ext uri="{FF2B5EF4-FFF2-40B4-BE49-F238E27FC236}">
                <a16:creationId xmlns:a16="http://schemas.microsoft.com/office/drawing/2014/main" id="{C4FC0EA3-7981-40EF-88D1-1AAF5E60F28B}"/>
              </a:ext>
            </a:extLst>
          </p:cNvPr>
          <p:cNvSpPr>
            <a:spLocks noGrp="1"/>
          </p:cNvSpPr>
          <p:nvPr>
            <p:ph type="ftr" sz="quarter" idx="11"/>
          </p:nvPr>
        </p:nvSpPr>
        <p:spPr>
          <a:xfrm>
            <a:off x="4038600" y="6400800"/>
            <a:ext cx="4114800" cy="365125"/>
          </a:xfrm>
        </p:spPr>
        <p:txBody>
          <a:bodyPr rtlCol="0"/>
          <a:lstStyle>
            <a:lvl1pPr>
              <a:defRPr/>
            </a:lvl1pPr>
          </a:lstStyle>
          <a:p>
            <a:pPr rtl="0"/>
            <a:r>
              <a:rPr lang="sv-SE" noProof="0"/>
              <a:t>PRESENTATIONENS RUBRIK</a:t>
            </a:r>
          </a:p>
        </p:txBody>
      </p:sp>
      <p:sp>
        <p:nvSpPr>
          <p:cNvPr id="20" name="Platshållare för bildnummer 12">
            <a:extLst>
              <a:ext uri="{FF2B5EF4-FFF2-40B4-BE49-F238E27FC236}">
                <a16:creationId xmlns:a16="http://schemas.microsoft.com/office/drawing/2014/main" id="{E6BA146E-DA8D-460D-962E-8D54A903DF6D}"/>
              </a:ext>
            </a:extLst>
          </p:cNvPr>
          <p:cNvSpPr>
            <a:spLocks noGrp="1"/>
          </p:cNvSpPr>
          <p:nvPr>
            <p:ph type="sldNum" sz="quarter" idx="12"/>
          </p:nvPr>
        </p:nvSpPr>
        <p:spPr>
          <a:xfrm>
            <a:off x="8610600" y="6400800"/>
            <a:ext cx="2743200" cy="365125"/>
          </a:xfrm>
        </p:spPr>
        <p:txBody>
          <a:bodyPr rtlCol="0"/>
          <a:lstStyle/>
          <a:p>
            <a:pPr rtl="0"/>
            <a:fld id="{DFA5D71E-5CDF-4C93-8A75-5B916FDC5BEA}" type="slidenum">
              <a:rPr lang="sv-SE" noProof="0" smtClean="0"/>
              <a:pPr rtl="0"/>
              <a:t>‹#›</a:t>
            </a:fld>
            <a:endParaRPr lang="sv-SE" noProof="0"/>
          </a:p>
        </p:txBody>
      </p:sp>
      <p:sp>
        <p:nvSpPr>
          <p:cNvPr id="16" name="Platshållare för bild 15">
            <a:extLst>
              <a:ext uri="{FF2B5EF4-FFF2-40B4-BE49-F238E27FC236}">
                <a16:creationId xmlns:a16="http://schemas.microsoft.com/office/drawing/2014/main" id="{3D93F340-CFEF-4E87-A7A5-E9177B914DB5}"/>
              </a:ext>
            </a:extLst>
          </p:cNvPr>
          <p:cNvSpPr>
            <a:spLocks noGrp="1"/>
          </p:cNvSpPr>
          <p:nvPr>
            <p:ph type="pic" sz="quarter" idx="13" hasCustomPrompt="1"/>
          </p:nvPr>
        </p:nvSpPr>
        <p:spPr>
          <a:xfrm>
            <a:off x="679450" y="574675"/>
            <a:ext cx="4311650" cy="2820988"/>
          </a:xfrm>
          <a:custGeom>
            <a:avLst/>
            <a:gdLst>
              <a:gd name="connsiteX0" fmla="*/ 337233 w 4311650"/>
              <a:gd name="connsiteY0" fmla="*/ 0 h 2820988"/>
              <a:gd name="connsiteX1" fmla="*/ 1035594 w 4311650"/>
              <a:gd name="connsiteY1" fmla="*/ 0 h 2820988"/>
              <a:gd name="connsiteX2" fmla="*/ 1035443 w 4311650"/>
              <a:gd name="connsiteY2" fmla="*/ 749 h 2820988"/>
              <a:gd name="connsiteX3" fmla="*/ 1209844 w 4311650"/>
              <a:gd name="connsiteY3" fmla="*/ 175150 h 2820988"/>
              <a:gd name="connsiteX4" fmla="*/ 1384245 w 4311650"/>
              <a:gd name="connsiteY4" fmla="*/ 749 h 2820988"/>
              <a:gd name="connsiteX5" fmla="*/ 1384094 w 4311650"/>
              <a:gd name="connsiteY5" fmla="*/ 0 h 2820988"/>
              <a:gd name="connsiteX6" fmla="*/ 4311650 w 4311650"/>
              <a:gd name="connsiteY6" fmla="*/ 0 h 2820988"/>
              <a:gd name="connsiteX7" fmla="*/ 4311650 w 4311650"/>
              <a:gd name="connsiteY7" fmla="*/ 2820988 h 2820988"/>
              <a:gd name="connsiteX8" fmla="*/ 0 w 4311650"/>
              <a:gd name="connsiteY8" fmla="*/ 2820988 h 2820988"/>
              <a:gd name="connsiteX9" fmla="*/ 0 w 4311650"/>
              <a:gd name="connsiteY9" fmla="*/ 337233 h 2820988"/>
              <a:gd name="connsiteX10" fmla="*/ 100372 w 4311650"/>
              <a:gd name="connsiteY10" fmla="*/ 236861 h 2820988"/>
              <a:gd name="connsiteX11" fmla="*/ 328865 w 4311650"/>
              <a:gd name="connsiteY11" fmla="*/ 465355 h 2820988"/>
              <a:gd name="connsiteX12" fmla="*/ 459438 w 4311650"/>
              <a:gd name="connsiteY12" fmla="*/ 465355 h 2820988"/>
              <a:gd name="connsiteX13" fmla="*/ 459438 w 4311650"/>
              <a:gd name="connsiteY13" fmla="*/ 334783 h 2820988"/>
              <a:gd name="connsiteX14" fmla="*/ 230944 w 4311650"/>
              <a:gd name="connsiteY14" fmla="*/ 106289 h 28209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4311650" h="2820988">
                <a:moveTo>
                  <a:pt x="337233" y="0"/>
                </a:moveTo>
                <a:lnTo>
                  <a:pt x="1035594" y="0"/>
                </a:lnTo>
                <a:lnTo>
                  <a:pt x="1035443" y="749"/>
                </a:lnTo>
                <a:cubicBezTo>
                  <a:pt x="1035443" y="97068"/>
                  <a:pt x="1113525" y="175150"/>
                  <a:pt x="1209844" y="175150"/>
                </a:cubicBezTo>
                <a:cubicBezTo>
                  <a:pt x="1306163" y="175150"/>
                  <a:pt x="1384245" y="97068"/>
                  <a:pt x="1384245" y="749"/>
                </a:cubicBezTo>
                <a:lnTo>
                  <a:pt x="1384094" y="0"/>
                </a:lnTo>
                <a:lnTo>
                  <a:pt x="4311650" y="0"/>
                </a:lnTo>
                <a:lnTo>
                  <a:pt x="4311650" y="2820988"/>
                </a:lnTo>
                <a:lnTo>
                  <a:pt x="0" y="2820988"/>
                </a:lnTo>
                <a:lnTo>
                  <a:pt x="0" y="337233"/>
                </a:lnTo>
                <a:lnTo>
                  <a:pt x="100372" y="236861"/>
                </a:lnTo>
                <a:lnTo>
                  <a:pt x="328865" y="465355"/>
                </a:lnTo>
                <a:cubicBezTo>
                  <a:pt x="364921" y="501411"/>
                  <a:pt x="423382" y="501411"/>
                  <a:pt x="459438" y="465355"/>
                </a:cubicBezTo>
                <a:cubicBezTo>
                  <a:pt x="495494" y="429299"/>
                  <a:pt x="495498" y="370842"/>
                  <a:pt x="459438" y="334783"/>
                </a:cubicBezTo>
                <a:lnTo>
                  <a:pt x="230944" y="106289"/>
                </a:lnTo>
                <a:close/>
              </a:path>
            </a:pathLst>
          </a:custGeom>
        </p:spPr>
        <p:txBody>
          <a:bodyPr wrap="square" rtlCol="0">
            <a:noAutofit/>
          </a:bodyPr>
          <a:lstStyle>
            <a:lvl1pPr marL="0" indent="0" algn="ctr">
              <a:buNone/>
              <a:defRPr sz="2000"/>
            </a:lvl1pPr>
          </a:lstStyle>
          <a:p>
            <a:pPr rtl="0"/>
            <a:r>
              <a:rPr lang="sv-SE" noProof="0"/>
              <a:t>Infoga fotot här</a:t>
            </a:r>
          </a:p>
        </p:txBody>
      </p:sp>
      <p:sp>
        <p:nvSpPr>
          <p:cNvPr id="26" name="Platshållare för bild 23">
            <a:extLst>
              <a:ext uri="{FF2B5EF4-FFF2-40B4-BE49-F238E27FC236}">
                <a16:creationId xmlns:a16="http://schemas.microsoft.com/office/drawing/2014/main" id="{CE34FBF6-A149-4B42-B3B9-271F169AFFA8}"/>
              </a:ext>
            </a:extLst>
          </p:cNvPr>
          <p:cNvSpPr>
            <a:spLocks noGrp="1"/>
          </p:cNvSpPr>
          <p:nvPr>
            <p:ph type="pic" sz="quarter" idx="14" hasCustomPrompt="1"/>
          </p:nvPr>
        </p:nvSpPr>
        <p:spPr>
          <a:xfrm>
            <a:off x="679450" y="3487738"/>
            <a:ext cx="4311650" cy="2833687"/>
          </a:xfrm>
        </p:spPr>
        <p:txBody>
          <a:bodyPr rtlCol="0">
            <a:normAutofit/>
          </a:bodyPr>
          <a:lstStyle>
            <a:lvl1pPr marL="0" indent="0" algn="ctr">
              <a:buNone/>
              <a:defRPr sz="2000"/>
            </a:lvl1pPr>
          </a:lstStyle>
          <a:p>
            <a:pPr rtl="0"/>
            <a:r>
              <a:rPr lang="sv-SE" noProof="0"/>
              <a:t>Infoga fotot här</a:t>
            </a:r>
          </a:p>
        </p:txBody>
      </p:sp>
      <p:grpSp>
        <p:nvGrpSpPr>
          <p:cNvPr id="17" name="Grupp 16">
            <a:extLst>
              <a:ext uri="{FF2B5EF4-FFF2-40B4-BE49-F238E27FC236}">
                <a16:creationId xmlns:a16="http://schemas.microsoft.com/office/drawing/2014/main" id="{7CDB6B12-76FD-4280-86DE-B351366A1BC9}"/>
              </a:ext>
              <a:ext uri="{C183D7F6-B498-43B3-948B-1728B52AA6E4}">
                <adec:decorative xmlns:adec="http://schemas.microsoft.com/office/drawing/2017/decorative" val="1"/>
              </a:ext>
            </a:extLst>
          </p:cNvPr>
          <p:cNvGrpSpPr/>
          <p:nvPr userDrawn="1"/>
        </p:nvGrpSpPr>
        <p:grpSpPr>
          <a:xfrm>
            <a:off x="265908" y="173174"/>
            <a:ext cx="1797787" cy="1668695"/>
            <a:chOff x="265908" y="173174"/>
            <a:chExt cx="1797787" cy="1668695"/>
          </a:xfrm>
        </p:grpSpPr>
        <p:sp useBgFill="1">
          <p:nvSpPr>
            <p:cNvPr id="21" name="Bild 10">
              <a:extLst>
                <a:ext uri="{FF2B5EF4-FFF2-40B4-BE49-F238E27FC236}">
                  <a16:creationId xmlns:a16="http://schemas.microsoft.com/office/drawing/2014/main" id="{0DCFA73E-0BBC-4BDD-A0D3-396BC9C659B0}"/>
                </a:ext>
              </a:extLst>
            </p:cNvPr>
            <p:cNvSpPr/>
            <p:nvPr/>
          </p:nvSpPr>
          <p:spPr>
            <a:xfrm rot="2700000">
              <a:off x="272028" y="173174"/>
              <a:ext cx="1015587" cy="1015587"/>
            </a:xfrm>
            <a:custGeom>
              <a:avLst/>
              <a:gdLst>
                <a:gd name="connsiteX0" fmla="*/ 4053340 w 6859500"/>
                <a:gd name="connsiteY0" fmla="*/ 6235893 h 6859500"/>
                <a:gd name="connsiteX1" fmla="*/ 4053340 w 6859500"/>
                <a:gd name="connsiteY1" fmla="*/ 4053340 h 6859500"/>
                <a:gd name="connsiteX2" fmla="*/ 6235893 w 6859500"/>
                <a:gd name="connsiteY2" fmla="*/ 4053340 h 6859500"/>
                <a:gd name="connsiteX3" fmla="*/ 6859501 w 6859500"/>
                <a:gd name="connsiteY3" fmla="*/ 3429731 h 6859500"/>
                <a:gd name="connsiteX4" fmla="*/ 6235893 w 6859500"/>
                <a:gd name="connsiteY4" fmla="*/ 2806123 h 6859500"/>
                <a:gd name="connsiteX5" fmla="*/ 4053340 w 6859500"/>
                <a:gd name="connsiteY5" fmla="*/ 2806123 h 6859500"/>
                <a:gd name="connsiteX6" fmla="*/ 4053340 w 6859500"/>
                <a:gd name="connsiteY6" fmla="*/ 623608 h 6859500"/>
                <a:gd name="connsiteX7" fmla="*/ 3429731 w 6859500"/>
                <a:gd name="connsiteY7" fmla="*/ 0 h 6859500"/>
                <a:gd name="connsiteX8" fmla="*/ 2806123 w 6859500"/>
                <a:gd name="connsiteY8" fmla="*/ 623608 h 6859500"/>
                <a:gd name="connsiteX9" fmla="*/ 2806123 w 6859500"/>
                <a:gd name="connsiteY9" fmla="*/ 2806161 h 6859500"/>
                <a:gd name="connsiteX10" fmla="*/ 623608 w 6859500"/>
                <a:gd name="connsiteY10" fmla="*/ 2806161 h 6859500"/>
                <a:gd name="connsiteX11" fmla="*/ 0 w 6859500"/>
                <a:gd name="connsiteY11" fmla="*/ 3429731 h 6859500"/>
                <a:gd name="connsiteX12" fmla="*/ 623608 w 6859500"/>
                <a:gd name="connsiteY12" fmla="*/ 4053340 h 6859500"/>
                <a:gd name="connsiteX13" fmla="*/ 2806161 w 6859500"/>
                <a:gd name="connsiteY13" fmla="*/ 4053340 h 6859500"/>
                <a:gd name="connsiteX14" fmla="*/ 2806161 w 6859500"/>
                <a:gd name="connsiteY14" fmla="*/ 6235893 h 6859500"/>
                <a:gd name="connsiteX15" fmla="*/ 3429770 w 6859500"/>
                <a:gd name="connsiteY15" fmla="*/ 6859501 h 6859500"/>
                <a:gd name="connsiteX16" fmla="*/ 4053340 w 6859500"/>
                <a:gd name="connsiteY16" fmla="*/ 6235893 h 6859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6859500" h="6859500">
                  <a:moveTo>
                    <a:pt x="4053340" y="6235893"/>
                  </a:moveTo>
                  <a:lnTo>
                    <a:pt x="4053340" y="4053340"/>
                  </a:lnTo>
                  <a:lnTo>
                    <a:pt x="6235893" y="4053340"/>
                  </a:lnTo>
                  <a:cubicBezTo>
                    <a:pt x="6580293" y="4053340"/>
                    <a:pt x="6859501" y="3774132"/>
                    <a:pt x="6859501" y="3429731"/>
                  </a:cubicBezTo>
                  <a:cubicBezTo>
                    <a:pt x="6859501" y="3085330"/>
                    <a:pt x="6580332" y="2806123"/>
                    <a:pt x="6235893" y="2806123"/>
                  </a:cubicBezTo>
                  <a:lnTo>
                    <a:pt x="4053340" y="2806123"/>
                  </a:lnTo>
                  <a:lnTo>
                    <a:pt x="4053340" y="623608"/>
                  </a:lnTo>
                  <a:cubicBezTo>
                    <a:pt x="4053340" y="279208"/>
                    <a:pt x="3774171" y="0"/>
                    <a:pt x="3429731" y="0"/>
                  </a:cubicBezTo>
                  <a:cubicBezTo>
                    <a:pt x="3085330" y="0"/>
                    <a:pt x="2806123" y="279208"/>
                    <a:pt x="2806123" y="623608"/>
                  </a:cubicBezTo>
                  <a:lnTo>
                    <a:pt x="2806123" y="2806161"/>
                  </a:lnTo>
                  <a:lnTo>
                    <a:pt x="623608" y="2806161"/>
                  </a:lnTo>
                  <a:cubicBezTo>
                    <a:pt x="279208" y="2806161"/>
                    <a:pt x="0" y="3085369"/>
                    <a:pt x="0" y="3429731"/>
                  </a:cubicBezTo>
                  <a:cubicBezTo>
                    <a:pt x="0" y="3774132"/>
                    <a:pt x="279208" y="4053340"/>
                    <a:pt x="623608" y="4053340"/>
                  </a:cubicBezTo>
                  <a:lnTo>
                    <a:pt x="2806161" y="4053340"/>
                  </a:lnTo>
                  <a:lnTo>
                    <a:pt x="2806161" y="6235893"/>
                  </a:lnTo>
                  <a:cubicBezTo>
                    <a:pt x="2806161" y="6580293"/>
                    <a:pt x="3085369" y="6859501"/>
                    <a:pt x="3429770" y="6859501"/>
                  </a:cubicBezTo>
                  <a:cubicBezTo>
                    <a:pt x="3774171" y="6859501"/>
                    <a:pt x="4053340" y="6580293"/>
                    <a:pt x="4053340" y="6235893"/>
                  </a:cubicBezTo>
                  <a:close/>
                </a:path>
              </a:pathLst>
            </a:custGeom>
            <a:ln w="3848" cap="flat">
              <a:noFill/>
              <a:prstDash val="solid"/>
              <a:miter/>
            </a:ln>
            <a:effectLst>
              <a:glow rad="152400">
                <a:srgbClr val="000000">
                  <a:alpha val="4000"/>
                </a:srgbClr>
              </a:glow>
              <a:outerShdw blurRad="101600" dist="38100" dir="16200000" rotWithShape="0">
                <a:srgbClr val="000000">
                  <a:alpha val="5000"/>
                </a:srgbClr>
              </a:outerShdw>
            </a:effectLst>
          </p:spPr>
          <p:txBody>
            <a:bodyPr rtlCol="0" anchor="ctr"/>
            <a:lstStyle/>
            <a:p>
              <a:pPr rtl="0"/>
              <a:endParaRPr lang="sv-SE" noProof="0"/>
            </a:p>
          </p:txBody>
        </p:sp>
        <p:sp useBgFill="1">
          <p:nvSpPr>
            <p:cNvPr id="22" name="Ellips 21">
              <a:extLst>
                <a:ext uri="{FF2B5EF4-FFF2-40B4-BE49-F238E27FC236}">
                  <a16:creationId xmlns:a16="http://schemas.microsoft.com/office/drawing/2014/main" id="{CA1CA5DB-AEE4-4355-8599-F7BD50C85C79}"/>
                </a:ext>
              </a:extLst>
            </p:cNvPr>
            <p:cNvSpPr/>
            <p:nvPr/>
          </p:nvSpPr>
          <p:spPr>
            <a:xfrm rot="10800000">
              <a:off x="265908" y="1557961"/>
              <a:ext cx="283908" cy="283908"/>
            </a:xfrm>
            <a:prstGeom prst="ellipse">
              <a:avLst/>
            </a:prstGeom>
            <a:ln w="3848" cap="flat">
              <a:noFill/>
              <a:prstDash val="solid"/>
              <a:miter/>
            </a:ln>
            <a:effectLst>
              <a:glow rad="152400">
                <a:srgbClr val="000000">
                  <a:alpha val="4000"/>
                </a:srgbClr>
              </a:glow>
              <a:outerShdw blurRad="101600" dist="38100" dir="16200000" rotWithShape="0">
                <a:srgbClr val="000000">
                  <a:alpha val="5000"/>
                </a:srgbClr>
              </a:outerShdw>
            </a:effectLst>
          </p:spPr>
          <p:txBody>
            <a:bodyPr rtlCol="0" anchor="ctr"/>
            <a:lstStyle/>
            <a:p>
              <a:pPr rtl="0"/>
              <a:endParaRPr lang="sv-SE" noProof="0"/>
            </a:p>
          </p:txBody>
        </p:sp>
        <p:sp useBgFill="1">
          <p:nvSpPr>
            <p:cNvPr id="23" name="Ellips 22">
              <a:extLst>
                <a:ext uri="{FF2B5EF4-FFF2-40B4-BE49-F238E27FC236}">
                  <a16:creationId xmlns:a16="http://schemas.microsoft.com/office/drawing/2014/main" id="{2005B60E-16D1-4A97-8788-9718DAF6AA95}"/>
                </a:ext>
              </a:extLst>
            </p:cNvPr>
            <p:cNvSpPr/>
            <p:nvPr/>
          </p:nvSpPr>
          <p:spPr>
            <a:xfrm rot="10800000">
              <a:off x="1714894" y="401024"/>
              <a:ext cx="348801" cy="348801"/>
            </a:xfrm>
            <a:prstGeom prst="ellipse">
              <a:avLst/>
            </a:prstGeom>
            <a:ln w="3848" cap="flat">
              <a:noFill/>
              <a:prstDash val="solid"/>
              <a:miter/>
            </a:ln>
            <a:effectLst>
              <a:glow rad="152400">
                <a:srgbClr val="000000">
                  <a:alpha val="4000"/>
                </a:srgbClr>
              </a:glow>
              <a:outerShdw blurRad="101600" dist="38100" dir="16200000" rotWithShape="0">
                <a:srgbClr val="000000">
                  <a:alpha val="5000"/>
                </a:srgbClr>
              </a:outerShdw>
            </a:effectLst>
          </p:spPr>
          <p:txBody>
            <a:bodyPr rtlCol="0" anchor="ctr"/>
            <a:lstStyle/>
            <a:p>
              <a:pPr rtl="0"/>
              <a:endParaRPr lang="sv-SE" noProof="0"/>
            </a:p>
          </p:txBody>
        </p:sp>
      </p:grpSp>
    </p:spTree>
    <p:extLst>
      <p:ext uri="{BB962C8B-B14F-4D97-AF65-F5344CB8AC3E}">
        <p14:creationId xmlns:p14="http://schemas.microsoft.com/office/powerpoint/2010/main" val="154267125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iagram">
    <p:spTree>
      <p:nvGrpSpPr>
        <p:cNvPr id="1" name=""/>
        <p:cNvGrpSpPr/>
        <p:nvPr/>
      </p:nvGrpSpPr>
      <p:grpSpPr>
        <a:xfrm>
          <a:off x="0" y="0"/>
          <a:ext cx="0" cy="0"/>
          <a:chOff x="0" y="0"/>
          <a:chExt cx="0" cy="0"/>
        </a:xfrm>
      </p:grpSpPr>
      <p:sp>
        <p:nvSpPr>
          <p:cNvPr id="12" name="Rubrik 1">
            <a:extLst>
              <a:ext uri="{FF2B5EF4-FFF2-40B4-BE49-F238E27FC236}">
                <a16:creationId xmlns:a16="http://schemas.microsoft.com/office/drawing/2014/main" id="{FFE2DC9A-7C93-4FE3-B388-FB7A243D948E}"/>
              </a:ext>
            </a:extLst>
          </p:cNvPr>
          <p:cNvSpPr>
            <a:spLocks noGrp="1"/>
          </p:cNvSpPr>
          <p:nvPr>
            <p:ph type="title"/>
          </p:nvPr>
        </p:nvSpPr>
        <p:spPr>
          <a:xfrm>
            <a:off x="822352" y="566127"/>
            <a:ext cx="10531448" cy="1386498"/>
          </a:xfrm>
        </p:spPr>
        <p:txBody>
          <a:bodyPr rtlCol="0" anchor="ctr">
            <a:normAutofit/>
          </a:bodyPr>
          <a:lstStyle>
            <a:lvl1pPr algn="ctr">
              <a:defRPr/>
            </a:lvl1pPr>
          </a:lstStyle>
          <a:p>
            <a:pPr algn="ctr" rtl="0"/>
            <a:r>
              <a:rPr lang="en-GB" noProof="0">
                <a:latin typeface="Aller" panose="020B0603020203020204" pitchFamily="34" charset="0"/>
                <a:cs typeface="Segoe UI" panose="020B0502040204020203" pitchFamily="34" charset="0"/>
              </a:rPr>
              <a:t>Click to edit Master title style</a:t>
            </a:r>
            <a:endParaRPr lang="sv-SE" noProof="0">
              <a:latin typeface="Aller" panose="020B0603020203020204" pitchFamily="34" charset="0"/>
              <a:cs typeface="Segoe UI" panose="020B0502040204020203" pitchFamily="34" charset="0"/>
            </a:endParaRPr>
          </a:p>
        </p:txBody>
      </p:sp>
      <p:grpSp>
        <p:nvGrpSpPr>
          <p:cNvPr id="13" name="Grupp 12">
            <a:extLst>
              <a:ext uri="{FF2B5EF4-FFF2-40B4-BE49-F238E27FC236}">
                <a16:creationId xmlns:a16="http://schemas.microsoft.com/office/drawing/2014/main" id="{128A406E-B859-428A-BEC7-33F294F0F71D}"/>
              </a:ext>
              <a:ext uri="{C183D7F6-B498-43B3-948B-1728B52AA6E4}">
                <adec:decorative xmlns:adec="http://schemas.microsoft.com/office/drawing/2017/decorative" val="1"/>
              </a:ext>
            </a:extLst>
          </p:cNvPr>
          <p:cNvGrpSpPr/>
          <p:nvPr userDrawn="1"/>
        </p:nvGrpSpPr>
        <p:grpSpPr>
          <a:xfrm>
            <a:off x="9969500" y="206142"/>
            <a:ext cx="2102143" cy="1530997"/>
            <a:chOff x="9969500" y="206142"/>
            <a:chExt cx="2102143" cy="1530997"/>
          </a:xfrm>
        </p:grpSpPr>
        <p:sp useBgFill="1">
          <p:nvSpPr>
            <p:cNvPr id="14" name="Bild 10">
              <a:extLst>
                <a:ext uri="{FF2B5EF4-FFF2-40B4-BE49-F238E27FC236}">
                  <a16:creationId xmlns:a16="http://schemas.microsoft.com/office/drawing/2014/main" id="{3B215ABC-BA07-4988-85DE-DE8F4BC0E073}"/>
                </a:ext>
              </a:extLst>
            </p:cNvPr>
            <p:cNvSpPr/>
            <p:nvPr/>
          </p:nvSpPr>
          <p:spPr>
            <a:xfrm rot="2700000">
              <a:off x="11146356" y="206142"/>
              <a:ext cx="925287" cy="925287"/>
            </a:xfrm>
            <a:custGeom>
              <a:avLst/>
              <a:gdLst>
                <a:gd name="connsiteX0" fmla="*/ 4053340 w 6859500"/>
                <a:gd name="connsiteY0" fmla="*/ 6235893 h 6859500"/>
                <a:gd name="connsiteX1" fmla="*/ 4053340 w 6859500"/>
                <a:gd name="connsiteY1" fmla="*/ 4053340 h 6859500"/>
                <a:gd name="connsiteX2" fmla="*/ 6235893 w 6859500"/>
                <a:gd name="connsiteY2" fmla="*/ 4053340 h 6859500"/>
                <a:gd name="connsiteX3" fmla="*/ 6859501 w 6859500"/>
                <a:gd name="connsiteY3" fmla="*/ 3429731 h 6859500"/>
                <a:gd name="connsiteX4" fmla="*/ 6235893 w 6859500"/>
                <a:gd name="connsiteY4" fmla="*/ 2806123 h 6859500"/>
                <a:gd name="connsiteX5" fmla="*/ 4053340 w 6859500"/>
                <a:gd name="connsiteY5" fmla="*/ 2806123 h 6859500"/>
                <a:gd name="connsiteX6" fmla="*/ 4053340 w 6859500"/>
                <a:gd name="connsiteY6" fmla="*/ 623608 h 6859500"/>
                <a:gd name="connsiteX7" fmla="*/ 3429731 w 6859500"/>
                <a:gd name="connsiteY7" fmla="*/ 0 h 6859500"/>
                <a:gd name="connsiteX8" fmla="*/ 2806123 w 6859500"/>
                <a:gd name="connsiteY8" fmla="*/ 623608 h 6859500"/>
                <a:gd name="connsiteX9" fmla="*/ 2806123 w 6859500"/>
                <a:gd name="connsiteY9" fmla="*/ 2806161 h 6859500"/>
                <a:gd name="connsiteX10" fmla="*/ 623608 w 6859500"/>
                <a:gd name="connsiteY10" fmla="*/ 2806161 h 6859500"/>
                <a:gd name="connsiteX11" fmla="*/ 0 w 6859500"/>
                <a:gd name="connsiteY11" fmla="*/ 3429731 h 6859500"/>
                <a:gd name="connsiteX12" fmla="*/ 623608 w 6859500"/>
                <a:gd name="connsiteY12" fmla="*/ 4053340 h 6859500"/>
                <a:gd name="connsiteX13" fmla="*/ 2806161 w 6859500"/>
                <a:gd name="connsiteY13" fmla="*/ 4053340 h 6859500"/>
                <a:gd name="connsiteX14" fmla="*/ 2806161 w 6859500"/>
                <a:gd name="connsiteY14" fmla="*/ 6235893 h 6859500"/>
                <a:gd name="connsiteX15" fmla="*/ 3429770 w 6859500"/>
                <a:gd name="connsiteY15" fmla="*/ 6859501 h 6859500"/>
                <a:gd name="connsiteX16" fmla="*/ 4053340 w 6859500"/>
                <a:gd name="connsiteY16" fmla="*/ 6235893 h 6859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6859500" h="6859500">
                  <a:moveTo>
                    <a:pt x="4053340" y="6235893"/>
                  </a:moveTo>
                  <a:lnTo>
                    <a:pt x="4053340" y="4053340"/>
                  </a:lnTo>
                  <a:lnTo>
                    <a:pt x="6235893" y="4053340"/>
                  </a:lnTo>
                  <a:cubicBezTo>
                    <a:pt x="6580293" y="4053340"/>
                    <a:pt x="6859501" y="3774132"/>
                    <a:pt x="6859501" y="3429731"/>
                  </a:cubicBezTo>
                  <a:cubicBezTo>
                    <a:pt x="6859501" y="3085330"/>
                    <a:pt x="6580332" y="2806123"/>
                    <a:pt x="6235893" y="2806123"/>
                  </a:cubicBezTo>
                  <a:lnTo>
                    <a:pt x="4053340" y="2806123"/>
                  </a:lnTo>
                  <a:lnTo>
                    <a:pt x="4053340" y="623608"/>
                  </a:lnTo>
                  <a:cubicBezTo>
                    <a:pt x="4053340" y="279208"/>
                    <a:pt x="3774171" y="0"/>
                    <a:pt x="3429731" y="0"/>
                  </a:cubicBezTo>
                  <a:cubicBezTo>
                    <a:pt x="3085330" y="0"/>
                    <a:pt x="2806123" y="279208"/>
                    <a:pt x="2806123" y="623608"/>
                  </a:cubicBezTo>
                  <a:lnTo>
                    <a:pt x="2806123" y="2806161"/>
                  </a:lnTo>
                  <a:lnTo>
                    <a:pt x="623608" y="2806161"/>
                  </a:lnTo>
                  <a:cubicBezTo>
                    <a:pt x="279208" y="2806161"/>
                    <a:pt x="0" y="3085369"/>
                    <a:pt x="0" y="3429731"/>
                  </a:cubicBezTo>
                  <a:cubicBezTo>
                    <a:pt x="0" y="3774132"/>
                    <a:pt x="279208" y="4053340"/>
                    <a:pt x="623608" y="4053340"/>
                  </a:cubicBezTo>
                  <a:lnTo>
                    <a:pt x="2806161" y="4053340"/>
                  </a:lnTo>
                  <a:lnTo>
                    <a:pt x="2806161" y="6235893"/>
                  </a:lnTo>
                  <a:cubicBezTo>
                    <a:pt x="2806161" y="6580293"/>
                    <a:pt x="3085369" y="6859501"/>
                    <a:pt x="3429770" y="6859501"/>
                  </a:cubicBezTo>
                  <a:cubicBezTo>
                    <a:pt x="3774171" y="6859501"/>
                    <a:pt x="4053340" y="6580293"/>
                    <a:pt x="4053340" y="6235893"/>
                  </a:cubicBezTo>
                  <a:close/>
                </a:path>
              </a:pathLst>
            </a:custGeom>
            <a:ln w="3848" cap="flat">
              <a:noFill/>
              <a:prstDash val="solid"/>
              <a:miter/>
            </a:ln>
            <a:effectLst>
              <a:glow rad="152400">
                <a:srgbClr val="000000">
                  <a:alpha val="4000"/>
                </a:srgbClr>
              </a:glow>
              <a:outerShdw blurRad="101600" dist="38100" dir="16200000" rotWithShape="0">
                <a:srgbClr val="000000">
                  <a:alpha val="5000"/>
                </a:srgbClr>
              </a:outerShdw>
            </a:effectLst>
          </p:spPr>
          <p:txBody>
            <a:bodyPr rtlCol="0" anchor="ctr"/>
            <a:lstStyle/>
            <a:p>
              <a:pPr rtl="0"/>
              <a:endParaRPr lang="sv-SE" noProof="0"/>
            </a:p>
          </p:txBody>
        </p:sp>
        <p:sp useBgFill="1">
          <p:nvSpPr>
            <p:cNvPr id="15" name="Ellips 14">
              <a:extLst>
                <a:ext uri="{FF2B5EF4-FFF2-40B4-BE49-F238E27FC236}">
                  <a16:creationId xmlns:a16="http://schemas.microsoft.com/office/drawing/2014/main" id="{D909885A-5D3C-4D71-A937-69B3D935C302}"/>
                </a:ext>
              </a:extLst>
            </p:cNvPr>
            <p:cNvSpPr/>
            <p:nvPr/>
          </p:nvSpPr>
          <p:spPr>
            <a:xfrm rot="10800000">
              <a:off x="10972800" y="1475479"/>
              <a:ext cx="261660" cy="261660"/>
            </a:xfrm>
            <a:prstGeom prst="ellipse">
              <a:avLst/>
            </a:prstGeom>
            <a:ln w="3848" cap="flat">
              <a:noFill/>
              <a:prstDash val="solid"/>
              <a:miter/>
            </a:ln>
            <a:effectLst>
              <a:glow rad="152400">
                <a:srgbClr val="000000">
                  <a:alpha val="4000"/>
                </a:srgbClr>
              </a:glow>
              <a:outerShdw blurRad="101600" dist="38100" dir="16200000" rotWithShape="0">
                <a:srgbClr val="000000">
                  <a:alpha val="5000"/>
                </a:srgbClr>
              </a:outerShdw>
            </a:effectLst>
          </p:spPr>
          <p:txBody>
            <a:bodyPr rtlCol="0" anchor="ctr"/>
            <a:lstStyle/>
            <a:p>
              <a:pPr rtl="0"/>
              <a:endParaRPr lang="sv-SE" noProof="0"/>
            </a:p>
          </p:txBody>
        </p:sp>
        <p:sp useBgFill="1">
          <p:nvSpPr>
            <p:cNvPr id="16" name="Ellips 15">
              <a:extLst>
                <a:ext uri="{FF2B5EF4-FFF2-40B4-BE49-F238E27FC236}">
                  <a16:creationId xmlns:a16="http://schemas.microsoft.com/office/drawing/2014/main" id="{1C2CCEA3-5FBC-4911-BC8F-47522E1C7A48}"/>
                </a:ext>
              </a:extLst>
            </p:cNvPr>
            <p:cNvSpPr/>
            <p:nvPr/>
          </p:nvSpPr>
          <p:spPr>
            <a:xfrm rot="10800000">
              <a:off x="9969500" y="380388"/>
              <a:ext cx="642322" cy="642322"/>
            </a:xfrm>
            <a:prstGeom prst="ellipse">
              <a:avLst/>
            </a:prstGeom>
            <a:ln w="3848" cap="flat">
              <a:noFill/>
              <a:prstDash val="solid"/>
              <a:miter/>
            </a:ln>
            <a:effectLst>
              <a:glow rad="152400">
                <a:srgbClr val="000000">
                  <a:alpha val="4000"/>
                </a:srgbClr>
              </a:glow>
              <a:outerShdw blurRad="101600" dist="38100" dir="16200000" rotWithShape="0">
                <a:srgbClr val="000000">
                  <a:alpha val="5000"/>
                </a:srgbClr>
              </a:outerShdw>
            </a:effectLst>
          </p:spPr>
          <p:txBody>
            <a:bodyPr rtlCol="0" anchor="ctr"/>
            <a:lstStyle/>
            <a:p>
              <a:pPr rtl="0"/>
              <a:endParaRPr lang="sv-SE" noProof="0"/>
            </a:p>
          </p:txBody>
        </p:sp>
      </p:grpSp>
      <p:sp>
        <p:nvSpPr>
          <p:cNvPr id="18" name="Platshållare för datum 2">
            <a:extLst>
              <a:ext uri="{FF2B5EF4-FFF2-40B4-BE49-F238E27FC236}">
                <a16:creationId xmlns:a16="http://schemas.microsoft.com/office/drawing/2014/main" id="{CEBDC8E3-DB7D-444D-B9B6-36628B962FB7}"/>
              </a:ext>
            </a:extLst>
          </p:cNvPr>
          <p:cNvSpPr>
            <a:spLocks noGrp="1"/>
          </p:cNvSpPr>
          <p:nvPr>
            <p:ph type="dt" sz="half" idx="10"/>
          </p:nvPr>
        </p:nvSpPr>
        <p:spPr>
          <a:xfrm>
            <a:off x="838200" y="6400800"/>
            <a:ext cx="2743200" cy="365125"/>
          </a:xfrm>
        </p:spPr>
        <p:txBody>
          <a:bodyPr rtlCol="0"/>
          <a:lstStyle/>
          <a:p>
            <a:pPr rtl="0"/>
            <a:r>
              <a:rPr lang="sv-SE" noProof="0"/>
              <a:t>2/2/20XX</a:t>
            </a:r>
          </a:p>
        </p:txBody>
      </p:sp>
      <p:sp>
        <p:nvSpPr>
          <p:cNvPr id="19" name="Platshållare för sidfot 5">
            <a:extLst>
              <a:ext uri="{FF2B5EF4-FFF2-40B4-BE49-F238E27FC236}">
                <a16:creationId xmlns:a16="http://schemas.microsoft.com/office/drawing/2014/main" id="{04CF7828-4D00-4A80-A2C2-488A6CBE1601}"/>
              </a:ext>
            </a:extLst>
          </p:cNvPr>
          <p:cNvSpPr>
            <a:spLocks noGrp="1"/>
          </p:cNvSpPr>
          <p:nvPr>
            <p:ph type="ftr" sz="quarter" idx="11"/>
          </p:nvPr>
        </p:nvSpPr>
        <p:spPr>
          <a:xfrm>
            <a:off x="4038600" y="6400800"/>
            <a:ext cx="4114800" cy="365125"/>
          </a:xfrm>
        </p:spPr>
        <p:txBody>
          <a:bodyPr rtlCol="0"/>
          <a:lstStyle>
            <a:lvl1pPr>
              <a:defRPr/>
            </a:lvl1pPr>
          </a:lstStyle>
          <a:p>
            <a:pPr rtl="0"/>
            <a:r>
              <a:rPr lang="sv-SE" noProof="0"/>
              <a:t>PRESENTATIONENS RUBRIK</a:t>
            </a:r>
          </a:p>
        </p:txBody>
      </p:sp>
      <p:sp>
        <p:nvSpPr>
          <p:cNvPr id="20" name="Platshållare för bildnummer 6">
            <a:extLst>
              <a:ext uri="{FF2B5EF4-FFF2-40B4-BE49-F238E27FC236}">
                <a16:creationId xmlns:a16="http://schemas.microsoft.com/office/drawing/2014/main" id="{1A7427F8-39B8-4BCB-8133-43D6D1ABAA7C}"/>
              </a:ext>
            </a:extLst>
          </p:cNvPr>
          <p:cNvSpPr>
            <a:spLocks noGrp="1"/>
          </p:cNvSpPr>
          <p:nvPr>
            <p:ph type="sldNum" sz="quarter" idx="12"/>
          </p:nvPr>
        </p:nvSpPr>
        <p:spPr>
          <a:xfrm>
            <a:off x="8610600" y="6400800"/>
            <a:ext cx="2743200" cy="365125"/>
          </a:xfrm>
        </p:spPr>
        <p:txBody>
          <a:bodyPr rtlCol="0"/>
          <a:lstStyle/>
          <a:p>
            <a:pPr rtl="0"/>
            <a:fld id="{DFA5D71E-5CDF-4C93-8A75-5B916FDC5BEA}" type="slidenum">
              <a:rPr lang="sv-SE" noProof="0" smtClean="0"/>
              <a:pPr rtl="0"/>
              <a:t>‹#›</a:t>
            </a:fld>
            <a:endParaRPr lang="sv-SE" noProof="0"/>
          </a:p>
        </p:txBody>
      </p:sp>
      <p:sp>
        <p:nvSpPr>
          <p:cNvPr id="3" name="Platshållare för innehåll 2">
            <a:extLst>
              <a:ext uri="{FF2B5EF4-FFF2-40B4-BE49-F238E27FC236}">
                <a16:creationId xmlns:a16="http://schemas.microsoft.com/office/drawing/2014/main" id="{E2EEF69E-6727-40D9-9752-CE0768FA0791}"/>
              </a:ext>
            </a:extLst>
          </p:cNvPr>
          <p:cNvSpPr>
            <a:spLocks noGrp="1"/>
          </p:cNvSpPr>
          <p:nvPr>
            <p:ph sz="quarter" idx="13" hasCustomPrompt="1"/>
          </p:nvPr>
        </p:nvSpPr>
        <p:spPr>
          <a:xfrm>
            <a:off x="1335088" y="1952625"/>
            <a:ext cx="9521825" cy="4049713"/>
          </a:xfrm>
        </p:spPr>
        <p:txBody>
          <a:bodyPr rtlCol="0">
            <a:normAutofit/>
          </a:bodyPr>
          <a:lstStyle>
            <a:lvl1pPr marL="0" indent="0">
              <a:buNone/>
              <a:defRPr sz="1600"/>
            </a:lvl1pPr>
            <a:lvl2pPr marL="457200" indent="0">
              <a:buNone/>
              <a:defRPr sz="1600"/>
            </a:lvl2pPr>
            <a:lvl3pPr marL="914400" indent="0">
              <a:buNone/>
              <a:defRPr sz="1600"/>
            </a:lvl3pPr>
            <a:lvl4pPr marL="1371600" indent="0">
              <a:buNone/>
              <a:defRPr sz="1600"/>
            </a:lvl4pPr>
            <a:lvl5pPr marL="1828800" indent="0">
              <a:buNone/>
              <a:defRPr sz="1600"/>
            </a:lvl5pPr>
          </a:lstStyle>
          <a:p>
            <a:pPr lvl="0" rtl="0"/>
            <a:r>
              <a:rPr lang="sv-SE" noProof="0"/>
              <a:t>Innehåll</a:t>
            </a:r>
          </a:p>
        </p:txBody>
      </p:sp>
    </p:spTree>
    <p:extLst>
      <p:ext uri="{BB962C8B-B14F-4D97-AF65-F5344CB8AC3E}">
        <p14:creationId xmlns:p14="http://schemas.microsoft.com/office/powerpoint/2010/main" val="114203319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Bord">
    <p:spTree>
      <p:nvGrpSpPr>
        <p:cNvPr id="1" name=""/>
        <p:cNvGrpSpPr/>
        <p:nvPr/>
      </p:nvGrpSpPr>
      <p:grpSpPr>
        <a:xfrm>
          <a:off x="0" y="0"/>
          <a:ext cx="0" cy="0"/>
          <a:chOff x="0" y="0"/>
          <a:chExt cx="0" cy="0"/>
        </a:xfrm>
      </p:grpSpPr>
      <p:sp>
        <p:nvSpPr>
          <p:cNvPr id="6" name="Rubrik 1">
            <a:extLst>
              <a:ext uri="{FF2B5EF4-FFF2-40B4-BE49-F238E27FC236}">
                <a16:creationId xmlns:a16="http://schemas.microsoft.com/office/drawing/2014/main" id="{6693AFB7-EE11-42A5-A443-CEE872841BD5}"/>
              </a:ext>
            </a:extLst>
          </p:cNvPr>
          <p:cNvSpPr>
            <a:spLocks noGrp="1"/>
          </p:cNvSpPr>
          <p:nvPr>
            <p:ph type="title"/>
          </p:nvPr>
        </p:nvSpPr>
        <p:spPr>
          <a:xfrm>
            <a:off x="822352" y="566127"/>
            <a:ext cx="10531448" cy="1386498"/>
          </a:xfrm>
        </p:spPr>
        <p:txBody>
          <a:bodyPr rtlCol="0" anchor="ctr">
            <a:normAutofit/>
          </a:bodyPr>
          <a:lstStyle>
            <a:lvl1pPr algn="ctr">
              <a:defRPr/>
            </a:lvl1pPr>
          </a:lstStyle>
          <a:p>
            <a:pPr algn="ctr" rtl="0"/>
            <a:r>
              <a:rPr lang="en-GB" noProof="0">
                <a:latin typeface="Aller" panose="020B0603020203020204" pitchFamily="34" charset="0"/>
                <a:cs typeface="Segoe UI" panose="020B0502040204020203" pitchFamily="34" charset="0"/>
              </a:rPr>
              <a:t>Click to edit Master title style</a:t>
            </a:r>
            <a:endParaRPr lang="sv-SE" noProof="0">
              <a:latin typeface="Aller" panose="020B0603020203020204" pitchFamily="34" charset="0"/>
              <a:cs typeface="Segoe UI" panose="020B0502040204020203" pitchFamily="34" charset="0"/>
            </a:endParaRPr>
          </a:p>
        </p:txBody>
      </p:sp>
      <p:grpSp>
        <p:nvGrpSpPr>
          <p:cNvPr id="7" name="Grupp 6">
            <a:extLst>
              <a:ext uri="{FF2B5EF4-FFF2-40B4-BE49-F238E27FC236}">
                <a16:creationId xmlns:a16="http://schemas.microsoft.com/office/drawing/2014/main" id="{24365C1B-8502-4C76-A183-977A61681004}"/>
              </a:ext>
              <a:ext uri="{C183D7F6-B498-43B3-948B-1728B52AA6E4}">
                <adec:decorative xmlns:adec="http://schemas.microsoft.com/office/drawing/2017/decorative" val="1"/>
              </a:ext>
            </a:extLst>
          </p:cNvPr>
          <p:cNvGrpSpPr/>
          <p:nvPr userDrawn="1"/>
        </p:nvGrpSpPr>
        <p:grpSpPr>
          <a:xfrm>
            <a:off x="9969500" y="206142"/>
            <a:ext cx="2102143" cy="1530997"/>
            <a:chOff x="9969500" y="206142"/>
            <a:chExt cx="2102143" cy="1530997"/>
          </a:xfrm>
        </p:grpSpPr>
        <p:sp useBgFill="1">
          <p:nvSpPr>
            <p:cNvPr id="8" name="Bild 10">
              <a:extLst>
                <a:ext uri="{FF2B5EF4-FFF2-40B4-BE49-F238E27FC236}">
                  <a16:creationId xmlns:a16="http://schemas.microsoft.com/office/drawing/2014/main" id="{8B301D95-DC48-420E-A7BA-A8B0209F7CC6}"/>
                </a:ext>
              </a:extLst>
            </p:cNvPr>
            <p:cNvSpPr/>
            <p:nvPr/>
          </p:nvSpPr>
          <p:spPr>
            <a:xfrm rot="2700000">
              <a:off x="11146356" y="206142"/>
              <a:ext cx="925287" cy="925287"/>
            </a:xfrm>
            <a:custGeom>
              <a:avLst/>
              <a:gdLst>
                <a:gd name="connsiteX0" fmla="*/ 4053340 w 6859500"/>
                <a:gd name="connsiteY0" fmla="*/ 6235893 h 6859500"/>
                <a:gd name="connsiteX1" fmla="*/ 4053340 w 6859500"/>
                <a:gd name="connsiteY1" fmla="*/ 4053340 h 6859500"/>
                <a:gd name="connsiteX2" fmla="*/ 6235893 w 6859500"/>
                <a:gd name="connsiteY2" fmla="*/ 4053340 h 6859500"/>
                <a:gd name="connsiteX3" fmla="*/ 6859501 w 6859500"/>
                <a:gd name="connsiteY3" fmla="*/ 3429731 h 6859500"/>
                <a:gd name="connsiteX4" fmla="*/ 6235893 w 6859500"/>
                <a:gd name="connsiteY4" fmla="*/ 2806123 h 6859500"/>
                <a:gd name="connsiteX5" fmla="*/ 4053340 w 6859500"/>
                <a:gd name="connsiteY5" fmla="*/ 2806123 h 6859500"/>
                <a:gd name="connsiteX6" fmla="*/ 4053340 w 6859500"/>
                <a:gd name="connsiteY6" fmla="*/ 623608 h 6859500"/>
                <a:gd name="connsiteX7" fmla="*/ 3429731 w 6859500"/>
                <a:gd name="connsiteY7" fmla="*/ 0 h 6859500"/>
                <a:gd name="connsiteX8" fmla="*/ 2806123 w 6859500"/>
                <a:gd name="connsiteY8" fmla="*/ 623608 h 6859500"/>
                <a:gd name="connsiteX9" fmla="*/ 2806123 w 6859500"/>
                <a:gd name="connsiteY9" fmla="*/ 2806161 h 6859500"/>
                <a:gd name="connsiteX10" fmla="*/ 623608 w 6859500"/>
                <a:gd name="connsiteY10" fmla="*/ 2806161 h 6859500"/>
                <a:gd name="connsiteX11" fmla="*/ 0 w 6859500"/>
                <a:gd name="connsiteY11" fmla="*/ 3429731 h 6859500"/>
                <a:gd name="connsiteX12" fmla="*/ 623608 w 6859500"/>
                <a:gd name="connsiteY12" fmla="*/ 4053340 h 6859500"/>
                <a:gd name="connsiteX13" fmla="*/ 2806161 w 6859500"/>
                <a:gd name="connsiteY13" fmla="*/ 4053340 h 6859500"/>
                <a:gd name="connsiteX14" fmla="*/ 2806161 w 6859500"/>
                <a:gd name="connsiteY14" fmla="*/ 6235893 h 6859500"/>
                <a:gd name="connsiteX15" fmla="*/ 3429770 w 6859500"/>
                <a:gd name="connsiteY15" fmla="*/ 6859501 h 6859500"/>
                <a:gd name="connsiteX16" fmla="*/ 4053340 w 6859500"/>
                <a:gd name="connsiteY16" fmla="*/ 6235893 h 6859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6859500" h="6859500">
                  <a:moveTo>
                    <a:pt x="4053340" y="6235893"/>
                  </a:moveTo>
                  <a:lnTo>
                    <a:pt x="4053340" y="4053340"/>
                  </a:lnTo>
                  <a:lnTo>
                    <a:pt x="6235893" y="4053340"/>
                  </a:lnTo>
                  <a:cubicBezTo>
                    <a:pt x="6580293" y="4053340"/>
                    <a:pt x="6859501" y="3774132"/>
                    <a:pt x="6859501" y="3429731"/>
                  </a:cubicBezTo>
                  <a:cubicBezTo>
                    <a:pt x="6859501" y="3085330"/>
                    <a:pt x="6580332" y="2806123"/>
                    <a:pt x="6235893" y="2806123"/>
                  </a:cubicBezTo>
                  <a:lnTo>
                    <a:pt x="4053340" y="2806123"/>
                  </a:lnTo>
                  <a:lnTo>
                    <a:pt x="4053340" y="623608"/>
                  </a:lnTo>
                  <a:cubicBezTo>
                    <a:pt x="4053340" y="279208"/>
                    <a:pt x="3774171" y="0"/>
                    <a:pt x="3429731" y="0"/>
                  </a:cubicBezTo>
                  <a:cubicBezTo>
                    <a:pt x="3085330" y="0"/>
                    <a:pt x="2806123" y="279208"/>
                    <a:pt x="2806123" y="623608"/>
                  </a:cubicBezTo>
                  <a:lnTo>
                    <a:pt x="2806123" y="2806161"/>
                  </a:lnTo>
                  <a:lnTo>
                    <a:pt x="623608" y="2806161"/>
                  </a:lnTo>
                  <a:cubicBezTo>
                    <a:pt x="279208" y="2806161"/>
                    <a:pt x="0" y="3085369"/>
                    <a:pt x="0" y="3429731"/>
                  </a:cubicBezTo>
                  <a:cubicBezTo>
                    <a:pt x="0" y="3774132"/>
                    <a:pt x="279208" y="4053340"/>
                    <a:pt x="623608" y="4053340"/>
                  </a:cubicBezTo>
                  <a:lnTo>
                    <a:pt x="2806161" y="4053340"/>
                  </a:lnTo>
                  <a:lnTo>
                    <a:pt x="2806161" y="6235893"/>
                  </a:lnTo>
                  <a:cubicBezTo>
                    <a:pt x="2806161" y="6580293"/>
                    <a:pt x="3085369" y="6859501"/>
                    <a:pt x="3429770" y="6859501"/>
                  </a:cubicBezTo>
                  <a:cubicBezTo>
                    <a:pt x="3774171" y="6859501"/>
                    <a:pt x="4053340" y="6580293"/>
                    <a:pt x="4053340" y="6235893"/>
                  </a:cubicBezTo>
                  <a:close/>
                </a:path>
              </a:pathLst>
            </a:custGeom>
            <a:ln w="3848" cap="flat">
              <a:noFill/>
              <a:prstDash val="solid"/>
              <a:miter/>
            </a:ln>
            <a:effectLst>
              <a:glow rad="152400">
                <a:srgbClr val="000000">
                  <a:alpha val="4000"/>
                </a:srgbClr>
              </a:glow>
              <a:outerShdw blurRad="101600" dist="38100" dir="16200000" rotWithShape="0">
                <a:srgbClr val="000000">
                  <a:alpha val="5000"/>
                </a:srgbClr>
              </a:outerShdw>
            </a:effectLst>
          </p:spPr>
          <p:txBody>
            <a:bodyPr rtlCol="0" anchor="ctr"/>
            <a:lstStyle/>
            <a:p>
              <a:pPr rtl="0"/>
              <a:endParaRPr lang="sv-SE" noProof="0"/>
            </a:p>
          </p:txBody>
        </p:sp>
        <p:sp useBgFill="1">
          <p:nvSpPr>
            <p:cNvPr id="9" name="Ellips 8">
              <a:extLst>
                <a:ext uri="{FF2B5EF4-FFF2-40B4-BE49-F238E27FC236}">
                  <a16:creationId xmlns:a16="http://schemas.microsoft.com/office/drawing/2014/main" id="{4437A3E9-B343-4F63-8EB3-E20E196ADA6F}"/>
                </a:ext>
              </a:extLst>
            </p:cNvPr>
            <p:cNvSpPr/>
            <p:nvPr/>
          </p:nvSpPr>
          <p:spPr>
            <a:xfrm rot="10800000">
              <a:off x="10972800" y="1475479"/>
              <a:ext cx="261660" cy="261660"/>
            </a:xfrm>
            <a:prstGeom prst="ellipse">
              <a:avLst/>
            </a:prstGeom>
            <a:ln w="3848" cap="flat">
              <a:noFill/>
              <a:prstDash val="solid"/>
              <a:miter/>
            </a:ln>
            <a:effectLst>
              <a:glow rad="152400">
                <a:srgbClr val="000000">
                  <a:alpha val="4000"/>
                </a:srgbClr>
              </a:glow>
              <a:outerShdw blurRad="101600" dist="38100" dir="16200000" rotWithShape="0">
                <a:srgbClr val="000000">
                  <a:alpha val="5000"/>
                </a:srgbClr>
              </a:outerShdw>
            </a:effectLst>
          </p:spPr>
          <p:txBody>
            <a:bodyPr rtlCol="0" anchor="ctr"/>
            <a:lstStyle/>
            <a:p>
              <a:pPr rtl="0"/>
              <a:endParaRPr lang="sv-SE" noProof="0"/>
            </a:p>
          </p:txBody>
        </p:sp>
        <p:sp useBgFill="1">
          <p:nvSpPr>
            <p:cNvPr id="10" name="Ellips 9">
              <a:extLst>
                <a:ext uri="{FF2B5EF4-FFF2-40B4-BE49-F238E27FC236}">
                  <a16:creationId xmlns:a16="http://schemas.microsoft.com/office/drawing/2014/main" id="{1CE068AC-F212-42BF-A1F0-707A57D7DE65}"/>
                </a:ext>
              </a:extLst>
            </p:cNvPr>
            <p:cNvSpPr/>
            <p:nvPr/>
          </p:nvSpPr>
          <p:spPr>
            <a:xfrm rot="10800000">
              <a:off x="9969500" y="380388"/>
              <a:ext cx="642322" cy="642322"/>
            </a:xfrm>
            <a:prstGeom prst="ellipse">
              <a:avLst/>
            </a:prstGeom>
            <a:ln w="3848" cap="flat">
              <a:noFill/>
              <a:prstDash val="solid"/>
              <a:miter/>
            </a:ln>
            <a:effectLst>
              <a:glow rad="152400">
                <a:srgbClr val="000000">
                  <a:alpha val="4000"/>
                </a:srgbClr>
              </a:glow>
              <a:outerShdw blurRad="101600" dist="38100" dir="16200000" rotWithShape="0">
                <a:srgbClr val="000000">
                  <a:alpha val="5000"/>
                </a:srgbClr>
              </a:outerShdw>
            </a:effectLst>
          </p:spPr>
          <p:txBody>
            <a:bodyPr rtlCol="0" anchor="ctr"/>
            <a:lstStyle/>
            <a:p>
              <a:pPr rtl="0"/>
              <a:endParaRPr lang="sv-SE" noProof="0"/>
            </a:p>
          </p:txBody>
        </p:sp>
      </p:grpSp>
      <p:sp>
        <p:nvSpPr>
          <p:cNvPr id="11" name="Platshållare för datum 2">
            <a:extLst>
              <a:ext uri="{FF2B5EF4-FFF2-40B4-BE49-F238E27FC236}">
                <a16:creationId xmlns:a16="http://schemas.microsoft.com/office/drawing/2014/main" id="{0538589D-580E-49A3-9B5F-41A31152C491}"/>
              </a:ext>
            </a:extLst>
          </p:cNvPr>
          <p:cNvSpPr>
            <a:spLocks noGrp="1"/>
          </p:cNvSpPr>
          <p:nvPr>
            <p:ph type="dt" sz="half" idx="10"/>
          </p:nvPr>
        </p:nvSpPr>
        <p:spPr>
          <a:xfrm>
            <a:off x="838200" y="6400800"/>
            <a:ext cx="2743200" cy="365125"/>
          </a:xfrm>
        </p:spPr>
        <p:txBody>
          <a:bodyPr rtlCol="0"/>
          <a:lstStyle/>
          <a:p>
            <a:pPr rtl="0"/>
            <a:r>
              <a:rPr lang="sv-SE" noProof="0"/>
              <a:t>2/2/20XX</a:t>
            </a:r>
          </a:p>
        </p:txBody>
      </p:sp>
      <p:sp>
        <p:nvSpPr>
          <p:cNvPr id="12" name="Platshållare för sidfot 5">
            <a:extLst>
              <a:ext uri="{FF2B5EF4-FFF2-40B4-BE49-F238E27FC236}">
                <a16:creationId xmlns:a16="http://schemas.microsoft.com/office/drawing/2014/main" id="{9AFEC8BE-6E4C-4E48-A75A-8F63DDB25739}"/>
              </a:ext>
            </a:extLst>
          </p:cNvPr>
          <p:cNvSpPr>
            <a:spLocks noGrp="1"/>
          </p:cNvSpPr>
          <p:nvPr>
            <p:ph type="ftr" sz="quarter" idx="11"/>
          </p:nvPr>
        </p:nvSpPr>
        <p:spPr>
          <a:xfrm>
            <a:off x="4038600" y="6400800"/>
            <a:ext cx="4114800" cy="365125"/>
          </a:xfrm>
        </p:spPr>
        <p:txBody>
          <a:bodyPr rtlCol="0"/>
          <a:lstStyle>
            <a:lvl1pPr>
              <a:defRPr/>
            </a:lvl1pPr>
          </a:lstStyle>
          <a:p>
            <a:pPr rtl="0"/>
            <a:r>
              <a:rPr lang="sv-SE" noProof="0"/>
              <a:t>PRESENTATIONENS RUBRIK</a:t>
            </a:r>
          </a:p>
        </p:txBody>
      </p:sp>
      <p:sp>
        <p:nvSpPr>
          <p:cNvPr id="13" name="Platshållare för bildnummer 6">
            <a:extLst>
              <a:ext uri="{FF2B5EF4-FFF2-40B4-BE49-F238E27FC236}">
                <a16:creationId xmlns:a16="http://schemas.microsoft.com/office/drawing/2014/main" id="{3CE8A72A-AC7D-4CE3-9724-0A703AEEB0F5}"/>
              </a:ext>
            </a:extLst>
          </p:cNvPr>
          <p:cNvSpPr>
            <a:spLocks noGrp="1"/>
          </p:cNvSpPr>
          <p:nvPr>
            <p:ph type="sldNum" sz="quarter" idx="12"/>
          </p:nvPr>
        </p:nvSpPr>
        <p:spPr>
          <a:xfrm>
            <a:off x="8610600" y="6400800"/>
            <a:ext cx="2743200" cy="365125"/>
          </a:xfrm>
        </p:spPr>
        <p:txBody>
          <a:bodyPr rtlCol="0"/>
          <a:lstStyle/>
          <a:p>
            <a:pPr rtl="0"/>
            <a:fld id="{DFA5D71E-5CDF-4C93-8A75-5B916FDC5BEA}" type="slidenum">
              <a:rPr lang="sv-SE" noProof="0" smtClean="0"/>
              <a:pPr rtl="0"/>
              <a:t>‹#›</a:t>
            </a:fld>
            <a:endParaRPr lang="sv-SE" noProof="0"/>
          </a:p>
        </p:txBody>
      </p:sp>
      <p:sp>
        <p:nvSpPr>
          <p:cNvPr id="3" name="Platshållare för innehåll 2">
            <a:extLst>
              <a:ext uri="{FF2B5EF4-FFF2-40B4-BE49-F238E27FC236}">
                <a16:creationId xmlns:a16="http://schemas.microsoft.com/office/drawing/2014/main" id="{8450B9E2-00B0-4447-A8A1-C344DC673C6B}"/>
              </a:ext>
            </a:extLst>
          </p:cNvPr>
          <p:cNvSpPr>
            <a:spLocks noGrp="1"/>
          </p:cNvSpPr>
          <p:nvPr>
            <p:ph sz="quarter" idx="13" hasCustomPrompt="1"/>
          </p:nvPr>
        </p:nvSpPr>
        <p:spPr>
          <a:xfrm>
            <a:off x="1762125" y="2362200"/>
            <a:ext cx="8639175" cy="3314700"/>
          </a:xfrm>
        </p:spPr>
        <p:txBody>
          <a:bodyPr rtlCol="0">
            <a:normAutofit/>
          </a:bodyPr>
          <a:lstStyle>
            <a:lvl1pPr marL="0" indent="0">
              <a:buNone/>
              <a:defRPr sz="1800"/>
            </a:lvl1pPr>
            <a:lvl2pPr marL="457200" indent="0">
              <a:buNone/>
              <a:defRPr sz="1800"/>
            </a:lvl2pPr>
            <a:lvl3pPr marL="914400" indent="0">
              <a:buNone/>
              <a:defRPr sz="1800"/>
            </a:lvl3pPr>
            <a:lvl4pPr marL="1371600" indent="0">
              <a:buNone/>
              <a:defRPr sz="1800"/>
            </a:lvl4pPr>
            <a:lvl5pPr marL="1828800" indent="0">
              <a:buNone/>
              <a:defRPr sz="1800"/>
            </a:lvl5pPr>
          </a:lstStyle>
          <a:p>
            <a:pPr lvl="0" rtl="0"/>
            <a:r>
              <a:rPr lang="sv-SE" noProof="0"/>
              <a:t>Innehåll</a:t>
            </a:r>
          </a:p>
        </p:txBody>
      </p:sp>
    </p:spTree>
    <p:extLst>
      <p:ext uri="{BB962C8B-B14F-4D97-AF65-F5344CB8AC3E}">
        <p14:creationId xmlns:p14="http://schemas.microsoft.com/office/powerpoint/2010/main" val="244336993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itat">
    <p:spTree>
      <p:nvGrpSpPr>
        <p:cNvPr id="1" name=""/>
        <p:cNvGrpSpPr/>
        <p:nvPr/>
      </p:nvGrpSpPr>
      <p:grpSpPr>
        <a:xfrm>
          <a:off x="0" y="0"/>
          <a:ext cx="0" cy="0"/>
          <a:chOff x="0" y="0"/>
          <a:chExt cx="0" cy="0"/>
        </a:xfrm>
      </p:grpSpPr>
      <p:sp>
        <p:nvSpPr>
          <p:cNvPr id="15" name="Platshållare för bild 14">
            <a:extLst>
              <a:ext uri="{FF2B5EF4-FFF2-40B4-BE49-F238E27FC236}">
                <a16:creationId xmlns:a16="http://schemas.microsoft.com/office/drawing/2014/main" id="{D4A9F27B-681F-4AFD-B774-93B4D7E7C4AB}"/>
              </a:ext>
            </a:extLst>
          </p:cNvPr>
          <p:cNvSpPr>
            <a:spLocks noGrp="1"/>
          </p:cNvSpPr>
          <p:nvPr>
            <p:ph type="pic" sz="quarter" idx="13" hasCustomPrompt="1"/>
          </p:nvPr>
        </p:nvSpPr>
        <p:spPr>
          <a:xfrm>
            <a:off x="542925" y="0"/>
            <a:ext cx="11106150" cy="6303588"/>
          </a:xfrm>
          <a:custGeom>
            <a:avLst/>
            <a:gdLst>
              <a:gd name="connsiteX0" fmla="*/ 0 w 11106150"/>
              <a:gd name="connsiteY0" fmla="*/ 0 h 6303588"/>
              <a:gd name="connsiteX1" fmla="*/ 11106150 w 11106150"/>
              <a:gd name="connsiteY1" fmla="*/ 0 h 6303588"/>
              <a:gd name="connsiteX2" fmla="*/ 11106150 w 11106150"/>
              <a:gd name="connsiteY2" fmla="*/ 5562639 h 6303588"/>
              <a:gd name="connsiteX3" fmla="*/ 11105955 w 11106150"/>
              <a:gd name="connsiteY3" fmla="*/ 5562599 h 6303588"/>
              <a:gd name="connsiteX4" fmla="*/ 10938762 w 11106150"/>
              <a:gd name="connsiteY4" fmla="*/ 5729792 h 6303588"/>
              <a:gd name="connsiteX5" fmla="*/ 11105955 w 11106150"/>
              <a:gd name="connsiteY5" fmla="*/ 5896985 h 6303588"/>
              <a:gd name="connsiteX6" fmla="*/ 11106150 w 11106150"/>
              <a:gd name="connsiteY6" fmla="*/ 5896946 h 6303588"/>
              <a:gd name="connsiteX7" fmla="*/ 11106150 w 11106150"/>
              <a:gd name="connsiteY7" fmla="*/ 6303588 h 6303588"/>
              <a:gd name="connsiteX8" fmla="*/ 0 w 11106150"/>
              <a:gd name="connsiteY8" fmla="*/ 6303588 h 6303588"/>
              <a:gd name="connsiteX9" fmla="*/ 0 w 11106150"/>
              <a:gd name="connsiteY9" fmla="*/ 1178324 h 6303588"/>
              <a:gd name="connsiteX10" fmla="*/ 195 w 11106150"/>
              <a:gd name="connsiteY10" fmla="*/ 1178130 h 6303588"/>
              <a:gd name="connsiteX11" fmla="*/ 194290 w 11106150"/>
              <a:gd name="connsiteY11" fmla="*/ 1372225 h 6303588"/>
              <a:gd name="connsiteX12" fmla="*/ 305205 w 11106150"/>
              <a:gd name="connsiteY12" fmla="*/ 1372225 h 6303588"/>
              <a:gd name="connsiteX13" fmla="*/ 305205 w 11106150"/>
              <a:gd name="connsiteY13" fmla="*/ 1261310 h 6303588"/>
              <a:gd name="connsiteX14" fmla="*/ 111110 w 11106150"/>
              <a:gd name="connsiteY14" fmla="*/ 1067214 h 6303588"/>
              <a:gd name="connsiteX15" fmla="*/ 305202 w 11106150"/>
              <a:gd name="connsiteY15" fmla="*/ 873123 h 6303588"/>
              <a:gd name="connsiteX16" fmla="*/ 305202 w 11106150"/>
              <a:gd name="connsiteY16" fmla="*/ 762207 h 6303588"/>
              <a:gd name="connsiteX17" fmla="*/ 194286 w 11106150"/>
              <a:gd name="connsiteY17" fmla="*/ 762207 h 6303588"/>
              <a:gd name="connsiteX18" fmla="*/ 191 w 11106150"/>
              <a:gd name="connsiteY18" fmla="*/ 956302 h 6303588"/>
              <a:gd name="connsiteX19" fmla="*/ 0 w 11106150"/>
              <a:gd name="connsiteY19" fmla="*/ 956111 h 63035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1106150" h="6303588">
                <a:moveTo>
                  <a:pt x="0" y="0"/>
                </a:moveTo>
                <a:lnTo>
                  <a:pt x="11106150" y="0"/>
                </a:lnTo>
                <a:lnTo>
                  <a:pt x="11106150" y="5562639"/>
                </a:lnTo>
                <a:lnTo>
                  <a:pt x="11105955" y="5562599"/>
                </a:lnTo>
                <a:cubicBezTo>
                  <a:pt x="11013617" y="5562599"/>
                  <a:pt x="10938762" y="5637454"/>
                  <a:pt x="10938762" y="5729792"/>
                </a:cubicBezTo>
                <a:cubicBezTo>
                  <a:pt x="10938762" y="5822130"/>
                  <a:pt x="11013617" y="5896985"/>
                  <a:pt x="11105955" y="5896985"/>
                </a:cubicBezTo>
                <a:lnTo>
                  <a:pt x="11106150" y="5896946"/>
                </a:lnTo>
                <a:lnTo>
                  <a:pt x="11106150" y="6303588"/>
                </a:lnTo>
                <a:lnTo>
                  <a:pt x="0" y="6303588"/>
                </a:lnTo>
                <a:lnTo>
                  <a:pt x="0" y="1178324"/>
                </a:lnTo>
                <a:lnTo>
                  <a:pt x="195" y="1178130"/>
                </a:lnTo>
                <a:lnTo>
                  <a:pt x="194290" y="1372225"/>
                </a:lnTo>
                <a:cubicBezTo>
                  <a:pt x="224917" y="1402853"/>
                  <a:pt x="274577" y="1402853"/>
                  <a:pt x="305205" y="1372225"/>
                </a:cubicBezTo>
                <a:cubicBezTo>
                  <a:pt x="335833" y="1341597"/>
                  <a:pt x="335836" y="1291941"/>
                  <a:pt x="305205" y="1261310"/>
                </a:cubicBezTo>
                <a:lnTo>
                  <a:pt x="111110" y="1067214"/>
                </a:lnTo>
                <a:lnTo>
                  <a:pt x="305202" y="873123"/>
                </a:lnTo>
                <a:cubicBezTo>
                  <a:pt x="335830" y="842495"/>
                  <a:pt x="335833" y="792838"/>
                  <a:pt x="305202" y="762207"/>
                </a:cubicBezTo>
                <a:cubicBezTo>
                  <a:pt x="274574" y="731580"/>
                  <a:pt x="224914" y="731580"/>
                  <a:pt x="194286" y="762207"/>
                </a:cubicBezTo>
                <a:lnTo>
                  <a:pt x="191" y="956302"/>
                </a:lnTo>
                <a:lnTo>
                  <a:pt x="0" y="956111"/>
                </a:lnTo>
                <a:close/>
              </a:path>
            </a:pathLst>
          </a:custGeom>
        </p:spPr>
        <p:txBody>
          <a:bodyPr wrap="square" rtlCol="0">
            <a:noAutofit/>
          </a:bodyPr>
          <a:lstStyle>
            <a:lvl1pPr marL="0" indent="0" algn="ctr">
              <a:buNone/>
              <a:defRPr sz="2000"/>
            </a:lvl1pPr>
          </a:lstStyle>
          <a:p>
            <a:pPr rtl="0"/>
            <a:r>
              <a:rPr lang="sv-SE" noProof="0"/>
              <a:t>Infoga fotot här</a:t>
            </a:r>
          </a:p>
        </p:txBody>
      </p:sp>
      <p:sp>
        <p:nvSpPr>
          <p:cNvPr id="2" name="Rubrik 1">
            <a:extLst>
              <a:ext uri="{FF2B5EF4-FFF2-40B4-BE49-F238E27FC236}">
                <a16:creationId xmlns:a16="http://schemas.microsoft.com/office/drawing/2014/main" id="{C5CF2BD1-012F-4FC1-8150-5ABFB71D8000}"/>
              </a:ext>
            </a:extLst>
          </p:cNvPr>
          <p:cNvSpPr>
            <a:spLocks noGrp="1"/>
          </p:cNvSpPr>
          <p:nvPr>
            <p:ph type="title" hasCustomPrompt="1"/>
          </p:nvPr>
        </p:nvSpPr>
        <p:spPr>
          <a:xfrm>
            <a:off x="1209675" y="1188084"/>
            <a:ext cx="4886325" cy="3353435"/>
          </a:xfrm>
        </p:spPr>
        <p:txBody>
          <a:bodyPr rtlCol="0" anchor="t"/>
          <a:lstStyle>
            <a:lvl1pPr>
              <a:lnSpc>
                <a:spcPct val="110000"/>
              </a:lnSpc>
              <a:spcBef>
                <a:spcPts val="1000"/>
              </a:spcBef>
              <a:defRPr>
                <a:solidFill>
                  <a:schemeClr val="bg1"/>
                </a:solidFill>
                <a:effectLst>
                  <a:outerShdw blurRad="38100" dist="38100" dir="2700000" algn="tl">
                    <a:srgbClr val="000000">
                      <a:alpha val="43137"/>
                    </a:srgbClr>
                  </a:outerShdw>
                </a:effectLst>
              </a:defRPr>
            </a:lvl1pPr>
          </a:lstStyle>
          <a:p>
            <a:pPr rtl="0"/>
            <a:r>
              <a:rPr lang="sv-SE" noProof="0"/>
              <a:t>Klicka för att infoga rubrik</a:t>
            </a:r>
          </a:p>
        </p:txBody>
      </p:sp>
      <p:sp>
        <p:nvSpPr>
          <p:cNvPr id="19" name="Platshållare för text 17">
            <a:extLst>
              <a:ext uri="{FF2B5EF4-FFF2-40B4-BE49-F238E27FC236}">
                <a16:creationId xmlns:a16="http://schemas.microsoft.com/office/drawing/2014/main" id="{CA5CDEBD-7143-4A5E-8992-1CC22CCB7DAC}"/>
              </a:ext>
            </a:extLst>
          </p:cNvPr>
          <p:cNvSpPr>
            <a:spLocks noGrp="1"/>
          </p:cNvSpPr>
          <p:nvPr>
            <p:ph type="body" sz="quarter" idx="15" hasCustomPrompt="1"/>
          </p:nvPr>
        </p:nvSpPr>
        <p:spPr>
          <a:xfrm>
            <a:off x="1209675" y="4744720"/>
            <a:ext cx="4886325" cy="802640"/>
          </a:xfrm>
        </p:spPr>
        <p:txBody>
          <a:bodyPr rtlCol="0">
            <a:normAutofit/>
          </a:bodyPr>
          <a:lstStyle>
            <a:lvl1pPr marL="0" indent="0">
              <a:buNone/>
              <a:defRPr sz="2800">
                <a:solidFill>
                  <a:schemeClr val="bg1"/>
                </a:solidFill>
                <a:effectLst>
                  <a:outerShdw blurRad="38100" dist="38100" dir="2700000" algn="tl">
                    <a:srgbClr val="000000">
                      <a:alpha val="43137"/>
                    </a:srgbClr>
                  </a:outerShdw>
                </a:effectLst>
              </a:defRPr>
            </a:lvl1pPr>
          </a:lstStyle>
          <a:p>
            <a:pPr lvl="0" rtl="0"/>
            <a:r>
              <a:rPr lang="sv-SE" noProof="0"/>
              <a:t>Klicka för att infoga underrubrik</a:t>
            </a:r>
          </a:p>
        </p:txBody>
      </p:sp>
      <p:sp>
        <p:nvSpPr>
          <p:cNvPr id="11" name="Platshållare för datum 4">
            <a:extLst>
              <a:ext uri="{FF2B5EF4-FFF2-40B4-BE49-F238E27FC236}">
                <a16:creationId xmlns:a16="http://schemas.microsoft.com/office/drawing/2014/main" id="{3310B848-1DD7-4FAE-9A29-A903AB28D510}"/>
              </a:ext>
            </a:extLst>
          </p:cNvPr>
          <p:cNvSpPr>
            <a:spLocks noGrp="1"/>
          </p:cNvSpPr>
          <p:nvPr>
            <p:ph type="dt" sz="half" idx="10"/>
          </p:nvPr>
        </p:nvSpPr>
        <p:spPr>
          <a:xfrm>
            <a:off x="838200" y="6400800"/>
            <a:ext cx="2743200" cy="365125"/>
          </a:xfrm>
        </p:spPr>
        <p:txBody>
          <a:bodyPr rtlCol="0"/>
          <a:lstStyle/>
          <a:p>
            <a:pPr rtl="0"/>
            <a:r>
              <a:rPr lang="sv-SE" noProof="0"/>
              <a:t>2/2/20XX</a:t>
            </a:r>
          </a:p>
        </p:txBody>
      </p:sp>
      <p:sp>
        <p:nvSpPr>
          <p:cNvPr id="12" name="Platshållare för sidfot 10">
            <a:extLst>
              <a:ext uri="{FF2B5EF4-FFF2-40B4-BE49-F238E27FC236}">
                <a16:creationId xmlns:a16="http://schemas.microsoft.com/office/drawing/2014/main" id="{C4EABCE6-B9A0-4478-8470-10FE3275E97D}"/>
              </a:ext>
            </a:extLst>
          </p:cNvPr>
          <p:cNvSpPr>
            <a:spLocks noGrp="1"/>
          </p:cNvSpPr>
          <p:nvPr>
            <p:ph type="ftr" sz="quarter" idx="11"/>
          </p:nvPr>
        </p:nvSpPr>
        <p:spPr>
          <a:xfrm>
            <a:off x="4038600" y="6400800"/>
            <a:ext cx="4114800" cy="365125"/>
          </a:xfrm>
        </p:spPr>
        <p:txBody>
          <a:bodyPr rtlCol="0"/>
          <a:lstStyle>
            <a:lvl1pPr>
              <a:defRPr/>
            </a:lvl1pPr>
          </a:lstStyle>
          <a:p>
            <a:pPr rtl="0"/>
            <a:r>
              <a:rPr lang="sv-SE" noProof="0"/>
              <a:t>PRESENTATIONENS RUBRIK</a:t>
            </a:r>
          </a:p>
        </p:txBody>
      </p:sp>
      <p:sp>
        <p:nvSpPr>
          <p:cNvPr id="13" name="Platshållare för bildnummer 11">
            <a:extLst>
              <a:ext uri="{FF2B5EF4-FFF2-40B4-BE49-F238E27FC236}">
                <a16:creationId xmlns:a16="http://schemas.microsoft.com/office/drawing/2014/main" id="{7BC00746-548B-44E3-BCF4-D999C0384B32}"/>
              </a:ext>
            </a:extLst>
          </p:cNvPr>
          <p:cNvSpPr>
            <a:spLocks noGrp="1"/>
          </p:cNvSpPr>
          <p:nvPr>
            <p:ph type="sldNum" sz="quarter" idx="12"/>
          </p:nvPr>
        </p:nvSpPr>
        <p:spPr>
          <a:xfrm>
            <a:off x="8610600" y="6400800"/>
            <a:ext cx="2743200" cy="365125"/>
          </a:xfrm>
        </p:spPr>
        <p:txBody>
          <a:bodyPr rtlCol="0"/>
          <a:lstStyle/>
          <a:p>
            <a:pPr rtl="0"/>
            <a:fld id="{DFA5D71E-5CDF-4C93-8A75-5B916FDC5BEA}" type="slidenum">
              <a:rPr lang="sv-SE" noProof="0" smtClean="0"/>
              <a:pPr rtl="0"/>
              <a:t>‹#›</a:t>
            </a:fld>
            <a:endParaRPr lang="sv-SE" noProof="0"/>
          </a:p>
        </p:txBody>
      </p:sp>
      <p:grpSp>
        <p:nvGrpSpPr>
          <p:cNvPr id="17" name="Grupp 16">
            <a:extLst>
              <a:ext uri="{FF2B5EF4-FFF2-40B4-BE49-F238E27FC236}">
                <a16:creationId xmlns:a16="http://schemas.microsoft.com/office/drawing/2014/main" id="{0C47AB42-9344-4388-8186-987D011AC256}"/>
              </a:ext>
              <a:ext uri="{C183D7F6-B498-43B3-948B-1728B52AA6E4}">
                <adec:decorative xmlns:adec="http://schemas.microsoft.com/office/drawing/2017/decorative" val="1"/>
              </a:ext>
            </a:extLst>
          </p:cNvPr>
          <p:cNvGrpSpPr/>
          <p:nvPr userDrawn="1"/>
        </p:nvGrpSpPr>
        <p:grpSpPr>
          <a:xfrm>
            <a:off x="111772" y="635870"/>
            <a:ext cx="11704301" cy="5261115"/>
            <a:chOff x="111772" y="635870"/>
            <a:chExt cx="11704301" cy="5261115"/>
          </a:xfrm>
        </p:grpSpPr>
        <p:sp useBgFill="1">
          <p:nvSpPr>
            <p:cNvPr id="18" name="Bild 10">
              <a:extLst>
                <a:ext uri="{FF2B5EF4-FFF2-40B4-BE49-F238E27FC236}">
                  <a16:creationId xmlns:a16="http://schemas.microsoft.com/office/drawing/2014/main" id="{AF670C5B-6404-41AC-9E4B-7079704AD98F}"/>
                </a:ext>
              </a:extLst>
            </p:cNvPr>
            <p:cNvSpPr/>
            <p:nvPr/>
          </p:nvSpPr>
          <p:spPr>
            <a:xfrm rot="2700000">
              <a:off x="111772" y="635870"/>
              <a:ext cx="862695" cy="862695"/>
            </a:xfrm>
            <a:custGeom>
              <a:avLst/>
              <a:gdLst>
                <a:gd name="connsiteX0" fmla="*/ 4053340 w 6859500"/>
                <a:gd name="connsiteY0" fmla="*/ 6235893 h 6859500"/>
                <a:gd name="connsiteX1" fmla="*/ 4053340 w 6859500"/>
                <a:gd name="connsiteY1" fmla="*/ 4053340 h 6859500"/>
                <a:gd name="connsiteX2" fmla="*/ 6235893 w 6859500"/>
                <a:gd name="connsiteY2" fmla="*/ 4053340 h 6859500"/>
                <a:gd name="connsiteX3" fmla="*/ 6859501 w 6859500"/>
                <a:gd name="connsiteY3" fmla="*/ 3429731 h 6859500"/>
                <a:gd name="connsiteX4" fmla="*/ 6235893 w 6859500"/>
                <a:gd name="connsiteY4" fmla="*/ 2806123 h 6859500"/>
                <a:gd name="connsiteX5" fmla="*/ 4053340 w 6859500"/>
                <a:gd name="connsiteY5" fmla="*/ 2806123 h 6859500"/>
                <a:gd name="connsiteX6" fmla="*/ 4053340 w 6859500"/>
                <a:gd name="connsiteY6" fmla="*/ 623608 h 6859500"/>
                <a:gd name="connsiteX7" fmla="*/ 3429731 w 6859500"/>
                <a:gd name="connsiteY7" fmla="*/ 0 h 6859500"/>
                <a:gd name="connsiteX8" fmla="*/ 2806123 w 6859500"/>
                <a:gd name="connsiteY8" fmla="*/ 623608 h 6859500"/>
                <a:gd name="connsiteX9" fmla="*/ 2806123 w 6859500"/>
                <a:gd name="connsiteY9" fmla="*/ 2806161 h 6859500"/>
                <a:gd name="connsiteX10" fmla="*/ 623608 w 6859500"/>
                <a:gd name="connsiteY10" fmla="*/ 2806161 h 6859500"/>
                <a:gd name="connsiteX11" fmla="*/ 0 w 6859500"/>
                <a:gd name="connsiteY11" fmla="*/ 3429731 h 6859500"/>
                <a:gd name="connsiteX12" fmla="*/ 623608 w 6859500"/>
                <a:gd name="connsiteY12" fmla="*/ 4053340 h 6859500"/>
                <a:gd name="connsiteX13" fmla="*/ 2806161 w 6859500"/>
                <a:gd name="connsiteY13" fmla="*/ 4053340 h 6859500"/>
                <a:gd name="connsiteX14" fmla="*/ 2806161 w 6859500"/>
                <a:gd name="connsiteY14" fmla="*/ 6235893 h 6859500"/>
                <a:gd name="connsiteX15" fmla="*/ 3429770 w 6859500"/>
                <a:gd name="connsiteY15" fmla="*/ 6859501 h 6859500"/>
                <a:gd name="connsiteX16" fmla="*/ 4053340 w 6859500"/>
                <a:gd name="connsiteY16" fmla="*/ 6235893 h 6859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6859500" h="6859500">
                  <a:moveTo>
                    <a:pt x="4053340" y="6235893"/>
                  </a:moveTo>
                  <a:lnTo>
                    <a:pt x="4053340" y="4053340"/>
                  </a:lnTo>
                  <a:lnTo>
                    <a:pt x="6235893" y="4053340"/>
                  </a:lnTo>
                  <a:cubicBezTo>
                    <a:pt x="6580293" y="4053340"/>
                    <a:pt x="6859501" y="3774132"/>
                    <a:pt x="6859501" y="3429731"/>
                  </a:cubicBezTo>
                  <a:cubicBezTo>
                    <a:pt x="6859501" y="3085330"/>
                    <a:pt x="6580332" y="2806123"/>
                    <a:pt x="6235893" y="2806123"/>
                  </a:cubicBezTo>
                  <a:lnTo>
                    <a:pt x="4053340" y="2806123"/>
                  </a:lnTo>
                  <a:lnTo>
                    <a:pt x="4053340" y="623608"/>
                  </a:lnTo>
                  <a:cubicBezTo>
                    <a:pt x="4053340" y="279208"/>
                    <a:pt x="3774171" y="0"/>
                    <a:pt x="3429731" y="0"/>
                  </a:cubicBezTo>
                  <a:cubicBezTo>
                    <a:pt x="3085330" y="0"/>
                    <a:pt x="2806123" y="279208"/>
                    <a:pt x="2806123" y="623608"/>
                  </a:cubicBezTo>
                  <a:lnTo>
                    <a:pt x="2806123" y="2806161"/>
                  </a:lnTo>
                  <a:lnTo>
                    <a:pt x="623608" y="2806161"/>
                  </a:lnTo>
                  <a:cubicBezTo>
                    <a:pt x="279208" y="2806161"/>
                    <a:pt x="0" y="3085369"/>
                    <a:pt x="0" y="3429731"/>
                  </a:cubicBezTo>
                  <a:cubicBezTo>
                    <a:pt x="0" y="3774132"/>
                    <a:pt x="279208" y="4053340"/>
                    <a:pt x="623608" y="4053340"/>
                  </a:cubicBezTo>
                  <a:lnTo>
                    <a:pt x="2806161" y="4053340"/>
                  </a:lnTo>
                  <a:lnTo>
                    <a:pt x="2806161" y="6235893"/>
                  </a:lnTo>
                  <a:cubicBezTo>
                    <a:pt x="2806161" y="6580293"/>
                    <a:pt x="3085369" y="6859501"/>
                    <a:pt x="3429770" y="6859501"/>
                  </a:cubicBezTo>
                  <a:cubicBezTo>
                    <a:pt x="3774171" y="6859501"/>
                    <a:pt x="4053340" y="6580293"/>
                    <a:pt x="4053340" y="6235893"/>
                  </a:cubicBezTo>
                  <a:close/>
                </a:path>
              </a:pathLst>
            </a:custGeom>
            <a:ln w="3848" cap="flat">
              <a:noFill/>
              <a:prstDash val="solid"/>
              <a:miter/>
            </a:ln>
            <a:effectLst>
              <a:glow rad="152400">
                <a:srgbClr val="000000">
                  <a:alpha val="4000"/>
                </a:srgbClr>
              </a:glow>
              <a:outerShdw blurRad="101600" dist="38100" dir="16200000" rotWithShape="0">
                <a:srgbClr val="000000">
                  <a:alpha val="5000"/>
                </a:srgbClr>
              </a:outerShdw>
            </a:effectLst>
          </p:spPr>
          <p:txBody>
            <a:bodyPr rtlCol="0" anchor="ctr"/>
            <a:lstStyle/>
            <a:p>
              <a:pPr rtl="0"/>
              <a:endParaRPr lang="sv-SE" noProof="0"/>
            </a:p>
          </p:txBody>
        </p:sp>
        <p:sp useBgFill="1">
          <p:nvSpPr>
            <p:cNvPr id="20" name="Ellips 19">
              <a:extLst>
                <a:ext uri="{FF2B5EF4-FFF2-40B4-BE49-F238E27FC236}">
                  <a16:creationId xmlns:a16="http://schemas.microsoft.com/office/drawing/2014/main" id="{06EEC11D-FD72-4E2C-9BE7-0ADDCC1FCDA0}"/>
                </a:ext>
              </a:extLst>
            </p:cNvPr>
            <p:cNvSpPr/>
            <p:nvPr/>
          </p:nvSpPr>
          <p:spPr>
            <a:xfrm rot="10800000">
              <a:off x="11481688" y="5562600"/>
              <a:ext cx="334385" cy="334385"/>
            </a:xfrm>
            <a:prstGeom prst="ellipse">
              <a:avLst/>
            </a:prstGeom>
            <a:ln w="3848" cap="flat">
              <a:noFill/>
              <a:prstDash val="solid"/>
              <a:miter/>
            </a:ln>
            <a:effectLst>
              <a:glow rad="152400">
                <a:srgbClr val="000000">
                  <a:alpha val="4000"/>
                </a:srgbClr>
              </a:glow>
              <a:outerShdw blurRad="101600" dist="38100" dir="16200000" rotWithShape="0">
                <a:srgbClr val="000000">
                  <a:alpha val="5000"/>
                </a:srgbClr>
              </a:outerShdw>
            </a:effectLst>
          </p:spPr>
          <p:txBody>
            <a:bodyPr rtlCol="0" anchor="ctr"/>
            <a:lstStyle/>
            <a:p>
              <a:pPr rtl="0"/>
              <a:endParaRPr lang="sv-SE" noProof="0"/>
            </a:p>
          </p:txBody>
        </p:sp>
      </p:grpSp>
    </p:spTree>
    <p:extLst>
      <p:ext uri="{BB962C8B-B14F-4D97-AF65-F5344CB8AC3E}">
        <p14:creationId xmlns:p14="http://schemas.microsoft.com/office/powerpoint/2010/main" val="11757920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eam">
    <p:spTree>
      <p:nvGrpSpPr>
        <p:cNvPr id="1" name=""/>
        <p:cNvGrpSpPr/>
        <p:nvPr/>
      </p:nvGrpSpPr>
      <p:grpSpPr>
        <a:xfrm>
          <a:off x="0" y="0"/>
          <a:ext cx="0" cy="0"/>
          <a:chOff x="0" y="0"/>
          <a:chExt cx="0" cy="0"/>
        </a:xfrm>
      </p:grpSpPr>
      <p:sp>
        <p:nvSpPr>
          <p:cNvPr id="9" name="Rubrik 1">
            <a:extLst>
              <a:ext uri="{FF2B5EF4-FFF2-40B4-BE49-F238E27FC236}">
                <a16:creationId xmlns:a16="http://schemas.microsoft.com/office/drawing/2014/main" id="{BC926DD1-2816-4B16-9809-3DD34B7DD0BA}"/>
              </a:ext>
            </a:extLst>
          </p:cNvPr>
          <p:cNvSpPr>
            <a:spLocks noGrp="1"/>
          </p:cNvSpPr>
          <p:nvPr>
            <p:ph type="title"/>
          </p:nvPr>
        </p:nvSpPr>
        <p:spPr>
          <a:xfrm>
            <a:off x="457200" y="544786"/>
            <a:ext cx="11238346" cy="836339"/>
          </a:xfrm>
        </p:spPr>
        <p:txBody>
          <a:bodyPr rtlCol="0" anchor="t">
            <a:normAutofit/>
          </a:bodyPr>
          <a:lstStyle/>
          <a:p>
            <a:pPr rtl="0"/>
            <a:r>
              <a:rPr lang="en-GB" noProof="0">
                <a:cs typeface="Segoe UI" panose="020B0502040204020203" pitchFamily="34" charset="0"/>
              </a:rPr>
              <a:t>Click to edit Master title style</a:t>
            </a:r>
            <a:endParaRPr lang="sv-SE" noProof="0">
              <a:cs typeface="Segoe UI" panose="020B0502040204020203" pitchFamily="34" charset="0"/>
            </a:endParaRPr>
          </a:p>
        </p:txBody>
      </p:sp>
      <p:grpSp>
        <p:nvGrpSpPr>
          <p:cNvPr id="10" name="Grupp 9">
            <a:extLst>
              <a:ext uri="{FF2B5EF4-FFF2-40B4-BE49-F238E27FC236}">
                <a16:creationId xmlns:a16="http://schemas.microsoft.com/office/drawing/2014/main" id="{C3584E3F-FDB4-479B-BC59-3152EAFFA139}"/>
              </a:ext>
              <a:ext uri="{C183D7F6-B498-43B3-948B-1728B52AA6E4}">
                <adec:decorative xmlns:adec="http://schemas.microsoft.com/office/drawing/2017/decorative" val="1"/>
              </a:ext>
            </a:extLst>
          </p:cNvPr>
          <p:cNvGrpSpPr/>
          <p:nvPr userDrawn="1"/>
        </p:nvGrpSpPr>
        <p:grpSpPr>
          <a:xfrm>
            <a:off x="10134054" y="381222"/>
            <a:ext cx="1776608" cy="1547254"/>
            <a:chOff x="10134054" y="381222"/>
            <a:chExt cx="1776608" cy="1547254"/>
          </a:xfrm>
        </p:grpSpPr>
        <p:sp useBgFill="1">
          <p:nvSpPr>
            <p:cNvPr id="11" name="Bild 10">
              <a:extLst>
                <a:ext uri="{FF2B5EF4-FFF2-40B4-BE49-F238E27FC236}">
                  <a16:creationId xmlns:a16="http://schemas.microsoft.com/office/drawing/2014/main" id="{192E3F94-4B07-4FE3-90A9-AF47C6013652}"/>
                </a:ext>
              </a:extLst>
            </p:cNvPr>
            <p:cNvSpPr/>
            <p:nvPr/>
          </p:nvSpPr>
          <p:spPr>
            <a:xfrm rot="2700000">
              <a:off x="10895075" y="863805"/>
              <a:ext cx="1015587" cy="1015587"/>
            </a:xfrm>
            <a:custGeom>
              <a:avLst/>
              <a:gdLst>
                <a:gd name="connsiteX0" fmla="*/ 4053340 w 6859500"/>
                <a:gd name="connsiteY0" fmla="*/ 6235893 h 6859500"/>
                <a:gd name="connsiteX1" fmla="*/ 4053340 w 6859500"/>
                <a:gd name="connsiteY1" fmla="*/ 4053340 h 6859500"/>
                <a:gd name="connsiteX2" fmla="*/ 6235893 w 6859500"/>
                <a:gd name="connsiteY2" fmla="*/ 4053340 h 6859500"/>
                <a:gd name="connsiteX3" fmla="*/ 6859501 w 6859500"/>
                <a:gd name="connsiteY3" fmla="*/ 3429731 h 6859500"/>
                <a:gd name="connsiteX4" fmla="*/ 6235893 w 6859500"/>
                <a:gd name="connsiteY4" fmla="*/ 2806123 h 6859500"/>
                <a:gd name="connsiteX5" fmla="*/ 4053340 w 6859500"/>
                <a:gd name="connsiteY5" fmla="*/ 2806123 h 6859500"/>
                <a:gd name="connsiteX6" fmla="*/ 4053340 w 6859500"/>
                <a:gd name="connsiteY6" fmla="*/ 623608 h 6859500"/>
                <a:gd name="connsiteX7" fmla="*/ 3429731 w 6859500"/>
                <a:gd name="connsiteY7" fmla="*/ 0 h 6859500"/>
                <a:gd name="connsiteX8" fmla="*/ 2806123 w 6859500"/>
                <a:gd name="connsiteY8" fmla="*/ 623608 h 6859500"/>
                <a:gd name="connsiteX9" fmla="*/ 2806123 w 6859500"/>
                <a:gd name="connsiteY9" fmla="*/ 2806161 h 6859500"/>
                <a:gd name="connsiteX10" fmla="*/ 623608 w 6859500"/>
                <a:gd name="connsiteY10" fmla="*/ 2806161 h 6859500"/>
                <a:gd name="connsiteX11" fmla="*/ 0 w 6859500"/>
                <a:gd name="connsiteY11" fmla="*/ 3429731 h 6859500"/>
                <a:gd name="connsiteX12" fmla="*/ 623608 w 6859500"/>
                <a:gd name="connsiteY12" fmla="*/ 4053340 h 6859500"/>
                <a:gd name="connsiteX13" fmla="*/ 2806161 w 6859500"/>
                <a:gd name="connsiteY13" fmla="*/ 4053340 h 6859500"/>
                <a:gd name="connsiteX14" fmla="*/ 2806161 w 6859500"/>
                <a:gd name="connsiteY14" fmla="*/ 6235893 h 6859500"/>
                <a:gd name="connsiteX15" fmla="*/ 3429770 w 6859500"/>
                <a:gd name="connsiteY15" fmla="*/ 6859501 h 6859500"/>
                <a:gd name="connsiteX16" fmla="*/ 4053340 w 6859500"/>
                <a:gd name="connsiteY16" fmla="*/ 6235893 h 6859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6859500" h="6859500">
                  <a:moveTo>
                    <a:pt x="4053340" y="6235893"/>
                  </a:moveTo>
                  <a:lnTo>
                    <a:pt x="4053340" y="4053340"/>
                  </a:lnTo>
                  <a:lnTo>
                    <a:pt x="6235893" y="4053340"/>
                  </a:lnTo>
                  <a:cubicBezTo>
                    <a:pt x="6580293" y="4053340"/>
                    <a:pt x="6859501" y="3774132"/>
                    <a:pt x="6859501" y="3429731"/>
                  </a:cubicBezTo>
                  <a:cubicBezTo>
                    <a:pt x="6859501" y="3085330"/>
                    <a:pt x="6580332" y="2806123"/>
                    <a:pt x="6235893" y="2806123"/>
                  </a:cubicBezTo>
                  <a:lnTo>
                    <a:pt x="4053340" y="2806123"/>
                  </a:lnTo>
                  <a:lnTo>
                    <a:pt x="4053340" y="623608"/>
                  </a:lnTo>
                  <a:cubicBezTo>
                    <a:pt x="4053340" y="279208"/>
                    <a:pt x="3774171" y="0"/>
                    <a:pt x="3429731" y="0"/>
                  </a:cubicBezTo>
                  <a:cubicBezTo>
                    <a:pt x="3085330" y="0"/>
                    <a:pt x="2806123" y="279208"/>
                    <a:pt x="2806123" y="623608"/>
                  </a:cubicBezTo>
                  <a:lnTo>
                    <a:pt x="2806123" y="2806161"/>
                  </a:lnTo>
                  <a:lnTo>
                    <a:pt x="623608" y="2806161"/>
                  </a:lnTo>
                  <a:cubicBezTo>
                    <a:pt x="279208" y="2806161"/>
                    <a:pt x="0" y="3085369"/>
                    <a:pt x="0" y="3429731"/>
                  </a:cubicBezTo>
                  <a:cubicBezTo>
                    <a:pt x="0" y="3774132"/>
                    <a:pt x="279208" y="4053340"/>
                    <a:pt x="623608" y="4053340"/>
                  </a:cubicBezTo>
                  <a:lnTo>
                    <a:pt x="2806161" y="4053340"/>
                  </a:lnTo>
                  <a:lnTo>
                    <a:pt x="2806161" y="6235893"/>
                  </a:lnTo>
                  <a:cubicBezTo>
                    <a:pt x="2806161" y="6580293"/>
                    <a:pt x="3085369" y="6859501"/>
                    <a:pt x="3429770" y="6859501"/>
                  </a:cubicBezTo>
                  <a:cubicBezTo>
                    <a:pt x="3774171" y="6859501"/>
                    <a:pt x="4053340" y="6580293"/>
                    <a:pt x="4053340" y="6235893"/>
                  </a:cubicBezTo>
                  <a:close/>
                </a:path>
              </a:pathLst>
            </a:custGeom>
            <a:ln w="3848" cap="flat">
              <a:noFill/>
              <a:prstDash val="solid"/>
              <a:miter/>
            </a:ln>
            <a:effectLst>
              <a:glow rad="152400">
                <a:srgbClr val="000000">
                  <a:alpha val="4000"/>
                </a:srgbClr>
              </a:glow>
              <a:outerShdw blurRad="101600" dist="38100" dir="16200000" rotWithShape="0">
                <a:srgbClr val="000000">
                  <a:alpha val="5000"/>
                </a:srgbClr>
              </a:outerShdw>
            </a:effectLst>
          </p:spPr>
          <p:txBody>
            <a:bodyPr rtlCol="0" anchor="ctr"/>
            <a:lstStyle/>
            <a:p>
              <a:pPr rtl="0"/>
              <a:endParaRPr lang="sv-SE" noProof="0"/>
            </a:p>
          </p:txBody>
        </p:sp>
        <p:sp useBgFill="1">
          <p:nvSpPr>
            <p:cNvPr id="12" name="Ellips 11">
              <a:extLst>
                <a:ext uri="{FF2B5EF4-FFF2-40B4-BE49-F238E27FC236}">
                  <a16:creationId xmlns:a16="http://schemas.microsoft.com/office/drawing/2014/main" id="{62F713CE-DF71-4FAD-B02B-77E8F93B0926}"/>
                </a:ext>
              </a:extLst>
            </p:cNvPr>
            <p:cNvSpPr/>
            <p:nvPr/>
          </p:nvSpPr>
          <p:spPr>
            <a:xfrm rot="10800000">
              <a:off x="10318364" y="1752600"/>
              <a:ext cx="175876" cy="175876"/>
            </a:xfrm>
            <a:prstGeom prst="ellipse">
              <a:avLst/>
            </a:prstGeom>
            <a:ln w="3848" cap="flat">
              <a:noFill/>
              <a:prstDash val="solid"/>
              <a:miter/>
            </a:ln>
            <a:effectLst>
              <a:glow rad="152400">
                <a:srgbClr val="000000">
                  <a:alpha val="4000"/>
                </a:srgbClr>
              </a:glow>
              <a:outerShdw blurRad="101600" dist="38100" dir="16200000" rotWithShape="0">
                <a:srgbClr val="000000">
                  <a:alpha val="5000"/>
                </a:srgbClr>
              </a:outerShdw>
            </a:effectLst>
          </p:spPr>
          <p:txBody>
            <a:bodyPr rtlCol="0" anchor="ctr"/>
            <a:lstStyle/>
            <a:p>
              <a:pPr rtl="0"/>
              <a:endParaRPr lang="sv-SE" noProof="0"/>
            </a:p>
          </p:txBody>
        </p:sp>
        <p:sp useBgFill="1">
          <p:nvSpPr>
            <p:cNvPr id="13" name="Ellips 12">
              <a:extLst>
                <a:ext uri="{FF2B5EF4-FFF2-40B4-BE49-F238E27FC236}">
                  <a16:creationId xmlns:a16="http://schemas.microsoft.com/office/drawing/2014/main" id="{CC3EC1C1-7E3D-4CDF-A1AA-25385A5AA5D8}"/>
                </a:ext>
              </a:extLst>
            </p:cNvPr>
            <p:cNvSpPr/>
            <p:nvPr/>
          </p:nvSpPr>
          <p:spPr>
            <a:xfrm rot="10800000">
              <a:off x="10134054" y="381222"/>
              <a:ext cx="544496" cy="544496"/>
            </a:xfrm>
            <a:prstGeom prst="ellipse">
              <a:avLst/>
            </a:prstGeom>
            <a:ln w="3848" cap="flat">
              <a:noFill/>
              <a:prstDash val="solid"/>
              <a:miter/>
            </a:ln>
            <a:effectLst>
              <a:glow rad="152400">
                <a:srgbClr val="000000">
                  <a:alpha val="4000"/>
                </a:srgbClr>
              </a:glow>
              <a:outerShdw blurRad="101600" dist="38100" dir="16200000" rotWithShape="0">
                <a:srgbClr val="000000">
                  <a:alpha val="5000"/>
                </a:srgbClr>
              </a:outerShdw>
            </a:effectLst>
          </p:spPr>
          <p:txBody>
            <a:bodyPr rtlCol="0" anchor="ctr"/>
            <a:lstStyle/>
            <a:p>
              <a:pPr rtl="0"/>
              <a:endParaRPr lang="sv-SE" noProof="0"/>
            </a:p>
          </p:txBody>
        </p:sp>
      </p:grpSp>
      <p:sp>
        <p:nvSpPr>
          <p:cNvPr id="14" name="Platshållare för datum 2">
            <a:extLst>
              <a:ext uri="{FF2B5EF4-FFF2-40B4-BE49-F238E27FC236}">
                <a16:creationId xmlns:a16="http://schemas.microsoft.com/office/drawing/2014/main" id="{8B388008-154C-4BD4-8E16-D1CB0E1DD63B}"/>
              </a:ext>
            </a:extLst>
          </p:cNvPr>
          <p:cNvSpPr>
            <a:spLocks noGrp="1"/>
          </p:cNvSpPr>
          <p:nvPr>
            <p:ph type="dt" sz="half" idx="10"/>
          </p:nvPr>
        </p:nvSpPr>
        <p:spPr>
          <a:xfrm>
            <a:off x="838200" y="6400800"/>
            <a:ext cx="2743200" cy="365125"/>
          </a:xfrm>
        </p:spPr>
        <p:txBody>
          <a:bodyPr rtlCol="0"/>
          <a:lstStyle/>
          <a:p>
            <a:pPr rtl="0"/>
            <a:r>
              <a:rPr lang="sv-SE" noProof="0"/>
              <a:t>2/2/20XX</a:t>
            </a:r>
          </a:p>
        </p:txBody>
      </p:sp>
      <p:sp>
        <p:nvSpPr>
          <p:cNvPr id="15" name="Platshållare för sidfot 5">
            <a:extLst>
              <a:ext uri="{FF2B5EF4-FFF2-40B4-BE49-F238E27FC236}">
                <a16:creationId xmlns:a16="http://schemas.microsoft.com/office/drawing/2014/main" id="{355FD3E6-3F42-47F9-9F0F-A5E7C7CBFBA5}"/>
              </a:ext>
            </a:extLst>
          </p:cNvPr>
          <p:cNvSpPr>
            <a:spLocks noGrp="1"/>
          </p:cNvSpPr>
          <p:nvPr>
            <p:ph type="ftr" sz="quarter" idx="11"/>
          </p:nvPr>
        </p:nvSpPr>
        <p:spPr>
          <a:xfrm>
            <a:off x="4038600" y="6400800"/>
            <a:ext cx="4114800" cy="365125"/>
          </a:xfrm>
        </p:spPr>
        <p:txBody>
          <a:bodyPr rtlCol="0"/>
          <a:lstStyle>
            <a:lvl1pPr>
              <a:defRPr/>
            </a:lvl1pPr>
          </a:lstStyle>
          <a:p>
            <a:pPr rtl="0"/>
            <a:r>
              <a:rPr lang="sv-SE" noProof="0"/>
              <a:t>PRESENTATIONENS RUBRIK</a:t>
            </a:r>
          </a:p>
        </p:txBody>
      </p:sp>
      <p:sp>
        <p:nvSpPr>
          <p:cNvPr id="16" name="Platshållare för bildnummer 6">
            <a:extLst>
              <a:ext uri="{FF2B5EF4-FFF2-40B4-BE49-F238E27FC236}">
                <a16:creationId xmlns:a16="http://schemas.microsoft.com/office/drawing/2014/main" id="{585F908B-6798-4558-9125-E8DBC196B5EA}"/>
              </a:ext>
            </a:extLst>
          </p:cNvPr>
          <p:cNvSpPr>
            <a:spLocks noGrp="1"/>
          </p:cNvSpPr>
          <p:nvPr>
            <p:ph type="sldNum" sz="quarter" idx="12"/>
          </p:nvPr>
        </p:nvSpPr>
        <p:spPr>
          <a:xfrm>
            <a:off x="8610600" y="6400800"/>
            <a:ext cx="2743200" cy="365125"/>
          </a:xfrm>
        </p:spPr>
        <p:txBody>
          <a:bodyPr rtlCol="0"/>
          <a:lstStyle/>
          <a:p>
            <a:pPr rtl="0"/>
            <a:fld id="{DFA5D71E-5CDF-4C93-8A75-5B916FDC5BEA}" type="slidenum">
              <a:rPr lang="sv-SE" noProof="0" smtClean="0"/>
              <a:pPr rtl="0"/>
              <a:t>‹#›</a:t>
            </a:fld>
            <a:endParaRPr lang="sv-SE" noProof="0"/>
          </a:p>
        </p:txBody>
      </p:sp>
      <p:sp>
        <p:nvSpPr>
          <p:cNvPr id="3" name="Platshållare för innehåll 2">
            <a:extLst>
              <a:ext uri="{FF2B5EF4-FFF2-40B4-BE49-F238E27FC236}">
                <a16:creationId xmlns:a16="http://schemas.microsoft.com/office/drawing/2014/main" id="{14F1084A-D16F-4367-BA81-D50E03436FD9}"/>
              </a:ext>
            </a:extLst>
          </p:cNvPr>
          <p:cNvSpPr>
            <a:spLocks noGrp="1"/>
          </p:cNvSpPr>
          <p:nvPr>
            <p:ph sz="quarter" idx="13" hasCustomPrompt="1"/>
          </p:nvPr>
        </p:nvSpPr>
        <p:spPr>
          <a:xfrm>
            <a:off x="390525" y="1962150"/>
            <a:ext cx="11407775" cy="4351338"/>
          </a:xfrm>
        </p:spPr>
        <p:txBody>
          <a:bodyPr rtlCol="0">
            <a:normAutofit/>
          </a:bodyPr>
          <a:lstStyle>
            <a:lvl1pPr marL="0" indent="0">
              <a:buNone/>
              <a:defRPr sz="1800"/>
            </a:lvl1pPr>
            <a:lvl2pPr marL="457200" indent="0">
              <a:buNone/>
              <a:defRPr sz="1800"/>
            </a:lvl2pPr>
            <a:lvl3pPr marL="914400" indent="0">
              <a:buNone/>
              <a:defRPr sz="1800"/>
            </a:lvl3pPr>
            <a:lvl4pPr marL="1371600" indent="0">
              <a:buNone/>
              <a:defRPr sz="1800"/>
            </a:lvl4pPr>
            <a:lvl5pPr marL="1828800" indent="0">
              <a:buNone/>
              <a:defRPr sz="1800"/>
            </a:lvl5pPr>
          </a:lstStyle>
          <a:p>
            <a:pPr lvl="0" rtl="0"/>
            <a:r>
              <a:rPr lang="sv-SE" noProof="0"/>
              <a:t>Innehåll</a:t>
            </a:r>
          </a:p>
        </p:txBody>
      </p:sp>
    </p:spTree>
    <p:extLst>
      <p:ext uri="{BB962C8B-B14F-4D97-AF65-F5344CB8AC3E}">
        <p14:creationId xmlns:p14="http://schemas.microsoft.com/office/powerpoint/2010/main" val="94351579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dslinje">
    <p:spTree>
      <p:nvGrpSpPr>
        <p:cNvPr id="1" name=""/>
        <p:cNvGrpSpPr/>
        <p:nvPr/>
      </p:nvGrpSpPr>
      <p:grpSpPr>
        <a:xfrm>
          <a:off x="0" y="0"/>
          <a:ext cx="0" cy="0"/>
          <a:chOff x="0" y="0"/>
          <a:chExt cx="0" cy="0"/>
        </a:xfrm>
      </p:grpSpPr>
      <p:sp>
        <p:nvSpPr>
          <p:cNvPr id="8" name="Rubrik 1">
            <a:extLst>
              <a:ext uri="{FF2B5EF4-FFF2-40B4-BE49-F238E27FC236}">
                <a16:creationId xmlns:a16="http://schemas.microsoft.com/office/drawing/2014/main" id="{D85333DF-B319-4AE9-B2FF-17CB683E9911}"/>
              </a:ext>
            </a:extLst>
          </p:cNvPr>
          <p:cNvSpPr>
            <a:spLocks noGrp="1"/>
          </p:cNvSpPr>
          <p:nvPr>
            <p:ph type="title"/>
          </p:nvPr>
        </p:nvSpPr>
        <p:spPr>
          <a:xfrm>
            <a:off x="457200" y="544786"/>
            <a:ext cx="11238346" cy="836339"/>
          </a:xfrm>
        </p:spPr>
        <p:txBody>
          <a:bodyPr rtlCol="0" anchor="t">
            <a:normAutofit/>
          </a:bodyPr>
          <a:lstStyle/>
          <a:p>
            <a:pPr rtl="0"/>
            <a:r>
              <a:rPr lang="en-GB" noProof="0">
                <a:cs typeface="Segoe UI" panose="020B0502040204020203" pitchFamily="34" charset="0"/>
              </a:rPr>
              <a:t>Click to edit Master title style</a:t>
            </a:r>
            <a:endParaRPr lang="sv-SE" noProof="0">
              <a:cs typeface="Segoe UI" panose="020B0502040204020203" pitchFamily="34" charset="0"/>
            </a:endParaRPr>
          </a:p>
        </p:txBody>
      </p:sp>
      <p:grpSp>
        <p:nvGrpSpPr>
          <p:cNvPr id="9" name="Grupp 8">
            <a:extLst>
              <a:ext uri="{FF2B5EF4-FFF2-40B4-BE49-F238E27FC236}">
                <a16:creationId xmlns:a16="http://schemas.microsoft.com/office/drawing/2014/main" id="{F3F11C6D-F71D-4B7F-AD15-0A80B92C5286}"/>
              </a:ext>
              <a:ext uri="{C183D7F6-B498-43B3-948B-1728B52AA6E4}">
                <adec:decorative xmlns:adec="http://schemas.microsoft.com/office/drawing/2017/decorative" val="1"/>
              </a:ext>
            </a:extLst>
          </p:cNvPr>
          <p:cNvGrpSpPr/>
          <p:nvPr userDrawn="1"/>
        </p:nvGrpSpPr>
        <p:grpSpPr>
          <a:xfrm>
            <a:off x="10134054" y="381222"/>
            <a:ext cx="1776608" cy="1547254"/>
            <a:chOff x="10134054" y="381222"/>
            <a:chExt cx="1776608" cy="1547254"/>
          </a:xfrm>
        </p:grpSpPr>
        <p:sp useBgFill="1">
          <p:nvSpPr>
            <p:cNvPr id="10" name="Bild 10">
              <a:extLst>
                <a:ext uri="{FF2B5EF4-FFF2-40B4-BE49-F238E27FC236}">
                  <a16:creationId xmlns:a16="http://schemas.microsoft.com/office/drawing/2014/main" id="{F52E1B51-6BF3-46E9-83D0-40BE41AA989E}"/>
                </a:ext>
              </a:extLst>
            </p:cNvPr>
            <p:cNvSpPr/>
            <p:nvPr/>
          </p:nvSpPr>
          <p:spPr>
            <a:xfrm rot="2700000">
              <a:off x="10895075" y="863805"/>
              <a:ext cx="1015587" cy="1015587"/>
            </a:xfrm>
            <a:custGeom>
              <a:avLst/>
              <a:gdLst>
                <a:gd name="connsiteX0" fmla="*/ 4053340 w 6859500"/>
                <a:gd name="connsiteY0" fmla="*/ 6235893 h 6859500"/>
                <a:gd name="connsiteX1" fmla="*/ 4053340 w 6859500"/>
                <a:gd name="connsiteY1" fmla="*/ 4053340 h 6859500"/>
                <a:gd name="connsiteX2" fmla="*/ 6235893 w 6859500"/>
                <a:gd name="connsiteY2" fmla="*/ 4053340 h 6859500"/>
                <a:gd name="connsiteX3" fmla="*/ 6859501 w 6859500"/>
                <a:gd name="connsiteY3" fmla="*/ 3429731 h 6859500"/>
                <a:gd name="connsiteX4" fmla="*/ 6235893 w 6859500"/>
                <a:gd name="connsiteY4" fmla="*/ 2806123 h 6859500"/>
                <a:gd name="connsiteX5" fmla="*/ 4053340 w 6859500"/>
                <a:gd name="connsiteY5" fmla="*/ 2806123 h 6859500"/>
                <a:gd name="connsiteX6" fmla="*/ 4053340 w 6859500"/>
                <a:gd name="connsiteY6" fmla="*/ 623608 h 6859500"/>
                <a:gd name="connsiteX7" fmla="*/ 3429731 w 6859500"/>
                <a:gd name="connsiteY7" fmla="*/ 0 h 6859500"/>
                <a:gd name="connsiteX8" fmla="*/ 2806123 w 6859500"/>
                <a:gd name="connsiteY8" fmla="*/ 623608 h 6859500"/>
                <a:gd name="connsiteX9" fmla="*/ 2806123 w 6859500"/>
                <a:gd name="connsiteY9" fmla="*/ 2806161 h 6859500"/>
                <a:gd name="connsiteX10" fmla="*/ 623608 w 6859500"/>
                <a:gd name="connsiteY10" fmla="*/ 2806161 h 6859500"/>
                <a:gd name="connsiteX11" fmla="*/ 0 w 6859500"/>
                <a:gd name="connsiteY11" fmla="*/ 3429731 h 6859500"/>
                <a:gd name="connsiteX12" fmla="*/ 623608 w 6859500"/>
                <a:gd name="connsiteY12" fmla="*/ 4053340 h 6859500"/>
                <a:gd name="connsiteX13" fmla="*/ 2806161 w 6859500"/>
                <a:gd name="connsiteY13" fmla="*/ 4053340 h 6859500"/>
                <a:gd name="connsiteX14" fmla="*/ 2806161 w 6859500"/>
                <a:gd name="connsiteY14" fmla="*/ 6235893 h 6859500"/>
                <a:gd name="connsiteX15" fmla="*/ 3429770 w 6859500"/>
                <a:gd name="connsiteY15" fmla="*/ 6859501 h 6859500"/>
                <a:gd name="connsiteX16" fmla="*/ 4053340 w 6859500"/>
                <a:gd name="connsiteY16" fmla="*/ 6235893 h 6859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6859500" h="6859500">
                  <a:moveTo>
                    <a:pt x="4053340" y="6235893"/>
                  </a:moveTo>
                  <a:lnTo>
                    <a:pt x="4053340" y="4053340"/>
                  </a:lnTo>
                  <a:lnTo>
                    <a:pt x="6235893" y="4053340"/>
                  </a:lnTo>
                  <a:cubicBezTo>
                    <a:pt x="6580293" y="4053340"/>
                    <a:pt x="6859501" y="3774132"/>
                    <a:pt x="6859501" y="3429731"/>
                  </a:cubicBezTo>
                  <a:cubicBezTo>
                    <a:pt x="6859501" y="3085330"/>
                    <a:pt x="6580332" y="2806123"/>
                    <a:pt x="6235893" y="2806123"/>
                  </a:cubicBezTo>
                  <a:lnTo>
                    <a:pt x="4053340" y="2806123"/>
                  </a:lnTo>
                  <a:lnTo>
                    <a:pt x="4053340" y="623608"/>
                  </a:lnTo>
                  <a:cubicBezTo>
                    <a:pt x="4053340" y="279208"/>
                    <a:pt x="3774171" y="0"/>
                    <a:pt x="3429731" y="0"/>
                  </a:cubicBezTo>
                  <a:cubicBezTo>
                    <a:pt x="3085330" y="0"/>
                    <a:pt x="2806123" y="279208"/>
                    <a:pt x="2806123" y="623608"/>
                  </a:cubicBezTo>
                  <a:lnTo>
                    <a:pt x="2806123" y="2806161"/>
                  </a:lnTo>
                  <a:lnTo>
                    <a:pt x="623608" y="2806161"/>
                  </a:lnTo>
                  <a:cubicBezTo>
                    <a:pt x="279208" y="2806161"/>
                    <a:pt x="0" y="3085369"/>
                    <a:pt x="0" y="3429731"/>
                  </a:cubicBezTo>
                  <a:cubicBezTo>
                    <a:pt x="0" y="3774132"/>
                    <a:pt x="279208" y="4053340"/>
                    <a:pt x="623608" y="4053340"/>
                  </a:cubicBezTo>
                  <a:lnTo>
                    <a:pt x="2806161" y="4053340"/>
                  </a:lnTo>
                  <a:lnTo>
                    <a:pt x="2806161" y="6235893"/>
                  </a:lnTo>
                  <a:cubicBezTo>
                    <a:pt x="2806161" y="6580293"/>
                    <a:pt x="3085369" y="6859501"/>
                    <a:pt x="3429770" y="6859501"/>
                  </a:cubicBezTo>
                  <a:cubicBezTo>
                    <a:pt x="3774171" y="6859501"/>
                    <a:pt x="4053340" y="6580293"/>
                    <a:pt x="4053340" y="6235893"/>
                  </a:cubicBezTo>
                  <a:close/>
                </a:path>
              </a:pathLst>
            </a:custGeom>
            <a:ln w="3848" cap="flat">
              <a:noFill/>
              <a:prstDash val="solid"/>
              <a:miter/>
            </a:ln>
            <a:effectLst>
              <a:glow rad="152400">
                <a:srgbClr val="000000">
                  <a:alpha val="4000"/>
                </a:srgbClr>
              </a:glow>
              <a:outerShdw blurRad="101600" dist="38100" dir="16200000" rotWithShape="0">
                <a:srgbClr val="000000">
                  <a:alpha val="5000"/>
                </a:srgbClr>
              </a:outerShdw>
            </a:effectLst>
          </p:spPr>
          <p:txBody>
            <a:bodyPr rtlCol="0" anchor="ctr"/>
            <a:lstStyle/>
            <a:p>
              <a:pPr rtl="0"/>
              <a:endParaRPr lang="sv-SE" noProof="0"/>
            </a:p>
          </p:txBody>
        </p:sp>
        <p:sp useBgFill="1">
          <p:nvSpPr>
            <p:cNvPr id="11" name="Ellips 10">
              <a:extLst>
                <a:ext uri="{FF2B5EF4-FFF2-40B4-BE49-F238E27FC236}">
                  <a16:creationId xmlns:a16="http://schemas.microsoft.com/office/drawing/2014/main" id="{C1A0293A-61AB-498F-82D7-9E412D08B068}"/>
                </a:ext>
              </a:extLst>
            </p:cNvPr>
            <p:cNvSpPr/>
            <p:nvPr/>
          </p:nvSpPr>
          <p:spPr>
            <a:xfrm rot="10800000">
              <a:off x="10318364" y="1752600"/>
              <a:ext cx="175876" cy="175876"/>
            </a:xfrm>
            <a:prstGeom prst="ellipse">
              <a:avLst/>
            </a:prstGeom>
            <a:ln w="3848" cap="flat">
              <a:noFill/>
              <a:prstDash val="solid"/>
              <a:miter/>
            </a:ln>
            <a:effectLst>
              <a:glow rad="152400">
                <a:srgbClr val="000000">
                  <a:alpha val="4000"/>
                </a:srgbClr>
              </a:glow>
              <a:outerShdw blurRad="101600" dist="38100" dir="16200000" rotWithShape="0">
                <a:srgbClr val="000000">
                  <a:alpha val="5000"/>
                </a:srgbClr>
              </a:outerShdw>
            </a:effectLst>
          </p:spPr>
          <p:txBody>
            <a:bodyPr rtlCol="0" anchor="ctr"/>
            <a:lstStyle/>
            <a:p>
              <a:pPr rtl="0"/>
              <a:endParaRPr lang="sv-SE" noProof="0"/>
            </a:p>
          </p:txBody>
        </p:sp>
        <p:sp useBgFill="1">
          <p:nvSpPr>
            <p:cNvPr id="12" name="Ellips 11">
              <a:extLst>
                <a:ext uri="{FF2B5EF4-FFF2-40B4-BE49-F238E27FC236}">
                  <a16:creationId xmlns:a16="http://schemas.microsoft.com/office/drawing/2014/main" id="{CB8032AC-458F-4F48-BA3C-C13B0F57919F}"/>
                </a:ext>
              </a:extLst>
            </p:cNvPr>
            <p:cNvSpPr/>
            <p:nvPr/>
          </p:nvSpPr>
          <p:spPr>
            <a:xfrm rot="10800000">
              <a:off x="10134054" y="381222"/>
              <a:ext cx="544496" cy="544496"/>
            </a:xfrm>
            <a:prstGeom prst="ellipse">
              <a:avLst/>
            </a:prstGeom>
            <a:ln w="3848" cap="flat">
              <a:noFill/>
              <a:prstDash val="solid"/>
              <a:miter/>
            </a:ln>
            <a:effectLst>
              <a:glow rad="152400">
                <a:srgbClr val="000000">
                  <a:alpha val="4000"/>
                </a:srgbClr>
              </a:glow>
              <a:outerShdw blurRad="101600" dist="38100" dir="16200000" rotWithShape="0">
                <a:srgbClr val="000000">
                  <a:alpha val="5000"/>
                </a:srgbClr>
              </a:outerShdw>
            </a:effectLst>
          </p:spPr>
          <p:txBody>
            <a:bodyPr rtlCol="0" anchor="ctr"/>
            <a:lstStyle/>
            <a:p>
              <a:pPr rtl="0"/>
              <a:endParaRPr lang="sv-SE" noProof="0"/>
            </a:p>
          </p:txBody>
        </p:sp>
      </p:grpSp>
      <p:sp>
        <p:nvSpPr>
          <p:cNvPr id="13" name="Platshållare för datum 2">
            <a:extLst>
              <a:ext uri="{FF2B5EF4-FFF2-40B4-BE49-F238E27FC236}">
                <a16:creationId xmlns:a16="http://schemas.microsoft.com/office/drawing/2014/main" id="{CAE2E565-A9C5-4946-9768-81039DDDCC66}"/>
              </a:ext>
            </a:extLst>
          </p:cNvPr>
          <p:cNvSpPr>
            <a:spLocks noGrp="1"/>
          </p:cNvSpPr>
          <p:nvPr>
            <p:ph type="dt" sz="half" idx="10"/>
          </p:nvPr>
        </p:nvSpPr>
        <p:spPr>
          <a:xfrm>
            <a:off x="838200" y="6400800"/>
            <a:ext cx="2743200" cy="365125"/>
          </a:xfrm>
        </p:spPr>
        <p:txBody>
          <a:bodyPr rtlCol="0"/>
          <a:lstStyle/>
          <a:p>
            <a:pPr rtl="0"/>
            <a:r>
              <a:rPr lang="sv-SE" noProof="0"/>
              <a:t>2/2/20XX</a:t>
            </a:r>
          </a:p>
        </p:txBody>
      </p:sp>
      <p:sp>
        <p:nvSpPr>
          <p:cNvPr id="14" name="Platshållare för sidfot 5">
            <a:extLst>
              <a:ext uri="{FF2B5EF4-FFF2-40B4-BE49-F238E27FC236}">
                <a16:creationId xmlns:a16="http://schemas.microsoft.com/office/drawing/2014/main" id="{9F6BD62A-8CCF-46F6-87F7-FCCDDA6576B6}"/>
              </a:ext>
            </a:extLst>
          </p:cNvPr>
          <p:cNvSpPr>
            <a:spLocks noGrp="1"/>
          </p:cNvSpPr>
          <p:nvPr>
            <p:ph type="ftr" sz="quarter" idx="11"/>
          </p:nvPr>
        </p:nvSpPr>
        <p:spPr>
          <a:xfrm>
            <a:off x="4038600" y="6400800"/>
            <a:ext cx="4114800" cy="365125"/>
          </a:xfrm>
        </p:spPr>
        <p:txBody>
          <a:bodyPr rtlCol="0"/>
          <a:lstStyle>
            <a:lvl1pPr>
              <a:defRPr/>
            </a:lvl1pPr>
          </a:lstStyle>
          <a:p>
            <a:pPr rtl="0"/>
            <a:r>
              <a:rPr lang="sv-SE" noProof="0"/>
              <a:t>PRESENTATIONENS RUBRIK</a:t>
            </a:r>
          </a:p>
        </p:txBody>
      </p:sp>
      <p:sp>
        <p:nvSpPr>
          <p:cNvPr id="15" name="Platshållare för bildnummer 6">
            <a:extLst>
              <a:ext uri="{FF2B5EF4-FFF2-40B4-BE49-F238E27FC236}">
                <a16:creationId xmlns:a16="http://schemas.microsoft.com/office/drawing/2014/main" id="{0B6E5353-4510-49A8-9DF3-C3BD16C5E7AC}"/>
              </a:ext>
            </a:extLst>
          </p:cNvPr>
          <p:cNvSpPr>
            <a:spLocks noGrp="1"/>
          </p:cNvSpPr>
          <p:nvPr>
            <p:ph type="sldNum" sz="quarter" idx="12"/>
          </p:nvPr>
        </p:nvSpPr>
        <p:spPr>
          <a:xfrm>
            <a:off x="8610600" y="6400800"/>
            <a:ext cx="2743200" cy="365125"/>
          </a:xfrm>
        </p:spPr>
        <p:txBody>
          <a:bodyPr rtlCol="0"/>
          <a:lstStyle/>
          <a:p>
            <a:pPr rtl="0"/>
            <a:fld id="{DFA5D71E-5CDF-4C93-8A75-5B916FDC5BEA}" type="slidenum">
              <a:rPr lang="sv-SE" noProof="0" smtClean="0"/>
              <a:pPr rtl="0"/>
              <a:t>‹#›</a:t>
            </a:fld>
            <a:endParaRPr lang="sv-SE" noProof="0"/>
          </a:p>
        </p:txBody>
      </p:sp>
      <p:sp>
        <p:nvSpPr>
          <p:cNvPr id="3" name="Platshållare för innehåll 2">
            <a:extLst>
              <a:ext uri="{FF2B5EF4-FFF2-40B4-BE49-F238E27FC236}">
                <a16:creationId xmlns:a16="http://schemas.microsoft.com/office/drawing/2014/main" id="{913017C2-1A42-4672-97A5-440ECADBAD7B}"/>
              </a:ext>
            </a:extLst>
          </p:cNvPr>
          <p:cNvSpPr>
            <a:spLocks noGrp="1"/>
          </p:cNvSpPr>
          <p:nvPr>
            <p:ph sz="quarter" idx="13" hasCustomPrompt="1"/>
          </p:nvPr>
        </p:nvSpPr>
        <p:spPr>
          <a:xfrm>
            <a:off x="533401" y="2105024"/>
            <a:ext cx="11125200" cy="4010025"/>
          </a:xfrm>
        </p:spPr>
        <p:txBody>
          <a:bodyPr rtlCol="0">
            <a:normAutofit/>
          </a:bodyPr>
          <a:lstStyle>
            <a:lvl1pPr marL="0" indent="0">
              <a:buNone/>
              <a:defRPr sz="1800"/>
            </a:lvl1pPr>
            <a:lvl2pPr marL="457200" indent="0">
              <a:buNone/>
              <a:defRPr sz="1800"/>
            </a:lvl2pPr>
            <a:lvl3pPr marL="914400" indent="0">
              <a:buNone/>
              <a:defRPr sz="1800"/>
            </a:lvl3pPr>
            <a:lvl4pPr marL="1371600" indent="0">
              <a:buNone/>
              <a:defRPr sz="1800"/>
            </a:lvl4pPr>
            <a:lvl5pPr marL="1828800" indent="0">
              <a:buNone/>
              <a:defRPr sz="1800"/>
            </a:lvl5pPr>
          </a:lstStyle>
          <a:p>
            <a:pPr lvl="0" rtl="0"/>
            <a:r>
              <a:rPr lang="sv-SE" noProof="0"/>
              <a:t>Innehåll</a:t>
            </a:r>
          </a:p>
        </p:txBody>
      </p:sp>
    </p:spTree>
    <p:extLst>
      <p:ext uri="{BB962C8B-B14F-4D97-AF65-F5344CB8AC3E}">
        <p14:creationId xmlns:p14="http://schemas.microsoft.com/office/powerpoint/2010/main" val="27066671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Kolumn för innehåll 2">
    <p:bg>
      <p:bgPr>
        <a:solidFill>
          <a:schemeClr val="accent5"/>
        </a:solidFill>
        <a:effectLst/>
      </p:bgPr>
    </p:bg>
    <p:spTree>
      <p:nvGrpSpPr>
        <p:cNvPr id="1" name=""/>
        <p:cNvGrpSpPr/>
        <p:nvPr/>
      </p:nvGrpSpPr>
      <p:grpSpPr>
        <a:xfrm>
          <a:off x="0" y="0"/>
          <a:ext cx="0" cy="0"/>
          <a:chOff x="0" y="0"/>
          <a:chExt cx="0" cy="0"/>
        </a:xfrm>
      </p:grpSpPr>
      <p:grpSp>
        <p:nvGrpSpPr>
          <p:cNvPr id="10" name="Grupp 9">
            <a:extLst>
              <a:ext uri="{FF2B5EF4-FFF2-40B4-BE49-F238E27FC236}">
                <a16:creationId xmlns:a16="http://schemas.microsoft.com/office/drawing/2014/main" id="{01B714E7-4FD4-46B0-8831-48EB663CFE50}"/>
              </a:ext>
              <a:ext uri="{C183D7F6-B498-43B3-948B-1728B52AA6E4}">
                <adec:decorative xmlns:adec="http://schemas.microsoft.com/office/drawing/2017/decorative" val="1"/>
              </a:ext>
            </a:extLst>
          </p:cNvPr>
          <p:cNvGrpSpPr/>
          <p:nvPr userDrawn="1"/>
        </p:nvGrpSpPr>
        <p:grpSpPr>
          <a:xfrm>
            <a:off x="183404" y="225822"/>
            <a:ext cx="1847971" cy="2438142"/>
            <a:chOff x="183404" y="225822"/>
            <a:chExt cx="1847971" cy="2438142"/>
          </a:xfrm>
        </p:grpSpPr>
        <p:sp useBgFill="1">
          <p:nvSpPr>
            <p:cNvPr id="11" name="Bild 10">
              <a:extLst>
                <a:ext uri="{FF2B5EF4-FFF2-40B4-BE49-F238E27FC236}">
                  <a16:creationId xmlns:a16="http://schemas.microsoft.com/office/drawing/2014/main" id="{28748170-3B03-4983-B18A-BD3434F6A1E0}"/>
                </a:ext>
              </a:extLst>
            </p:cNvPr>
            <p:cNvSpPr/>
            <p:nvPr/>
          </p:nvSpPr>
          <p:spPr>
            <a:xfrm rot="2700000">
              <a:off x="304800" y="965970"/>
              <a:ext cx="1066799" cy="1066799"/>
            </a:xfrm>
            <a:custGeom>
              <a:avLst/>
              <a:gdLst>
                <a:gd name="connsiteX0" fmla="*/ 4053340 w 6859500"/>
                <a:gd name="connsiteY0" fmla="*/ 6235893 h 6859500"/>
                <a:gd name="connsiteX1" fmla="*/ 4053340 w 6859500"/>
                <a:gd name="connsiteY1" fmla="*/ 4053340 h 6859500"/>
                <a:gd name="connsiteX2" fmla="*/ 6235893 w 6859500"/>
                <a:gd name="connsiteY2" fmla="*/ 4053340 h 6859500"/>
                <a:gd name="connsiteX3" fmla="*/ 6859501 w 6859500"/>
                <a:gd name="connsiteY3" fmla="*/ 3429731 h 6859500"/>
                <a:gd name="connsiteX4" fmla="*/ 6235893 w 6859500"/>
                <a:gd name="connsiteY4" fmla="*/ 2806123 h 6859500"/>
                <a:gd name="connsiteX5" fmla="*/ 4053340 w 6859500"/>
                <a:gd name="connsiteY5" fmla="*/ 2806123 h 6859500"/>
                <a:gd name="connsiteX6" fmla="*/ 4053340 w 6859500"/>
                <a:gd name="connsiteY6" fmla="*/ 623608 h 6859500"/>
                <a:gd name="connsiteX7" fmla="*/ 3429731 w 6859500"/>
                <a:gd name="connsiteY7" fmla="*/ 0 h 6859500"/>
                <a:gd name="connsiteX8" fmla="*/ 2806123 w 6859500"/>
                <a:gd name="connsiteY8" fmla="*/ 623608 h 6859500"/>
                <a:gd name="connsiteX9" fmla="*/ 2806123 w 6859500"/>
                <a:gd name="connsiteY9" fmla="*/ 2806161 h 6859500"/>
                <a:gd name="connsiteX10" fmla="*/ 623608 w 6859500"/>
                <a:gd name="connsiteY10" fmla="*/ 2806161 h 6859500"/>
                <a:gd name="connsiteX11" fmla="*/ 0 w 6859500"/>
                <a:gd name="connsiteY11" fmla="*/ 3429731 h 6859500"/>
                <a:gd name="connsiteX12" fmla="*/ 623608 w 6859500"/>
                <a:gd name="connsiteY12" fmla="*/ 4053340 h 6859500"/>
                <a:gd name="connsiteX13" fmla="*/ 2806161 w 6859500"/>
                <a:gd name="connsiteY13" fmla="*/ 4053340 h 6859500"/>
                <a:gd name="connsiteX14" fmla="*/ 2806161 w 6859500"/>
                <a:gd name="connsiteY14" fmla="*/ 6235893 h 6859500"/>
                <a:gd name="connsiteX15" fmla="*/ 3429770 w 6859500"/>
                <a:gd name="connsiteY15" fmla="*/ 6859501 h 6859500"/>
                <a:gd name="connsiteX16" fmla="*/ 4053340 w 6859500"/>
                <a:gd name="connsiteY16" fmla="*/ 6235893 h 6859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6859500" h="6859500">
                  <a:moveTo>
                    <a:pt x="4053340" y="6235893"/>
                  </a:moveTo>
                  <a:lnTo>
                    <a:pt x="4053340" y="4053340"/>
                  </a:lnTo>
                  <a:lnTo>
                    <a:pt x="6235893" y="4053340"/>
                  </a:lnTo>
                  <a:cubicBezTo>
                    <a:pt x="6580293" y="4053340"/>
                    <a:pt x="6859501" y="3774132"/>
                    <a:pt x="6859501" y="3429731"/>
                  </a:cubicBezTo>
                  <a:cubicBezTo>
                    <a:pt x="6859501" y="3085330"/>
                    <a:pt x="6580332" y="2806123"/>
                    <a:pt x="6235893" y="2806123"/>
                  </a:cubicBezTo>
                  <a:lnTo>
                    <a:pt x="4053340" y="2806123"/>
                  </a:lnTo>
                  <a:lnTo>
                    <a:pt x="4053340" y="623608"/>
                  </a:lnTo>
                  <a:cubicBezTo>
                    <a:pt x="4053340" y="279208"/>
                    <a:pt x="3774171" y="0"/>
                    <a:pt x="3429731" y="0"/>
                  </a:cubicBezTo>
                  <a:cubicBezTo>
                    <a:pt x="3085330" y="0"/>
                    <a:pt x="2806123" y="279208"/>
                    <a:pt x="2806123" y="623608"/>
                  </a:cubicBezTo>
                  <a:lnTo>
                    <a:pt x="2806123" y="2806161"/>
                  </a:lnTo>
                  <a:lnTo>
                    <a:pt x="623608" y="2806161"/>
                  </a:lnTo>
                  <a:cubicBezTo>
                    <a:pt x="279208" y="2806161"/>
                    <a:pt x="0" y="3085369"/>
                    <a:pt x="0" y="3429731"/>
                  </a:cubicBezTo>
                  <a:cubicBezTo>
                    <a:pt x="0" y="3774132"/>
                    <a:pt x="279208" y="4053340"/>
                    <a:pt x="623608" y="4053340"/>
                  </a:cubicBezTo>
                  <a:lnTo>
                    <a:pt x="2806161" y="4053340"/>
                  </a:lnTo>
                  <a:lnTo>
                    <a:pt x="2806161" y="6235893"/>
                  </a:lnTo>
                  <a:cubicBezTo>
                    <a:pt x="2806161" y="6580293"/>
                    <a:pt x="3085369" y="6859501"/>
                    <a:pt x="3429770" y="6859501"/>
                  </a:cubicBezTo>
                  <a:cubicBezTo>
                    <a:pt x="3774171" y="6859501"/>
                    <a:pt x="4053340" y="6580293"/>
                    <a:pt x="4053340" y="6235893"/>
                  </a:cubicBezTo>
                  <a:close/>
                </a:path>
              </a:pathLst>
            </a:custGeom>
            <a:ln w="3848" cap="flat">
              <a:noFill/>
              <a:prstDash val="solid"/>
              <a:miter/>
            </a:ln>
            <a:effectLst>
              <a:glow rad="152400">
                <a:srgbClr val="000000">
                  <a:alpha val="4000"/>
                </a:srgbClr>
              </a:glow>
              <a:outerShdw blurRad="101600" dist="38100" dir="16200000" rotWithShape="0">
                <a:srgbClr val="000000">
                  <a:alpha val="5000"/>
                </a:srgbClr>
              </a:outerShdw>
            </a:effectLst>
          </p:spPr>
          <p:txBody>
            <a:bodyPr rtlCol="0" anchor="ctr"/>
            <a:lstStyle/>
            <a:p>
              <a:pPr rtl="0"/>
              <a:endParaRPr lang="sv-SE" noProof="0"/>
            </a:p>
          </p:txBody>
        </p:sp>
        <p:sp useBgFill="1">
          <p:nvSpPr>
            <p:cNvPr id="12" name="Ellips 11">
              <a:extLst>
                <a:ext uri="{FF2B5EF4-FFF2-40B4-BE49-F238E27FC236}">
                  <a16:creationId xmlns:a16="http://schemas.microsoft.com/office/drawing/2014/main" id="{8763577F-7D99-42DD-8DEE-6CC576187D1E}"/>
                </a:ext>
              </a:extLst>
            </p:cNvPr>
            <p:cNvSpPr/>
            <p:nvPr/>
          </p:nvSpPr>
          <p:spPr>
            <a:xfrm rot="10800000">
              <a:off x="1815651" y="1342540"/>
              <a:ext cx="215724" cy="215724"/>
            </a:xfrm>
            <a:prstGeom prst="ellipse">
              <a:avLst/>
            </a:prstGeom>
            <a:ln w="3848" cap="flat">
              <a:noFill/>
              <a:prstDash val="solid"/>
              <a:miter/>
            </a:ln>
            <a:effectLst>
              <a:glow rad="152400">
                <a:srgbClr val="000000">
                  <a:alpha val="4000"/>
                </a:srgbClr>
              </a:glow>
              <a:outerShdw blurRad="101600" dist="38100" dir="16200000" rotWithShape="0">
                <a:srgbClr val="000000">
                  <a:alpha val="5000"/>
                </a:srgbClr>
              </a:outerShdw>
            </a:effectLst>
          </p:spPr>
          <p:txBody>
            <a:bodyPr rtlCol="0" anchor="ctr"/>
            <a:lstStyle/>
            <a:p>
              <a:pPr rtl="0"/>
              <a:endParaRPr lang="sv-SE" noProof="0"/>
            </a:p>
          </p:txBody>
        </p:sp>
        <p:sp useBgFill="1">
          <p:nvSpPr>
            <p:cNvPr id="13" name="Ellips 12">
              <a:extLst>
                <a:ext uri="{FF2B5EF4-FFF2-40B4-BE49-F238E27FC236}">
                  <a16:creationId xmlns:a16="http://schemas.microsoft.com/office/drawing/2014/main" id="{4EF5F2E5-90C0-417E-8B26-0927E3086B9A}"/>
                </a:ext>
              </a:extLst>
            </p:cNvPr>
            <p:cNvSpPr/>
            <p:nvPr/>
          </p:nvSpPr>
          <p:spPr>
            <a:xfrm rot="10800000">
              <a:off x="183404" y="225822"/>
              <a:ext cx="474023" cy="474023"/>
            </a:xfrm>
            <a:prstGeom prst="ellipse">
              <a:avLst/>
            </a:prstGeom>
            <a:ln w="3848" cap="flat">
              <a:noFill/>
              <a:prstDash val="solid"/>
              <a:miter/>
            </a:ln>
            <a:effectLst>
              <a:glow rad="152400">
                <a:srgbClr val="000000">
                  <a:alpha val="4000"/>
                </a:srgbClr>
              </a:glow>
              <a:outerShdw blurRad="101600" dist="38100" dir="16200000" rotWithShape="0">
                <a:srgbClr val="000000">
                  <a:alpha val="5000"/>
                </a:srgbClr>
              </a:outerShdw>
            </a:effectLst>
          </p:spPr>
          <p:txBody>
            <a:bodyPr rtlCol="0" anchor="ctr"/>
            <a:lstStyle/>
            <a:p>
              <a:pPr rtl="0"/>
              <a:endParaRPr lang="sv-SE" noProof="0"/>
            </a:p>
          </p:txBody>
        </p:sp>
        <p:sp useBgFill="1">
          <p:nvSpPr>
            <p:cNvPr id="14" name="Ellips 13">
              <a:extLst>
                <a:ext uri="{FF2B5EF4-FFF2-40B4-BE49-F238E27FC236}">
                  <a16:creationId xmlns:a16="http://schemas.microsoft.com/office/drawing/2014/main" id="{648150F6-4F74-4696-AF2C-455208042AA2}"/>
                </a:ext>
              </a:extLst>
            </p:cNvPr>
            <p:cNvSpPr/>
            <p:nvPr/>
          </p:nvSpPr>
          <p:spPr>
            <a:xfrm rot="10800000">
              <a:off x="583574" y="2333139"/>
              <a:ext cx="330825" cy="330825"/>
            </a:xfrm>
            <a:prstGeom prst="ellipse">
              <a:avLst/>
            </a:prstGeom>
            <a:ln w="3848" cap="flat">
              <a:noFill/>
              <a:prstDash val="solid"/>
              <a:miter/>
            </a:ln>
            <a:effectLst>
              <a:glow rad="152400">
                <a:srgbClr val="000000">
                  <a:alpha val="4000"/>
                </a:srgbClr>
              </a:glow>
              <a:outerShdw blurRad="101600" dist="38100" dir="16200000" rotWithShape="0">
                <a:srgbClr val="000000">
                  <a:alpha val="5000"/>
                </a:srgbClr>
              </a:outerShdw>
            </a:effectLst>
          </p:spPr>
          <p:txBody>
            <a:bodyPr rtlCol="0" anchor="ctr"/>
            <a:lstStyle/>
            <a:p>
              <a:pPr rtl="0"/>
              <a:endParaRPr lang="sv-SE" noProof="0"/>
            </a:p>
          </p:txBody>
        </p:sp>
      </p:grpSp>
      <p:sp>
        <p:nvSpPr>
          <p:cNvPr id="16" name="Rubrik 1">
            <a:extLst>
              <a:ext uri="{FF2B5EF4-FFF2-40B4-BE49-F238E27FC236}">
                <a16:creationId xmlns:a16="http://schemas.microsoft.com/office/drawing/2014/main" id="{DF341ACE-BA74-497F-B0A2-112DCBB28EDA}"/>
              </a:ext>
            </a:extLst>
          </p:cNvPr>
          <p:cNvSpPr>
            <a:spLocks noGrp="1"/>
          </p:cNvSpPr>
          <p:nvPr>
            <p:ph type="title"/>
          </p:nvPr>
        </p:nvSpPr>
        <p:spPr>
          <a:xfrm>
            <a:off x="822352" y="566127"/>
            <a:ext cx="10531448" cy="1490825"/>
          </a:xfrm>
        </p:spPr>
        <p:txBody>
          <a:bodyPr rtlCol="0" anchor="ctr">
            <a:normAutofit/>
          </a:bodyPr>
          <a:lstStyle>
            <a:lvl1pPr algn="ctr">
              <a:defRPr>
                <a:solidFill>
                  <a:schemeClr val="bg1"/>
                </a:solidFill>
                <a:effectLst>
                  <a:outerShdw blurRad="50800" dist="38100" dir="2700000" algn="tl" rotWithShape="0">
                    <a:prstClr val="black">
                      <a:alpha val="40000"/>
                    </a:prstClr>
                  </a:outerShdw>
                </a:effectLst>
              </a:defRPr>
            </a:lvl1pPr>
          </a:lstStyle>
          <a:p>
            <a:pPr algn="ctr" rtl="0"/>
            <a:r>
              <a:rPr lang="en-GB" noProof="0">
                <a:solidFill>
                  <a:srgbClr val="FFFFFF"/>
                </a:solidFill>
                <a:effectLst>
                  <a:outerShdw blurRad="38100" dist="38100" dir="2700000" algn="tl">
                    <a:srgbClr val="000000">
                      <a:alpha val="43137"/>
                    </a:srgbClr>
                  </a:outerShdw>
                </a:effectLst>
                <a:cs typeface="Segoe UI" panose="020B0502040204020203" pitchFamily="34" charset="0"/>
              </a:rPr>
              <a:t>Click to edit Master title style</a:t>
            </a:r>
            <a:endParaRPr lang="sv-SE" noProof="0">
              <a:solidFill>
                <a:srgbClr val="FFFFFF"/>
              </a:solidFill>
              <a:effectLst>
                <a:outerShdw blurRad="38100" dist="38100" dir="2700000" algn="tl">
                  <a:srgbClr val="000000">
                    <a:alpha val="43137"/>
                  </a:srgbClr>
                </a:outerShdw>
              </a:effectLst>
              <a:cs typeface="Segoe UI" panose="020B0502040204020203" pitchFamily="34" charset="0"/>
            </a:endParaRPr>
          </a:p>
        </p:txBody>
      </p:sp>
      <p:sp>
        <p:nvSpPr>
          <p:cNvPr id="24" name="Platshållare för text 23">
            <a:extLst>
              <a:ext uri="{FF2B5EF4-FFF2-40B4-BE49-F238E27FC236}">
                <a16:creationId xmlns:a16="http://schemas.microsoft.com/office/drawing/2014/main" id="{03858BEB-3028-46B2-A113-0312EFEC2187}"/>
              </a:ext>
            </a:extLst>
          </p:cNvPr>
          <p:cNvSpPr>
            <a:spLocks noGrp="1"/>
          </p:cNvSpPr>
          <p:nvPr>
            <p:ph type="body" sz="quarter" idx="13" hasCustomPrompt="1"/>
          </p:nvPr>
        </p:nvSpPr>
        <p:spPr>
          <a:xfrm>
            <a:off x="1592541" y="2346854"/>
            <a:ext cx="4360512" cy="552450"/>
          </a:xfrm>
        </p:spPr>
        <p:txBody>
          <a:bodyPr rtlCol="0">
            <a:normAutofit/>
          </a:bodyPr>
          <a:lstStyle>
            <a:lvl1pPr marL="0" indent="0">
              <a:buNone/>
              <a:defRPr sz="2000" b="1">
                <a:solidFill>
                  <a:schemeClr val="bg1"/>
                </a:solidFill>
                <a:effectLst>
                  <a:outerShdw blurRad="38100" dist="38100" dir="2700000" algn="tl">
                    <a:srgbClr val="000000">
                      <a:alpha val="43137"/>
                    </a:srgbClr>
                  </a:outerShdw>
                </a:effectLst>
              </a:defRPr>
            </a:lvl1pPr>
          </a:lstStyle>
          <a:p>
            <a:pPr lvl="0" rtl="0"/>
            <a:r>
              <a:rPr lang="sv-SE" noProof="0"/>
              <a:t>Klicka här för att lägga till underrubrik</a:t>
            </a:r>
          </a:p>
        </p:txBody>
      </p:sp>
      <p:sp>
        <p:nvSpPr>
          <p:cNvPr id="28" name="Platshållare för text 25">
            <a:extLst>
              <a:ext uri="{FF2B5EF4-FFF2-40B4-BE49-F238E27FC236}">
                <a16:creationId xmlns:a16="http://schemas.microsoft.com/office/drawing/2014/main" id="{04B6002D-221D-4D66-93ED-DAD87E6478D3}"/>
              </a:ext>
            </a:extLst>
          </p:cNvPr>
          <p:cNvSpPr>
            <a:spLocks noGrp="1"/>
          </p:cNvSpPr>
          <p:nvPr>
            <p:ph type="body" sz="quarter" idx="14" hasCustomPrompt="1"/>
          </p:nvPr>
        </p:nvSpPr>
        <p:spPr>
          <a:xfrm>
            <a:off x="1592191" y="2899269"/>
            <a:ext cx="4360862" cy="3215781"/>
          </a:xfrm>
        </p:spPr>
        <p:txBody>
          <a:bodyPr rtlCol="0">
            <a:normAutofit/>
          </a:bodyPr>
          <a:lstStyle>
            <a:lvl1pPr marL="285750" indent="-285750">
              <a:buClr>
                <a:schemeClr val="accent3"/>
              </a:buClr>
              <a:buFontTx/>
              <a:buChar char="+"/>
              <a:defRPr sz="1800">
                <a:solidFill>
                  <a:schemeClr val="bg1"/>
                </a:solidFill>
              </a:defRPr>
            </a:lvl1pPr>
          </a:lstStyle>
          <a:p>
            <a:pPr lvl="0" rtl="0"/>
            <a:r>
              <a:rPr lang="sv-SE" noProof="0"/>
              <a:t>Klicka för att infoga text</a:t>
            </a:r>
          </a:p>
        </p:txBody>
      </p:sp>
      <p:sp>
        <p:nvSpPr>
          <p:cNvPr id="31" name="Platshållare för text 23">
            <a:extLst>
              <a:ext uri="{FF2B5EF4-FFF2-40B4-BE49-F238E27FC236}">
                <a16:creationId xmlns:a16="http://schemas.microsoft.com/office/drawing/2014/main" id="{37B583B4-9EAA-4C7A-8DE1-DF310A0D2442}"/>
              </a:ext>
            </a:extLst>
          </p:cNvPr>
          <p:cNvSpPr>
            <a:spLocks noGrp="1"/>
          </p:cNvSpPr>
          <p:nvPr>
            <p:ph type="body" sz="quarter" idx="15" hasCustomPrompt="1"/>
          </p:nvPr>
        </p:nvSpPr>
        <p:spPr>
          <a:xfrm>
            <a:off x="6287397" y="2346854"/>
            <a:ext cx="4360512" cy="552450"/>
          </a:xfrm>
        </p:spPr>
        <p:txBody>
          <a:bodyPr rtlCol="0">
            <a:normAutofit/>
          </a:bodyPr>
          <a:lstStyle>
            <a:lvl1pPr marL="0" indent="0">
              <a:buNone/>
              <a:defRPr sz="2000" b="1">
                <a:solidFill>
                  <a:schemeClr val="bg1"/>
                </a:solidFill>
                <a:effectLst>
                  <a:outerShdw blurRad="38100" dist="38100" dir="2700000" algn="tl">
                    <a:srgbClr val="000000">
                      <a:alpha val="43137"/>
                    </a:srgbClr>
                  </a:outerShdw>
                </a:effectLst>
              </a:defRPr>
            </a:lvl1pPr>
          </a:lstStyle>
          <a:p>
            <a:pPr lvl="0" rtl="0"/>
            <a:r>
              <a:rPr lang="sv-SE" noProof="0"/>
              <a:t>Klicka här för att lägga till underrubrik</a:t>
            </a:r>
          </a:p>
        </p:txBody>
      </p:sp>
      <p:sp>
        <p:nvSpPr>
          <p:cNvPr id="32" name="Platshållare för text 25">
            <a:extLst>
              <a:ext uri="{FF2B5EF4-FFF2-40B4-BE49-F238E27FC236}">
                <a16:creationId xmlns:a16="http://schemas.microsoft.com/office/drawing/2014/main" id="{694B9F6A-3683-47F2-8548-EA26CEADE524}"/>
              </a:ext>
            </a:extLst>
          </p:cNvPr>
          <p:cNvSpPr>
            <a:spLocks noGrp="1"/>
          </p:cNvSpPr>
          <p:nvPr>
            <p:ph type="body" sz="quarter" idx="16" hasCustomPrompt="1"/>
          </p:nvPr>
        </p:nvSpPr>
        <p:spPr>
          <a:xfrm>
            <a:off x="6287047" y="2899269"/>
            <a:ext cx="4360862" cy="3215781"/>
          </a:xfrm>
        </p:spPr>
        <p:txBody>
          <a:bodyPr rtlCol="0">
            <a:normAutofit/>
          </a:bodyPr>
          <a:lstStyle>
            <a:lvl1pPr marL="285750" indent="-285750">
              <a:buClr>
                <a:schemeClr val="accent3"/>
              </a:buClr>
              <a:buFontTx/>
              <a:buChar char="+"/>
              <a:defRPr sz="1800">
                <a:solidFill>
                  <a:schemeClr val="bg1"/>
                </a:solidFill>
              </a:defRPr>
            </a:lvl1pPr>
          </a:lstStyle>
          <a:p>
            <a:pPr lvl="0" rtl="0"/>
            <a:r>
              <a:rPr lang="sv-SE" noProof="0"/>
              <a:t>Klicka för att infoga text</a:t>
            </a:r>
          </a:p>
        </p:txBody>
      </p:sp>
      <p:sp>
        <p:nvSpPr>
          <p:cNvPr id="18" name="Platshållare för datum 4">
            <a:extLst>
              <a:ext uri="{FF2B5EF4-FFF2-40B4-BE49-F238E27FC236}">
                <a16:creationId xmlns:a16="http://schemas.microsoft.com/office/drawing/2014/main" id="{1FDFCFD6-336A-4319-8946-39E7EC2CD1B3}"/>
              </a:ext>
            </a:extLst>
          </p:cNvPr>
          <p:cNvSpPr>
            <a:spLocks noGrp="1"/>
          </p:cNvSpPr>
          <p:nvPr>
            <p:ph type="dt" sz="half" idx="10"/>
          </p:nvPr>
        </p:nvSpPr>
        <p:spPr>
          <a:xfrm>
            <a:off x="838200" y="6400800"/>
            <a:ext cx="2743200" cy="365125"/>
          </a:xfrm>
        </p:spPr>
        <p:txBody>
          <a:bodyPr rtlCol="0"/>
          <a:lstStyle>
            <a:lvl1pPr>
              <a:defRPr>
                <a:solidFill>
                  <a:schemeClr val="bg1"/>
                </a:solidFill>
                <a:effectLst>
                  <a:outerShdw blurRad="38100" dist="38100" dir="2700000" algn="tl">
                    <a:srgbClr val="000000">
                      <a:alpha val="43137"/>
                    </a:srgbClr>
                  </a:outerShdw>
                </a:effectLst>
              </a:defRPr>
            </a:lvl1pPr>
          </a:lstStyle>
          <a:p>
            <a:pPr rtl="0"/>
            <a:r>
              <a:rPr lang="sv-SE" noProof="0"/>
              <a:t>2/2/20XX</a:t>
            </a:r>
          </a:p>
        </p:txBody>
      </p:sp>
      <p:sp>
        <p:nvSpPr>
          <p:cNvPr id="19" name="Platshållare för sidfot 5">
            <a:extLst>
              <a:ext uri="{FF2B5EF4-FFF2-40B4-BE49-F238E27FC236}">
                <a16:creationId xmlns:a16="http://schemas.microsoft.com/office/drawing/2014/main" id="{EDA87BDB-4AAD-4508-9D8E-9413194A6FB5}"/>
              </a:ext>
            </a:extLst>
          </p:cNvPr>
          <p:cNvSpPr>
            <a:spLocks noGrp="1"/>
          </p:cNvSpPr>
          <p:nvPr>
            <p:ph type="ftr" sz="quarter" idx="11"/>
          </p:nvPr>
        </p:nvSpPr>
        <p:spPr>
          <a:xfrm>
            <a:off x="4038600" y="6400800"/>
            <a:ext cx="4114800" cy="365125"/>
          </a:xfrm>
        </p:spPr>
        <p:txBody>
          <a:bodyPr rtlCol="0"/>
          <a:lstStyle>
            <a:lvl1pPr>
              <a:defRPr>
                <a:solidFill>
                  <a:schemeClr val="bg1"/>
                </a:solidFill>
                <a:effectLst>
                  <a:outerShdw blurRad="38100" dist="38100" dir="2700000" algn="tl">
                    <a:srgbClr val="000000">
                      <a:alpha val="43137"/>
                    </a:srgbClr>
                  </a:outerShdw>
                </a:effectLst>
              </a:defRPr>
            </a:lvl1pPr>
          </a:lstStyle>
          <a:p>
            <a:pPr rtl="0"/>
            <a:r>
              <a:rPr lang="sv-SE" noProof="0"/>
              <a:t>PRESENTATIONENS RUBRIK</a:t>
            </a:r>
          </a:p>
        </p:txBody>
      </p:sp>
      <p:sp>
        <p:nvSpPr>
          <p:cNvPr id="20" name="Platshållare för bildnummer 6">
            <a:extLst>
              <a:ext uri="{FF2B5EF4-FFF2-40B4-BE49-F238E27FC236}">
                <a16:creationId xmlns:a16="http://schemas.microsoft.com/office/drawing/2014/main" id="{972B28B4-16BA-417A-B46D-DBD7D41F7650}"/>
              </a:ext>
            </a:extLst>
          </p:cNvPr>
          <p:cNvSpPr>
            <a:spLocks noGrp="1"/>
          </p:cNvSpPr>
          <p:nvPr>
            <p:ph type="sldNum" sz="quarter" idx="12"/>
          </p:nvPr>
        </p:nvSpPr>
        <p:spPr>
          <a:xfrm>
            <a:off x="8610600" y="6400800"/>
            <a:ext cx="2743200" cy="365125"/>
          </a:xfrm>
        </p:spPr>
        <p:txBody>
          <a:bodyPr rtlCol="0"/>
          <a:lstStyle>
            <a:lvl1pPr>
              <a:defRPr>
                <a:solidFill>
                  <a:schemeClr val="bg1"/>
                </a:solidFill>
                <a:effectLst>
                  <a:outerShdw blurRad="38100" dist="38100" dir="2700000" algn="tl">
                    <a:srgbClr val="000000">
                      <a:alpha val="43137"/>
                    </a:srgbClr>
                  </a:outerShdw>
                </a:effectLst>
              </a:defRPr>
            </a:lvl1pPr>
          </a:lstStyle>
          <a:p>
            <a:pPr rtl="0"/>
            <a:fld id="{DFA5D71E-5CDF-4C93-8A75-5B916FDC5BEA}" type="slidenum">
              <a:rPr lang="sv-SE" noProof="0" smtClean="0"/>
              <a:pPr rtl="0"/>
              <a:t>‹#›</a:t>
            </a:fld>
            <a:endParaRPr lang="sv-SE" noProof="0"/>
          </a:p>
        </p:txBody>
      </p:sp>
    </p:spTree>
    <p:extLst>
      <p:ext uri="{BB962C8B-B14F-4D97-AF65-F5344CB8AC3E}">
        <p14:creationId xmlns:p14="http://schemas.microsoft.com/office/powerpoint/2010/main" val="164250880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Innehåll i kolumn 3">
    <p:bg>
      <p:bgPr>
        <a:solidFill>
          <a:schemeClr val="accent5"/>
        </a:solidFill>
        <a:effectLst/>
      </p:bgPr>
    </p:bg>
    <p:spTree>
      <p:nvGrpSpPr>
        <p:cNvPr id="1" name=""/>
        <p:cNvGrpSpPr/>
        <p:nvPr/>
      </p:nvGrpSpPr>
      <p:grpSpPr>
        <a:xfrm>
          <a:off x="0" y="0"/>
          <a:ext cx="0" cy="0"/>
          <a:chOff x="0" y="0"/>
          <a:chExt cx="0" cy="0"/>
        </a:xfrm>
      </p:grpSpPr>
      <p:grpSp>
        <p:nvGrpSpPr>
          <p:cNvPr id="10" name="Grupp 9">
            <a:extLst>
              <a:ext uri="{FF2B5EF4-FFF2-40B4-BE49-F238E27FC236}">
                <a16:creationId xmlns:a16="http://schemas.microsoft.com/office/drawing/2014/main" id="{D8A1D0A1-1FD1-4F94-B2C0-06C2E2030D53}"/>
              </a:ext>
              <a:ext uri="{C183D7F6-B498-43B3-948B-1728B52AA6E4}">
                <adec:decorative xmlns:adec="http://schemas.microsoft.com/office/drawing/2017/decorative" val="1"/>
              </a:ext>
            </a:extLst>
          </p:cNvPr>
          <p:cNvGrpSpPr/>
          <p:nvPr userDrawn="1"/>
        </p:nvGrpSpPr>
        <p:grpSpPr>
          <a:xfrm>
            <a:off x="183404" y="225822"/>
            <a:ext cx="1847971" cy="2438142"/>
            <a:chOff x="183404" y="225822"/>
            <a:chExt cx="1847971" cy="2438142"/>
          </a:xfrm>
        </p:grpSpPr>
        <p:sp useBgFill="1">
          <p:nvSpPr>
            <p:cNvPr id="11" name="Bild 10">
              <a:extLst>
                <a:ext uri="{FF2B5EF4-FFF2-40B4-BE49-F238E27FC236}">
                  <a16:creationId xmlns:a16="http://schemas.microsoft.com/office/drawing/2014/main" id="{58CFF91A-90A9-4CD1-A803-636F9F1304A4}"/>
                </a:ext>
              </a:extLst>
            </p:cNvPr>
            <p:cNvSpPr/>
            <p:nvPr/>
          </p:nvSpPr>
          <p:spPr>
            <a:xfrm rot="2700000">
              <a:off x="304800" y="965970"/>
              <a:ext cx="1066799" cy="1066799"/>
            </a:xfrm>
            <a:custGeom>
              <a:avLst/>
              <a:gdLst>
                <a:gd name="connsiteX0" fmla="*/ 4053340 w 6859500"/>
                <a:gd name="connsiteY0" fmla="*/ 6235893 h 6859500"/>
                <a:gd name="connsiteX1" fmla="*/ 4053340 w 6859500"/>
                <a:gd name="connsiteY1" fmla="*/ 4053340 h 6859500"/>
                <a:gd name="connsiteX2" fmla="*/ 6235893 w 6859500"/>
                <a:gd name="connsiteY2" fmla="*/ 4053340 h 6859500"/>
                <a:gd name="connsiteX3" fmla="*/ 6859501 w 6859500"/>
                <a:gd name="connsiteY3" fmla="*/ 3429731 h 6859500"/>
                <a:gd name="connsiteX4" fmla="*/ 6235893 w 6859500"/>
                <a:gd name="connsiteY4" fmla="*/ 2806123 h 6859500"/>
                <a:gd name="connsiteX5" fmla="*/ 4053340 w 6859500"/>
                <a:gd name="connsiteY5" fmla="*/ 2806123 h 6859500"/>
                <a:gd name="connsiteX6" fmla="*/ 4053340 w 6859500"/>
                <a:gd name="connsiteY6" fmla="*/ 623608 h 6859500"/>
                <a:gd name="connsiteX7" fmla="*/ 3429731 w 6859500"/>
                <a:gd name="connsiteY7" fmla="*/ 0 h 6859500"/>
                <a:gd name="connsiteX8" fmla="*/ 2806123 w 6859500"/>
                <a:gd name="connsiteY8" fmla="*/ 623608 h 6859500"/>
                <a:gd name="connsiteX9" fmla="*/ 2806123 w 6859500"/>
                <a:gd name="connsiteY9" fmla="*/ 2806161 h 6859500"/>
                <a:gd name="connsiteX10" fmla="*/ 623608 w 6859500"/>
                <a:gd name="connsiteY10" fmla="*/ 2806161 h 6859500"/>
                <a:gd name="connsiteX11" fmla="*/ 0 w 6859500"/>
                <a:gd name="connsiteY11" fmla="*/ 3429731 h 6859500"/>
                <a:gd name="connsiteX12" fmla="*/ 623608 w 6859500"/>
                <a:gd name="connsiteY12" fmla="*/ 4053340 h 6859500"/>
                <a:gd name="connsiteX13" fmla="*/ 2806161 w 6859500"/>
                <a:gd name="connsiteY13" fmla="*/ 4053340 h 6859500"/>
                <a:gd name="connsiteX14" fmla="*/ 2806161 w 6859500"/>
                <a:gd name="connsiteY14" fmla="*/ 6235893 h 6859500"/>
                <a:gd name="connsiteX15" fmla="*/ 3429770 w 6859500"/>
                <a:gd name="connsiteY15" fmla="*/ 6859501 h 6859500"/>
                <a:gd name="connsiteX16" fmla="*/ 4053340 w 6859500"/>
                <a:gd name="connsiteY16" fmla="*/ 6235893 h 6859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6859500" h="6859500">
                  <a:moveTo>
                    <a:pt x="4053340" y="6235893"/>
                  </a:moveTo>
                  <a:lnTo>
                    <a:pt x="4053340" y="4053340"/>
                  </a:lnTo>
                  <a:lnTo>
                    <a:pt x="6235893" y="4053340"/>
                  </a:lnTo>
                  <a:cubicBezTo>
                    <a:pt x="6580293" y="4053340"/>
                    <a:pt x="6859501" y="3774132"/>
                    <a:pt x="6859501" y="3429731"/>
                  </a:cubicBezTo>
                  <a:cubicBezTo>
                    <a:pt x="6859501" y="3085330"/>
                    <a:pt x="6580332" y="2806123"/>
                    <a:pt x="6235893" y="2806123"/>
                  </a:cubicBezTo>
                  <a:lnTo>
                    <a:pt x="4053340" y="2806123"/>
                  </a:lnTo>
                  <a:lnTo>
                    <a:pt x="4053340" y="623608"/>
                  </a:lnTo>
                  <a:cubicBezTo>
                    <a:pt x="4053340" y="279208"/>
                    <a:pt x="3774171" y="0"/>
                    <a:pt x="3429731" y="0"/>
                  </a:cubicBezTo>
                  <a:cubicBezTo>
                    <a:pt x="3085330" y="0"/>
                    <a:pt x="2806123" y="279208"/>
                    <a:pt x="2806123" y="623608"/>
                  </a:cubicBezTo>
                  <a:lnTo>
                    <a:pt x="2806123" y="2806161"/>
                  </a:lnTo>
                  <a:lnTo>
                    <a:pt x="623608" y="2806161"/>
                  </a:lnTo>
                  <a:cubicBezTo>
                    <a:pt x="279208" y="2806161"/>
                    <a:pt x="0" y="3085369"/>
                    <a:pt x="0" y="3429731"/>
                  </a:cubicBezTo>
                  <a:cubicBezTo>
                    <a:pt x="0" y="3774132"/>
                    <a:pt x="279208" y="4053340"/>
                    <a:pt x="623608" y="4053340"/>
                  </a:cubicBezTo>
                  <a:lnTo>
                    <a:pt x="2806161" y="4053340"/>
                  </a:lnTo>
                  <a:lnTo>
                    <a:pt x="2806161" y="6235893"/>
                  </a:lnTo>
                  <a:cubicBezTo>
                    <a:pt x="2806161" y="6580293"/>
                    <a:pt x="3085369" y="6859501"/>
                    <a:pt x="3429770" y="6859501"/>
                  </a:cubicBezTo>
                  <a:cubicBezTo>
                    <a:pt x="3774171" y="6859501"/>
                    <a:pt x="4053340" y="6580293"/>
                    <a:pt x="4053340" y="6235893"/>
                  </a:cubicBezTo>
                  <a:close/>
                </a:path>
              </a:pathLst>
            </a:custGeom>
            <a:ln w="3848" cap="flat">
              <a:noFill/>
              <a:prstDash val="solid"/>
              <a:miter/>
            </a:ln>
            <a:effectLst>
              <a:glow rad="152400">
                <a:srgbClr val="000000">
                  <a:alpha val="4000"/>
                </a:srgbClr>
              </a:glow>
              <a:outerShdw blurRad="101600" dist="38100" dir="16200000" rotWithShape="0">
                <a:srgbClr val="000000">
                  <a:alpha val="5000"/>
                </a:srgbClr>
              </a:outerShdw>
            </a:effectLst>
          </p:spPr>
          <p:txBody>
            <a:bodyPr rtlCol="0" anchor="ctr"/>
            <a:lstStyle/>
            <a:p>
              <a:pPr rtl="0"/>
              <a:endParaRPr lang="sv-SE" noProof="0"/>
            </a:p>
          </p:txBody>
        </p:sp>
        <p:sp useBgFill="1">
          <p:nvSpPr>
            <p:cNvPr id="12" name="Ellips 11">
              <a:extLst>
                <a:ext uri="{FF2B5EF4-FFF2-40B4-BE49-F238E27FC236}">
                  <a16:creationId xmlns:a16="http://schemas.microsoft.com/office/drawing/2014/main" id="{4FBC4BC7-0780-43F3-A67A-65EB564F696D}"/>
                </a:ext>
              </a:extLst>
            </p:cNvPr>
            <p:cNvSpPr/>
            <p:nvPr/>
          </p:nvSpPr>
          <p:spPr>
            <a:xfrm rot="10800000">
              <a:off x="1815651" y="1342540"/>
              <a:ext cx="215724" cy="215724"/>
            </a:xfrm>
            <a:prstGeom prst="ellipse">
              <a:avLst/>
            </a:prstGeom>
            <a:ln w="3848" cap="flat">
              <a:noFill/>
              <a:prstDash val="solid"/>
              <a:miter/>
            </a:ln>
            <a:effectLst>
              <a:glow rad="152400">
                <a:srgbClr val="000000">
                  <a:alpha val="4000"/>
                </a:srgbClr>
              </a:glow>
              <a:outerShdw blurRad="101600" dist="38100" dir="16200000" rotWithShape="0">
                <a:srgbClr val="000000">
                  <a:alpha val="5000"/>
                </a:srgbClr>
              </a:outerShdw>
            </a:effectLst>
          </p:spPr>
          <p:txBody>
            <a:bodyPr rtlCol="0" anchor="ctr"/>
            <a:lstStyle/>
            <a:p>
              <a:pPr rtl="0"/>
              <a:endParaRPr lang="sv-SE" noProof="0"/>
            </a:p>
          </p:txBody>
        </p:sp>
        <p:sp useBgFill="1">
          <p:nvSpPr>
            <p:cNvPr id="13" name="Ellips 12">
              <a:extLst>
                <a:ext uri="{FF2B5EF4-FFF2-40B4-BE49-F238E27FC236}">
                  <a16:creationId xmlns:a16="http://schemas.microsoft.com/office/drawing/2014/main" id="{1CE0ABAF-CF8C-4E0D-A844-F01B6E85B2E3}"/>
                </a:ext>
              </a:extLst>
            </p:cNvPr>
            <p:cNvSpPr/>
            <p:nvPr/>
          </p:nvSpPr>
          <p:spPr>
            <a:xfrm rot="10800000">
              <a:off x="183404" y="225822"/>
              <a:ext cx="474023" cy="474023"/>
            </a:xfrm>
            <a:prstGeom prst="ellipse">
              <a:avLst/>
            </a:prstGeom>
            <a:ln w="3848" cap="flat">
              <a:noFill/>
              <a:prstDash val="solid"/>
              <a:miter/>
            </a:ln>
            <a:effectLst>
              <a:glow rad="152400">
                <a:srgbClr val="000000">
                  <a:alpha val="4000"/>
                </a:srgbClr>
              </a:glow>
              <a:outerShdw blurRad="101600" dist="38100" dir="16200000" rotWithShape="0">
                <a:srgbClr val="000000">
                  <a:alpha val="5000"/>
                </a:srgbClr>
              </a:outerShdw>
            </a:effectLst>
          </p:spPr>
          <p:txBody>
            <a:bodyPr rtlCol="0" anchor="ctr"/>
            <a:lstStyle/>
            <a:p>
              <a:pPr rtl="0"/>
              <a:endParaRPr lang="sv-SE" noProof="0"/>
            </a:p>
          </p:txBody>
        </p:sp>
        <p:sp useBgFill="1">
          <p:nvSpPr>
            <p:cNvPr id="14" name="Ellips 13">
              <a:extLst>
                <a:ext uri="{FF2B5EF4-FFF2-40B4-BE49-F238E27FC236}">
                  <a16:creationId xmlns:a16="http://schemas.microsoft.com/office/drawing/2014/main" id="{5E894DEB-17BA-46D9-AF52-DFC04FC4E93A}"/>
                </a:ext>
              </a:extLst>
            </p:cNvPr>
            <p:cNvSpPr/>
            <p:nvPr/>
          </p:nvSpPr>
          <p:spPr>
            <a:xfrm rot="10800000">
              <a:off x="583574" y="2333139"/>
              <a:ext cx="330825" cy="330825"/>
            </a:xfrm>
            <a:prstGeom prst="ellipse">
              <a:avLst/>
            </a:prstGeom>
            <a:ln w="3848" cap="flat">
              <a:noFill/>
              <a:prstDash val="solid"/>
              <a:miter/>
            </a:ln>
            <a:effectLst>
              <a:glow rad="152400">
                <a:srgbClr val="000000">
                  <a:alpha val="4000"/>
                </a:srgbClr>
              </a:glow>
              <a:outerShdw blurRad="101600" dist="38100" dir="16200000" rotWithShape="0">
                <a:srgbClr val="000000">
                  <a:alpha val="5000"/>
                </a:srgbClr>
              </a:outerShdw>
            </a:effectLst>
          </p:spPr>
          <p:txBody>
            <a:bodyPr rtlCol="0" anchor="ctr"/>
            <a:lstStyle/>
            <a:p>
              <a:pPr rtl="0"/>
              <a:endParaRPr lang="sv-SE" noProof="0"/>
            </a:p>
          </p:txBody>
        </p:sp>
      </p:grpSp>
      <p:sp>
        <p:nvSpPr>
          <p:cNvPr id="16" name="Rubrik 1">
            <a:extLst>
              <a:ext uri="{FF2B5EF4-FFF2-40B4-BE49-F238E27FC236}">
                <a16:creationId xmlns:a16="http://schemas.microsoft.com/office/drawing/2014/main" id="{30AFDACD-10D0-493F-9AA6-0C0AC8835228}"/>
              </a:ext>
            </a:extLst>
          </p:cNvPr>
          <p:cNvSpPr>
            <a:spLocks noGrp="1"/>
          </p:cNvSpPr>
          <p:nvPr>
            <p:ph type="title"/>
          </p:nvPr>
        </p:nvSpPr>
        <p:spPr>
          <a:xfrm>
            <a:off x="822352" y="566127"/>
            <a:ext cx="10531448" cy="1490825"/>
          </a:xfrm>
        </p:spPr>
        <p:txBody>
          <a:bodyPr rtlCol="0" anchor="ctr">
            <a:normAutofit/>
          </a:bodyPr>
          <a:lstStyle>
            <a:lvl1pPr algn="ctr">
              <a:defRPr>
                <a:solidFill>
                  <a:schemeClr val="bg1"/>
                </a:solidFill>
                <a:effectLst>
                  <a:outerShdw blurRad="50800" dist="38100" dir="2700000" algn="tl" rotWithShape="0">
                    <a:prstClr val="black">
                      <a:alpha val="40000"/>
                    </a:prstClr>
                  </a:outerShdw>
                </a:effectLst>
              </a:defRPr>
            </a:lvl1pPr>
          </a:lstStyle>
          <a:p>
            <a:pPr algn="ctr" rtl="0"/>
            <a:r>
              <a:rPr lang="en-GB" noProof="0">
                <a:solidFill>
                  <a:srgbClr val="FFFFFF"/>
                </a:solidFill>
                <a:effectLst>
                  <a:outerShdw blurRad="38100" dist="38100" dir="2700000" algn="tl">
                    <a:srgbClr val="000000">
                      <a:alpha val="43137"/>
                    </a:srgbClr>
                  </a:outerShdw>
                </a:effectLst>
                <a:cs typeface="Segoe UI" panose="020B0502040204020203" pitchFamily="34" charset="0"/>
              </a:rPr>
              <a:t>Click to edit Master title style</a:t>
            </a:r>
            <a:endParaRPr lang="sv-SE" noProof="0">
              <a:solidFill>
                <a:srgbClr val="FFFFFF"/>
              </a:solidFill>
              <a:effectLst>
                <a:outerShdw blurRad="38100" dist="38100" dir="2700000" algn="tl">
                  <a:srgbClr val="000000">
                    <a:alpha val="43137"/>
                  </a:srgbClr>
                </a:outerShdw>
              </a:effectLst>
              <a:cs typeface="Segoe UI" panose="020B0502040204020203" pitchFamily="34" charset="0"/>
            </a:endParaRPr>
          </a:p>
        </p:txBody>
      </p:sp>
      <p:sp>
        <p:nvSpPr>
          <p:cNvPr id="20" name="Platshållare för text 23">
            <a:extLst>
              <a:ext uri="{FF2B5EF4-FFF2-40B4-BE49-F238E27FC236}">
                <a16:creationId xmlns:a16="http://schemas.microsoft.com/office/drawing/2014/main" id="{FCFF65AC-D857-44D4-8C75-42685EEC828C}"/>
              </a:ext>
            </a:extLst>
          </p:cNvPr>
          <p:cNvSpPr>
            <a:spLocks noGrp="1"/>
          </p:cNvSpPr>
          <p:nvPr>
            <p:ph type="body" sz="quarter" idx="13" hasCustomPrompt="1"/>
          </p:nvPr>
        </p:nvSpPr>
        <p:spPr>
          <a:xfrm>
            <a:off x="1001992" y="2346854"/>
            <a:ext cx="3303394" cy="552450"/>
          </a:xfrm>
        </p:spPr>
        <p:txBody>
          <a:bodyPr rtlCol="0">
            <a:normAutofit/>
          </a:bodyPr>
          <a:lstStyle>
            <a:lvl1pPr marL="0" indent="0">
              <a:buNone/>
              <a:defRPr sz="2000" b="1">
                <a:solidFill>
                  <a:schemeClr val="bg1"/>
                </a:solidFill>
                <a:effectLst>
                  <a:outerShdw blurRad="38100" dist="38100" dir="2700000" algn="tl">
                    <a:srgbClr val="000000">
                      <a:alpha val="43137"/>
                    </a:srgbClr>
                  </a:outerShdw>
                </a:effectLst>
              </a:defRPr>
            </a:lvl1pPr>
          </a:lstStyle>
          <a:p>
            <a:pPr lvl="0" rtl="0"/>
            <a:r>
              <a:rPr lang="sv-SE" noProof="0"/>
              <a:t>Klicka här för att lägga till underrubrik</a:t>
            </a:r>
          </a:p>
        </p:txBody>
      </p:sp>
      <p:sp>
        <p:nvSpPr>
          <p:cNvPr id="21" name="Platshållare för text 25">
            <a:extLst>
              <a:ext uri="{FF2B5EF4-FFF2-40B4-BE49-F238E27FC236}">
                <a16:creationId xmlns:a16="http://schemas.microsoft.com/office/drawing/2014/main" id="{CBC02743-732C-4B86-AB3D-5C05A02D0D11}"/>
              </a:ext>
            </a:extLst>
          </p:cNvPr>
          <p:cNvSpPr>
            <a:spLocks noGrp="1"/>
          </p:cNvSpPr>
          <p:nvPr>
            <p:ph type="body" sz="quarter" idx="14" hasCustomPrompt="1"/>
          </p:nvPr>
        </p:nvSpPr>
        <p:spPr>
          <a:xfrm>
            <a:off x="1001641" y="2899269"/>
            <a:ext cx="3303659" cy="3215781"/>
          </a:xfrm>
        </p:spPr>
        <p:txBody>
          <a:bodyPr rtlCol="0">
            <a:normAutofit/>
          </a:bodyPr>
          <a:lstStyle>
            <a:lvl1pPr marL="285750" indent="-285750">
              <a:buClr>
                <a:schemeClr val="accent3"/>
              </a:buClr>
              <a:buFontTx/>
              <a:buChar char="+"/>
              <a:defRPr sz="1800">
                <a:solidFill>
                  <a:schemeClr val="bg1"/>
                </a:solidFill>
              </a:defRPr>
            </a:lvl1pPr>
          </a:lstStyle>
          <a:p>
            <a:pPr lvl="0" rtl="0"/>
            <a:r>
              <a:rPr lang="sv-SE" noProof="0"/>
              <a:t>Klicka för att infoga text</a:t>
            </a:r>
          </a:p>
        </p:txBody>
      </p:sp>
      <p:sp>
        <p:nvSpPr>
          <p:cNvPr id="32" name="Platshållare för text 23">
            <a:extLst>
              <a:ext uri="{FF2B5EF4-FFF2-40B4-BE49-F238E27FC236}">
                <a16:creationId xmlns:a16="http://schemas.microsoft.com/office/drawing/2014/main" id="{01F8B39A-529F-4E49-AE13-52EC4704DEB0}"/>
              </a:ext>
            </a:extLst>
          </p:cNvPr>
          <p:cNvSpPr>
            <a:spLocks noGrp="1"/>
          </p:cNvSpPr>
          <p:nvPr>
            <p:ph type="body" sz="quarter" idx="15" hasCustomPrompt="1"/>
          </p:nvPr>
        </p:nvSpPr>
        <p:spPr>
          <a:xfrm>
            <a:off x="4453829" y="2346854"/>
            <a:ext cx="3303394" cy="552450"/>
          </a:xfrm>
        </p:spPr>
        <p:txBody>
          <a:bodyPr rtlCol="0">
            <a:normAutofit/>
          </a:bodyPr>
          <a:lstStyle>
            <a:lvl1pPr marL="0" indent="0">
              <a:buNone/>
              <a:defRPr sz="2000" b="1">
                <a:solidFill>
                  <a:schemeClr val="bg1"/>
                </a:solidFill>
                <a:effectLst>
                  <a:outerShdw blurRad="38100" dist="38100" dir="2700000" algn="tl">
                    <a:srgbClr val="000000">
                      <a:alpha val="43137"/>
                    </a:srgbClr>
                  </a:outerShdw>
                </a:effectLst>
              </a:defRPr>
            </a:lvl1pPr>
          </a:lstStyle>
          <a:p>
            <a:pPr lvl="0" rtl="0"/>
            <a:r>
              <a:rPr lang="sv-SE" noProof="0"/>
              <a:t>Klicka här för att lägga till underrubrik</a:t>
            </a:r>
          </a:p>
        </p:txBody>
      </p:sp>
      <p:sp>
        <p:nvSpPr>
          <p:cNvPr id="33" name="Platshållare för text 25">
            <a:extLst>
              <a:ext uri="{FF2B5EF4-FFF2-40B4-BE49-F238E27FC236}">
                <a16:creationId xmlns:a16="http://schemas.microsoft.com/office/drawing/2014/main" id="{2A6AE7B0-4281-44CE-83E8-FF70EB548ACA}"/>
              </a:ext>
            </a:extLst>
          </p:cNvPr>
          <p:cNvSpPr>
            <a:spLocks noGrp="1"/>
          </p:cNvSpPr>
          <p:nvPr>
            <p:ph type="body" sz="quarter" idx="16" hasCustomPrompt="1"/>
          </p:nvPr>
        </p:nvSpPr>
        <p:spPr>
          <a:xfrm>
            <a:off x="4453478" y="2899269"/>
            <a:ext cx="3303659" cy="3215781"/>
          </a:xfrm>
        </p:spPr>
        <p:txBody>
          <a:bodyPr rtlCol="0">
            <a:normAutofit/>
          </a:bodyPr>
          <a:lstStyle>
            <a:lvl1pPr marL="285750" indent="-285750">
              <a:buClr>
                <a:schemeClr val="accent3"/>
              </a:buClr>
              <a:buFontTx/>
              <a:buChar char="+"/>
              <a:defRPr sz="1800">
                <a:solidFill>
                  <a:schemeClr val="bg1"/>
                </a:solidFill>
              </a:defRPr>
            </a:lvl1pPr>
          </a:lstStyle>
          <a:p>
            <a:pPr lvl="0" rtl="0"/>
            <a:r>
              <a:rPr lang="sv-SE" noProof="0"/>
              <a:t>Klicka för att infoga text</a:t>
            </a:r>
          </a:p>
        </p:txBody>
      </p:sp>
      <p:sp>
        <p:nvSpPr>
          <p:cNvPr id="34" name="Platshållare för text 23">
            <a:extLst>
              <a:ext uri="{FF2B5EF4-FFF2-40B4-BE49-F238E27FC236}">
                <a16:creationId xmlns:a16="http://schemas.microsoft.com/office/drawing/2014/main" id="{9D1E92C6-323C-467F-8117-84624685E70D}"/>
              </a:ext>
            </a:extLst>
          </p:cNvPr>
          <p:cNvSpPr>
            <a:spLocks noGrp="1"/>
          </p:cNvSpPr>
          <p:nvPr>
            <p:ph type="body" sz="quarter" idx="17" hasCustomPrompt="1"/>
          </p:nvPr>
        </p:nvSpPr>
        <p:spPr>
          <a:xfrm>
            <a:off x="7906017" y="2333139"/>
            <a:ext cx="3303394" cy="552450"/>
          </a:xfrm>
        </p:spPr>
        <p:txBody>
          <a:bodyPr rtlCol="0">
            <a:normAutofit/>
          </a:bodyPr>
          <a:lstStyle>
            <a:lvl1pPr marL="0" indent="0">
              <a:buNone/>
              <a:defRPr sz="2000" b="1">
                <a:solidFill>
                  <a:schemeClr val="bg1"/>
                </a:solidFill>
                <a:effectLst>
                  <a:outerShdw blurRad="38100" dist="38100" dir="2700000" algn="tl">
                    <a:srgbClr val="000000">
                      <a:alpha val="43137"/>
                    </a:srgbClr>
                  </a:outerShdw>
                </a:effectLst>
              </a:defRPr>
            </a:lvl1pPr>
          </a:lstStyle>
          <a:p>
            <a:pPr lvl="0" rtl="0"/>
            <a:r>
              <a:rPr lang="sv-SE" noProof="0"/>
              <a:t>Klicka här för att lägga till underrubrik</a:t>
            </a:r>
          </a:p>
        </p:txBody>
      </p:sp>
      <p:sp>
        <p:nvSpPr>
          <p:cNvPr id="35" name="Platshållare för text 25">
            <a:extLst>
              <a:ext uri="{FF2B5EF4-FFF2-40B4-BE49-F238E27FC236}">
                <a16:creationId xmlns:a16="http://schemas.microsoft.com/office/drawing/2014/main" id="{E292D7CF-B506-4D5A-9747-949D5607895B}"/>
              </a:ext>
            </a:extLst>
          </p:cNvPr>
          <p:cNvSpPr>
            <a:spLocks noGrp="1"/>
          </p:cNvSpPr>
          <p:nvPr>
            <p:ph type="body" sz="quarter" idx="18" hasCustomPrompt="1"/>
          </p:nvPr>
        </p:nvSpPr>
        <p:spPr>
          <a:xfrm>
            <a:off x="7905666" y="2885554"/>
            <a:ext cx="3303659" cy="3215781"/>
          </a:xfrm>
        </p:spPr>
        <p:txBody>
          <a:bodyPr rtlCol="0">
            <a:normAutofit/>
          </a:bodyPr>
          <a:lstStyle>
            <a:lvl1pPr marL="285750" indent="-285750">
              <a:buClr>
                <a:schemeClr val="accent3"/>
              </a:buClr>
              <a:buFontTx/>
              <a:buChar char="+"/>
              <a:defRPr sz="1800">
                <a:solidFill>
                  <a:schemeClr val="bg1"/>
                </a:solidFill>
              </a:defRPr>
            </a:lvl1pPr>
          </a:lstStyle>
          <a:p>
            <a:pPr lvl="0" rtl="0"/>
            <a:r>
              <a:rPr lang="sv-SE" noProof="0"/>
              <a:t>Klicka för att infoga text</a:t>
            </a:r>
          </a:p>
        </p:txBody>
      </p:sp>
      <p:sp>
        <p:nvSpPr>
          <p:cNvPr id="17" name="Platshållare för datum 4">
            <a:extLst>
              <a:ext uri="{FF2B5EF4-FFF2-40B4-BE49-F238E27FC236}">
                <a16:creationId xmlns:a16="http://schemas.microsoft.com/office/drawing/2014/main" id="{39C4FF29-BCBF-4D15-B2D8-AE2E1F3891F7}"/>
              </a:ext>
            </a:extLst>
          </p:cNvPr>
          <p:cNvSpPr>
            <a:spLocks noGrp="1"/>
          </p:cNvSpPr>
          <p:nvPr>
            <p:ph type="dt" sz="half" idx="10"/>
          </p:nvPr>
        </p:nvSpPr>
        <p:spPr>
          <a:xfrm>
            <a:off x="838200" y="6400800"/>
            <a:ext cx="2743200" cy="365125"/>
          </a:xfrm>
        </p:spPr>
        <p:txBody>
          <a:bodyPr rtlCol="0"/>
          <a:lstStyle>
            <a:lvl1pPr>
              <a:defRPr>
                <a:solidFill>
                  <a:schemeClr val="bg1"/>
                </a:solidFill>
                <a:effectLst>
                  <a:outerShdw blurRad="38100" dist="38100" dir="2700000" algn="tl">
                    <a:srgbClr val="000000">
                      <a:alpha val="43137"/>
                    </a:srgbClr>
                  </a:outerShdw>
                </a:effectLst>
              </a:defRPr>
            </a:lvl1pPr>
          </a:lstStyle>
          <a:p>
            <a:pPr rtl="0"/>
            <a:r>
              <a:rPr lang="sv-SE" noProof="0"/>
              <a:t>2/2/20XX</a:t>
            </a:r>
          </a:p>
        </p:txBody>
      </p:sp>
      <p:sp>
        <p:nvSpPr>
          <p:cNvPr id="18" name="Platshållare för sidfot 5">
            <a:extLst>
              <a:ext uri="{FF2B5EF4-FFF2-40B4-BE49-F238E27FC236}">
                <a16:creationId xmlns:a16="http://schemas.microsoft.com/office/drawing/2014/main" id="{308F6E4A-924F-4513-8E2C-B2815410DE94}"/>
              </a:ext>
            </a:extLst>
          </p:cNvPr>
          <p:cNvSpPr>
            <a:spLocks noGrp="1"/>
          </p:cNvSpPr>
          <p:nvPr>
            <p:ph type="ftr" sz="quarter" idx="11"/>
          </p:nvPr>
        </p:nvSpPr>
        <p:spPr>
          <a:xfrm>
            <a:off x="4038600" y="6400800"/>
            <a:ext cx="4114800" cy="365125"/>
          </a:xfrm>
        </p:spPr>
        <p:txBody>
          <a:bodyPr rtlCol="0"/>
          <a:lstStyle>
            <a:lvl1pPr>
              <a:defRPr>
                <a:solidFill>
                  <a:schemeClr val="bg1"/>
                </a:solidFill>
                <a:effectLst>
                  <a:outerShdw blurRad="38100" dist="38100" dir="2700000" algn="tl">
                    <a:srgbClr val="000000">
                      <a:alpha val="43137"/>
                    </a:srgbClr>
                  </a:outerShdw>
                </a:effectLst>
              </a:defRPr>
            </a:lvl1pPr>
          </a:lstStyle>
          <a:p>
            <a:pPr rtl="0"/>
            <a:r>
              <a:rPr lang="sv-SE" noProof="0"/>
              <a:t>PRESENTATIONENS RUBRIK</a:t>
            </a:r>
          </a:p>
        </p:txBody>
      </p:sp>
      <p:sp>
        <p:nvSpPr>
          <p:cNvPr id="19" name="Platshållare för bildnummer 6">
            <a:extLst>
              <a:ext uri="{FF2B5EF4-FFF2-40B4-BE49-F238E27FC236}">
                <a16:creationId xmlns:a16="http://schemas.microsoft.com/office/drawing/2014/main" id="{54E5349C-86B2-431A-A9BA-60665D1797BD}"/>
              </a:ext>
            </a:extLst>
          </p:cNvPr>
          <p:cNvSpPr>
            <a:spLocks noGrp="1"/>
          </p:cNvSpPr>
          <p:nvPr>
            <p:ph type="sldNum" sz="quarter" idx="12"/>
          </p:nvPr>
        </p:nvSpPr>
        <p:spPr>
          <a:xfrm>
            <a:off x="8610600" y="6400800"/>
            <a:ext cx="2743200" cy="365125"/>
          </a:xfrm>
        </p:spPr>
        <p:txBody>
          <a:bodyPr rtlCol="0"/>
          <a:lstStyle>
            <a:lvl1pPr>
              <a:defRPr>
                <a:solidFill>
                  <a:schemeClr val="bg1"/>
                </a:solidFill>
                <a:effectLst>
                  <a:outerShdw blurRad="38100" dist="38100" dir="2700000" algn="tl">
                    <a:srgbClr val="000000">
                      <a:alpha val="43137"/>
                    </a:srgbClr>
                  </a:outerShdw>
                </a:effectLst>
              </a:defRPr>
            </a:lvl1pPr>
          </a:lstStyle>
          <a:p>
            <a:pPr rtl="0"/>
            <a:fld id="{DFA5D71E-5CDF-4C93-8A75-5B916FDC5BEA}" type="slidenum">
              <a:rPr lang="sv-SE" noProof="0" smtClean="0"/>
              <a:pPr rtl="0"/>
              <a:t>‹#›</a:t>
            </a:fld>
            <a:endParaRPr lang="sv-SE" noProof="0"/>
          </a:p>
        </p:txBody>
      </p:sp>
    </p:spTree>
    <p:extLst>
      <p:ext uri="{BB962C8B-B14F-4D97-AF65-F5344CB8AC3E}">
        <p14:creationId xmlns:p14="http://schemas.microsoft.com/office/powerpoint/2010/main" val="421254489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Sammanfattning">
    <p:spTree>
      <p:nvGrpSpPr>
        <p:cNvPr id="1" name=""/>
        <p:cNvGrpSpPr/>
        <p:nvPr/>
      </p:nvGrpSpPr>
      <p:grpSpPr>
        <a:xfrm>
          <a:off x="0" y="0"/>
          <a:ext cx="0" cy="0"/>
          <a:chOff x="0" y="0"/>
          <a:chExt cx="0" cy="0"/>
        </a:xfrm>
      </p:grpSpPr>
      <p:sp>
        <p:nvSpPr>
          <p:cNvPr id="10" name="Rubrik 1">
            <a:extLst>
              <a:ext uri="{FF2B5EF4-FFF2-40B4-BE49-F238E27FC236}">
                <a16:creationId xmlns:a16="http://schemas.microsoft.com/office/drawing/2014/main" id="{67E5D41C-AF53-4BB3-B90C-55B007BC4CDE}"/>
              </a:ext>
            </a:extLst>
          </p:cNvPr>
          <p:cNvSpPr>
            <a:spLocks noGrp="1"/>
          </p:cNvSpPr>
          <p:nvPr>
            <p:ph type="title"/>
          </p:nvPr>
        </p:nvSpPr>
        <p:spPr>
          <a:xfrm>
            <a:off x="580403" y="4038599"/>
            <a:ext cx="4715498" cy="2235494"/>
          </a:xfrm>
        </p:spPr>
        <p:txBody>
          <a:bodyPr rtlCol="0" anchor="ctr">
            <a:normAutofit/>
          </a:bodyPr>
          <a:lstStyle/>
          <a:p>
            <a:pPr rtl="0"/>
            <a:r>
              <a:rPr lang="en-GB" noProof="0">
                <a:latin typeface="Aller" panose="020B0603020203020204" pitchFamily="34" charset="0"/>
                <a:cs typeface="Segoe UI" panose="020B0502040204020203" pitchFamily="34" charset="0"/>
              </a:rPr>
              <a:t>Click to edit Master title style</a:t>
            </a:r>
            <a:endParaRPr lang="sv-SE" noProof="0">
              <a:latin typeface="Aller" panose="020B0603020203020204" pitchFamily="34" charset="0"/>
              <a:cs typeface="Segoe UI" panose="020B0502040204020203" pitchFamily="34" charset="0"/>
            </a:endParaRPr>
          </a:p>
        </p:txBody>
      </p:sp>
      <p:sp>
        <p:nvSpPr>
          <p:cNvPr id="15" name="Platshållare för bild 14">
            <a:extLst>
              <a:ext uri="{FF2B5EF4-FFF2-40B4-BE49-F238E27FC236}">
                <a16:creationId xmlns:a16="http://schemas.microsoft.com/office/drawing/2014/main" id="{2F6A086D-145E-4C1B-B127-20F3EB745519}"/>
              </a:ext>
            </a:extLst>
          </p:cNvPr>
          <p:cNvSpPr>
            <a:spLocks noGrp="1"/>
          </p:cNvSpPr>
          <p:nvPr>
            <p:ph type="pic" sz="quarter" idx="14" hasCustomPrompt="1"/>
          </p:nvPr>
        </p:nvSpPr>
        <p:spPr>
          <a:xfrm>
            <a:off x="581025" y="533400"/>
            <a:ext cx="3628551" cy="3297238"/>
          </a:xfrm>
          <a:custGeom>
            <a:avLst/>
            <a:gdLst>
              <a:gd name="connsiteX0" fmla="*/ 318559 w 3628551"/>
              <a:gd name="connsiteY0" fmla="*/ 1414022 h 3297238"/>
              <a:gd name="connsiteX1" fmla="*/ 187729 w 3628551"/>
              <a:gd name="connsiteY1" fmla="*/ 1544852 h 3297238"/>
              <a:gd name="connsiteX2" fmla="*/ 318559 w 3628551"/>
              <a:gd name="connsiteY2" fmla="*/ 1675682 h 3297238"/>
              <a:gd name="connsiteX3" fmla="*/ 449389 w 3628551"/>
              <a:gd name="connsiteY3" fmla="*/ 1544852 h 3297238"/>
              <a:gd name="connsiteX4" fmla="*/ 318559 w 3628551"/>
              <a:gd name="connsiteY4" fmla="*/ 1414022 h 3297238"/>
              <a:gd name="connsiteX5" fmla="*/ 0 w 3628551"/>
              <a:gd name="connsiteY5" fmla="*/ 0 h 3297238"/>
              <a:gd name="connsiteX6" fmla="*/ 3628551 w 3628551"/>
              <a:gd name="connsiteY6" fmla="*/ 0 h 3297238"/>
              <a:gd name="connsiteX7" fmla="*/ 3628551 w 3628551"/>
              <a:gd name="connsiteY7" fmla="*/ 3297238 h 3297238"/>
              <a:gd name="connsiteX8" fmla="*/ 0 w 3628551"/>
              <a:gd name="connsiteY8" fmla="*/ 3297238 h 3297238"/>
              <a:gd name="connsiteX9" fmla="*/ 0 w 3628551"/>
              <a:gd name="connsiteY9" fmla="*/ 1060944 h 3297238"/>
              <a:gd name="connsiteX10" fmla="*/ 93526 w 3628551"/>
              <a:gd name="connsiteY10" fmla="*/ 1154470 h 3297238"/>
              <a:gd name="connsiteX11" fmla="*/ 185334 w 3628551"/>
              <a:gd name="connsiteY11" fmla="*/ 1152160 h 3297238"/>
              <a:gd name="connsiteX12" fmla="*/ 187645 w 3628551"/>
              <a:gd name="connsiteY12" fmla="*/ 1060352 h 3297238"/>
              <a:gd name="connsiteX13" fmla="*/ 31028 w 3628551"/>
              <a:gd name="connsiteY13" fmla="*/ 903736 h 3297238"/>
              <a:gd name="connsiteX14" fmla="*/ 195727 w 3628551"/>
              <a:gd name="connsiteY14" fmla="*/ 739037 h 3297238"/>
              <a:gd name="connsiteX15" fmla="*/ 198037 w 3628551"/>
              <a:gd name="connsiteY15" fmla="*/ 647229 h 3297238"/>
              <a:gd name="connsiteX16" fmla="*/ 106229 w 3628551"/>
              <a:gd name="connsiteY16" fmla="*/ 649539 h 3297238"/>
              <a:gd name="connsiteX17" fmla="*/ 0 w 3628551"/>
              <a:gd name="connsiteY17" fmla="*/ 755768 h 32972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628551" h="3297238">
                <a:moveTo>
                  <a:pt x="318559" y="1414022"/>
                </a:moveTo>
                <a:cubicBezTo>
                  <a:pt x="246304" y="1414022"/>
                  <a:pt x="187729" y="1472597"/>
                  <a:pt x="187729" y="1544852"/>
                </a:cubicBezTo>
                <a:cubicBezTo>
                  <a:pt x="187729" y="1617107"/>
                  <a:pt x="246304" y="1675682"/>
                  <a:pt x="318559" y="1675682"/>
                </a:cubicBezTo>
                <a:cubicBezTo>
                  <a:pt x="390814" y="1675682"/>
                  <a:pt x="449389" y="1617107"/>
                  <a:pt x="449389" y="1544852"/>
                </a:cubicBezTo>
                <a:cubicBezTo>
                  <a:pt x="449389" y="1472597"/>
                  <a:pt x="390814" y="1414022"/>
                  <a:pt x="318559" y="1414022"/>
                </a:cubicBezTo>
                <a:close/>
                <a:moveTo>
                  <a:pt x="0" y="0"/>
                </a:moveTo>
                <a:lnTo>
                  <a:pt x="3628551" y="0"/>
                </a:lnTo>
                <a:lnTo>
                  <a:pt x="3628551" y="3297238"/>
                </a:lnTo>
                <a:lnTo>
                  <a:pt x="0" y="3297238"/>
                </a:lnTo>
                <a:lnTo>
                  <a:pt x="0" y="1060944"/>
                </a:lnTo>
                <a:lnTo>
                  <a:pt x="93526" y="1154470"/>
                </a:lnTo>
                <a:cubicBezTo>
                  <a:pt x="118240" y="1179184"/>
                  <a:pt x="159345" y="1178149"/>
                  <a:pt x="185334" y="1152160"/>
                </a:cubicBezTo>
                <a:cubicBezTo>
                  <a:pt x="211324" y="1126171"/>
                  <a:pt x="212361" y="1085068"/>
                  <a:pt x="187645" y="1060352"/>
                </a:cubicBezTo>
                <a:lnTo>
                  <a:pt x="31028" y="903736"/>
                </a:lnTo>
                <a:lnTo>
                  <a:pt x="195727" y="739037"/>
                </a:lnTo>
                <a:cubicBezTo>
                  <a:pt x="221716" y="713048"/>
                  <a:pt x="222754" y="671945"/>
                  <a:pt x="198037" y="647229"/>
                </a:cubicBezTo>
                <a:cubicBezTo>
                  <a:pt x="173324" y="622515"/>
                  <a:pt x="132218" y="623550"/>
                  <a:pt x="106229" y="649539"/>
                </a:cubicBezTo>
                <a:lnTo>
                  <a:pt x="0" y="755768"/>
                </a:lnTo>
                <a:close/>
              </a:path>
            </a:pathLst>
          </a:custGeom>
        </p:spPr>
        <p:txBody>
          <a:bodyPr wrap="square" rtlCol="0">
            <a:noAutofit/>
          </a:bodyPr>
          <a:lstStyle>
            <a:lvl1pPr marL="0" indent="0" algn="ctr">
              <a:buNone/>
              <a:defRPr sz="2000"/>
            </a:lvl1pPr>
          </a:lstStyle>
          <a:p>
            <a:pPr rtl="0"/>
            <a:r>
              <a:rPr lang="sv-SE" noProof="0"/>
              <a:t>Klicka för att lägga till ett foto</a:t>
            </a:r>
          </a:p>
        </p:txBody>
      </p:sp>
      <p:sp>
        <p:nvSpPr>
          <p:cNvPr id="32" name="Platshållare för bild 27">
            <a:extLst>
              <a:ext uri="{FF2B5EF4-FFF2-40B4-BE49-F238E27FC236}">
                <a16:creationId xmlns:a16="http://schemas.microsoft.com/office/drawing/2014/main" id="{7F0E1CD0-7716-4ECA-95A0-1DAD5D7BB0E4}"/>
              </a:ext>
            </a:extLst>
          </p:cNvPr>
          <p:cNvSpPr>
            <a:spLocks noGrp="1"/>
          </p:cNvSpPr>
          <p:nvPr>
            <p:ph type="pic" sz="quarter" idx="15" hasCustomPrompt="1"/>
          </p:nvPr>
        </p:nvSpPr>
        <p:spPr>
          <a:xfrm>
            <a:off x="4291941" y="533400"/>
            <a:ext cx="3663496" cy="3297238"/>
          </a:xfrm>
        </p:spPr>
        <p:txBody>
          <a:bodyPr rtlCol="0">
            <a:normAutofit/>
          </a:bodyPr>
          <a:lstStyle>
            <a:lvl1pPr marL="0" indent="0" algn="ctr">
              <a:buNone/>
              <a:defRPr sz="2000"/>
            </a:lvl1pPr>
          </a:lstStyle>
          <a:p>
            <a:pPr rtl="0"/>
            <a:r>
              <a:rPr lang="sv-SE" noProof="0"/>
              <a:t>Klicka för att lägga till ett foto</a:t>
            </a:r>
          </a:p>
        </p:txBody>
      </p:sp>
      <p:sp>
        <p:nvSpPr>
          <p:cNvPr id="33" name="Platshållare för bild 29">
            <a:extLst>
              <a:ext uri="{FF2B5EF4-FFF2-40B4-BE49-F238E27FC236}">
                <a16:creationId xmlns:a16="http://schemas.microsoft.com/office/drawing/2014/main" id="{DA591C55-F69F-4200-828A-2D6335F0513A}"/>
              </a:ext>
            </a:extLst>
          </p:cNvPr>
          <p:cNvSpPr>
            <a:spLocks noGrp="1"/>
          </p:cNvSpPr>
          <p:nvPr>
            <p:ph type="pic" sz="quarter" idx="16" hasCustomPrompt="1"/>
          </p:nvPr>
        </p:nvSpPr>
        <p:spPr>
          <a:xfrm>
            <a:off x="8032564" y="533400"/>
            <a:ext cx="3653023" cy="3297238"/>
          </a:xfrm>
        </p:spPr>
        <p:txBody>
          <a:bodyPr rtlCol="0">
            <a:normAutofit/>
          </a:bodyPr>
          <a:lstStyle>
            <a:lvl1pPr marL="0" indent="0" algn="ctr">
              <a:buNone/>
              <a:defRPr sz="2000"/>
            </a:lvl1pPr>
          </a:lstStyle>
          <a:p>
            <a:pPr rtl="0"/>
            <a:r>
              <a:rPr lang="sv-SE" noProof="0"/>
              <a:t>Klicka för att lägga till ett foto</a:t>
            </a:r>
          </a:p>
        </p:txBody>
      </p:sp>
      <p:sp>
        <p:nvSpPr>
          <p:cNvPr id="24" name="Platshållare för text 21">
            <a:extLst>
              <a:ext uri="{FF2B5EF4-FFF2-40B4-BE49-F238E27FC236}">
                <a16:creationId xmlns:a16="http://schemas.microsoft.com/office/drawing/2014/main" id="{6A0E906F-C44E-4A99-AFF8-D3402964E5A0}"/>
              </a:ext>
            </a:extLst>
          </p:cNvPr>
          <p:cNvSpPr>
            <a:spLocks noGrp="1"/>
          </p:cNvSpPr>
          <p:nvPr>
            <p:ph type="body" sz="quarter" idx="13" hasCustomPrompt="1"/>
          </p:nvPr>
        </p:nvSpPr>
        <p:spPr>
          <a:xfrm>
            <a:off x="5486400" y="4038600"/>
            <a:ext cx="6199189" cy="2235200"/>
          </a:xfrm>
        </p:spPr>
        <p:txBody>
          <a:bodyPr rtlCol="0" anchor="ctr">
            <a:normAutofit/>
          </a:bodyPr>
          <a:lstStyle>
            <a:lvl1pPr marL="0" indent="0">
              <a:lnSpc>
                <a:spcPct val="120000"/>
              </a:lnSpc>
              <a:buNone/>
              <a:defRPr sz="1800"/>
            </a:lvl1pPr>
          </a:lstStyle>
          <a:p>
            <a:pPr lvl="0" rtl="0"/>
            <a:r>
              <a:rPr lang="sv-SE" noProof="0"/>
              <a:t>Klicka här för att lägga till text</a:t>
            </a:r>
          </a:p>
        </p:txBody>
      </p:sp>
      <p:sp>
        <p:nvSpPr>
          <p:cNvPr id="18" name="Platshållare för datum 4">
            <a:extLst>
              <a:ext uri="{FF2B5EF4-FFF2-40B4-BE49-F238E27FC236}">
                <a16:creationId xmlns:a16="http://schemas.microsoft.com/office/drawing/2014/main" id="{0F951813-3955-4553-A366-5835C924A092}"/>
              </a:ext>
            </a:extLst>
          </p:cNvPr>
          <p:cNvSpPr>
            <a:spLocks noGrp="1"/>
          </p:cNvSpPr>
          <p:nvPr>
            <p:ph type="dt" sz="half" idx="10"/>
          </p:nvPr>
        </p:nvSpPr>
        <p:spPr>
          <a:xfrm>
            <a:off x="838200" y="6400800"/>
            <a:ext cx="2743200" cy="365125"/>
          </a:xfrm>
        </p:spPr>
        <p:txBody>
          <a:bodyPr rtlCol="0"/>
          <a:lstStyle/>
          <a:p>
            <a:pPr rtl="0"/>
            <a:r>
              <a:rPr lang="sv-SE" noProof="0"/>
              <a:t>2/2/20XX</a:t>
            </a:r>
          </a:p>
        </p:txBody>
      </p:sp>
      <p:sp>
        <p:nvSpPr>
          <p:cNvPr id="19" name="Platshållare för sidfot 5">
            <a:extLst>
              <a:ext uri="{FF2B5EF4-FFF2-40B4-BE49-F238E27FC236}">
                <a16:creationId xmlns:a16="http://schemas.microsoft.com/office/drawing/2014/main" id="{B1F7E77F-0625-469F-B5F7-157B7B0564F8}"/>
              </a:ext>
            </a:extLst>
          </p:cNvPr>
          <p:cNvSpPr>
            <a:spLocks noGrp="1"/>
          </p:cNvSpPr>
          <p:nvPr>
            <p:ph type="ftr" sz="quarter" idx="11"/>
          </p:nvPr>
        </p:nvSpPr>
        <p:spPr>
          <a:xfrm>
            <a:off x="4038600" y="6400800"/>
            <a:ext cx="4114800" cy="365125"/>
          </a:xfrm>
        </p:spPr>
        <p:txBody>
          <a:bodyPr rtlCol="0"/>
          <a:lstStyle>
            <a:lvl1pPr>
              <a:defRPr/>
            </a:lvl1pPr>
          </a:lstStyle>
          <a:p>
            <a:pPr rtl="0"/>
            <a:r>
              <a:rPr lang="sv-SE" noProof="0"/>
              <a:t>PRESENTATIONENS RUBRIK</a:t>
            </a:r>
          </a:p>
        </p:txBody>
      </p:sp>
      <p:sp>
        <p:nvSpPr>
          <p:cNvPr id="20" name="Platshållare för bildnummer 6">
            <a:extLst>
              <a:ext uri="{FF2B5EF4-FFF2-40B4-BE49-F238E27FC236}">
                <a16:creationId xmlns:a16="http://schemas.microsoft.com/office/drawing/2014/main" id="{C84C6DAD-05C6-4F35-8750-E504AD54AA70}"/>
              </a:ext>
            </a:extLst>
          </p:cNvPr>
          <p:cNvSpPr>
            <a:spLocks noGrp="1"/>
          </p:cNvSpPr>
          <p:nvPr>
            <p:ph type="sldNum" sz="quarter" idx="12"/>
          </p:nvPr>
        </p:nvSpPr>
        <p:spPr>
          <a:xfrm>
            <a:off x="8610600" y="6400800"/>
            <a:ext cx="2743200" cy="365125"/>
          </a:xfrm>
        </p:spPr>
        <p:txBody>
          <a:bodyPr rtlCol="0"/>
          <a:lstStyle/>
          <a:p>
            <a:pPr rtl="0"/>
            <a:fld id="{DFA5D71E-5CDF-4C93-8A75-5B916FDC5BEA}" type="slidenum">
              <a:rPr lang="sv-SE" noProof="0" smtClean="0"/>
              <a:pPr rtl="0"/>
              <a:t>‹#›</a:t>
            </a:fld>
            <a:endParaRPr lang="sv-SE" noProof="0"/>
          </a:p>
        </p:txBody>
      </p:sp>
      <p:sp>
        <p:nvSpPr>
          <p:cNvPr id="3" name="Platshållare för text 2">
            <a:extLst>
              <a:ext uri="{FF2B5EF4-FFF2-40B4-BE49-F238E27FC236}">
                <a16:creationId xmlns:a16="http://schemas.microsoft.com/office/drawing/2014/main" id="{DF0A57B7-7651-4DB0-ACED-9BDE318828E4}"/>
              </a:ext>
            </a:extLst>
          </p:cNvPr>
          <p:cNvSpPr>
            <a:spLocks noGrp="1"/>
          </p:cNvSpPr>
          <p:nvPr userDrawn="1">
            <p:ph type="body" sz="quarter" idx="17" hasCustomPrompt="1"/>
          </p:nvPr>
        </p:nvSpPr>
        <p:spPr>
          <a:xfrm>
            <a:off x="768350" y="1944688"/>
            <a:ext cx="256827" cy="261937"/>
          </a:xfrm>
          <a:prstGeom prst="ellipse">
            <a:avLst/>
          </a:prstGeom>
          <a:solidFill>
            <a:schemeClr val="bg1"/>
          </a:solidFill>
          <a:ln w="3848" cap="flat">
            <a:noFill/>
            <a:prstDash val="solid"/>
            <a:miter/>
          </a:ln>
          <a:effectLst>
            <a:glow rad="152400">
              <a:srgbClr val="000000">
                <a:alpha val="4000"/>
              </a:srgbClr>
            </a:glow>
            <a:outerShdw blurRad="101600" dist="38100" dir="16200000" rotWithShape="0">
              <a:srgbClr val="000000">
                <a:alpha val="5000"/>
              </a:srgbClr>
            </a:outerShdw>
          </a:effectLst>
        </p:spPr>
        <p:txBody>
          <a:bodyPr lIns="0" tIns="0" rIns="0" bIns="0" rtlCol="0" anchor="ctr">
            <a:noAutofit/>
          </a:bodyPr>
          <a:lstStyle>
            <a:lvl1pPr marL="0" indent="0" algn="ctr">
              <a:spcBef>
                <a:spcPts val="0"/>
              </a:spcBef>
              <a:buNone/>
              <a:defRPr lang="en-US" sz="800" dirty="0">
                <a:solidFill>
                  <a:schemeClr val="bg1"/>
                </a:solidFill>
              </a:defRPr>
            </a:lvl1pPr>
          </a:lstStyle>
          <a:p>
            <a:pPr marL="0" lvl="0" rtl="0"/>
            <a:r>
              <a:rPr lang="sv-SE" noProof="0"/>
              <a:t>X</a:t>
            </a:r>
          </a:p>
        </p:txBody>
      </p:sp>
      <p:sp>
        <p:nvSpPr>
          <p:cNvPr id="28" name="Platshållare för text 27">
            <a:extLst>
              <a:ext uri="{FF2B5EF4-FFF2-40B4-BE49-F238E27FC236}">
                <a16:creationId xmlns:a16="http://schemas.microsoft.com/office/drawing/2014/main" id="{5A62BA73-D580-45D8-8B0F-D2BBC0B5823F}"/>
              </a:ext>
            </a:extLst>
          </p:cNvPr>
          <p:cNvSpPr>
            <a:spLocks noGrp="1"/>
          </p:cNvSpPr>
          <p:nvPr>
            <p:ph type="body" sz="quarter" idx="19" hasCustomPrompt="1"/>
          </p:nvPr>
        </p:nvSpPr>
        <p:spPr>
          <a:xfrm rot="18893241">
            <a:off x="153842" y="1083887"/>
            <a:ext cx="731521" cy="707965"/>
          </a:xfrm>
          <a:custGeom>
            <a:avLst/>
            <a:gdLst>
              <a:gd name="connsiteX0" fmla="*/ 713237 w 731521"/>
              <a:gd name="connsiteY0" fmla="*/ 308718 h 707965"/>
              <a:gd name="connsiteX1" fmla="*/ 731521 w 731521"/>
              <a:gd name="connsiteY1" fmla="*/ 352774 h 707965"/>
              <a:gd name="connsiteX2" fmla="*/ 669242 w 731521"/>
              <a:gd name="connsiteY2" fmla="*/ 415141 h 707965"/>
              <a:gd name="connsiteX3" fmla="*/ 428024 w 731521"/>
              <a:gd name="connsiteY3" fmla="*/ 415309 h 707965"/>
              <a:gd name="connsiteX4" fmla="*/ 428024 w 731521"/>
              <a:gd name="connsiteY4" fmla="*/ 645642 h 707965"/>
              <a:gd name="connsiteX5" fmla="*/ 365701 w 731521"/>
              <a:gd name="connsiteY5" fmla="*/ 707965 h 707965"/>
              <a:gd name="connsiteX6" fmla="*/ 365702 w 731521"/>
              <a:gd name="connsiteY6" fmla="*/ 707964 h 707965"/>
              <a:gd name="connsiteX7" fmla="*/ 303379 w 731521"/>
              <a:gd name="connsiteY7" fmla="*/ 645641 h 707965"/>
              <a:gd name="connsiteX8" fmla="*/ 303379 w 731521"/>
              <a:gd name="connsiteY8" fmla="*/ 415395 h 707965"/>
              <a:gd name="connsiteX9" fmla="*/ 62367 w 731521"/>
              <a:gd name="connsiteY9" fmla="*/ 415563 h 707965"/>
              <a:gd name="connsiteX10" fmla="*/ 0 w 731521"/>
              <a:gd name="connsiteY10" fmla="*/ 353284 h 707965"/>
              <a:gd name="connsiteX11" fmla="*/ 1 w 731521"/>
              <a:gd name="connsiteY11" fmla="*/ 353285 h 707965"/>
              <a:gd name="connsiteX12" fmla="*/ 62281 w 731521"/>
              <a:gd name="connsiteY12" fmla="*/ 290918 h 707965"/>
              <a:gd name="connsiteX13" fmla="*/ 303379 w 731521"/>
              <a:gd name="connsiteY13" fmla="*/ 290750 h 707965"/>
              <a:gd name="connsiteX14" fmla="*/ 303379 w 731521"/>
              <a:gd name="connsiteY14" fmla="*/ 62323 h 707965"/>
              <a:gd name="connsiteX15" fmla="*/ 365702 w 731521"/>
              <a:gd name="connsiteY15" fmla="*/ 0 h 707965"/>
              <a:gd name="connsiteX16" fmla="*/ 428025 w 731521"/>
              <a:gd name="connsiteY16" fmla="*/ 62323 h 707965"/>
              <a:gd name="connsiteX17" fmla="*/ 428025 w 731521"/>
              <a:gd name="connsiteY17" fmla="*/ 290663 h 707965"/>
              <a:gd name="connsiteX18" fmla="*/ 669155 w 731521"/>
              <a:gd name="connsiteY18" fmla="*/ 290495 h 707965"/>
              <a:gd name="connsiteX19" fmla="*/ 713237 w 731521"/>
              <a:gd name="connsiteY19" fmla="*/ 308718 h 7079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31521" h="707965">
                <a:moveTo>
                  <a:pt x="713237" y="308718"/>
                </a:moveTo>
                <a:cubicBezTo>
                  <a:pt x="724523" y="319988"/>
                  <a:pt x="731509" y="335564"/>
                  <a:pt x="731521" y="352774"/>
                </a:cubicBezTo>
                <a:cubicBezTo>
                  <a:pt x="731545" y="387194"/>
                  <a:pt x="703662" y="415117"/>
                  <a:pt x="669242" y="415141"/>
                </a:cubicBezTo>
                <a:lnTo>
                  <a:pt x="428024" y="415309"/>
                </a:lnTo>
                <a:lnTo>
                  <a:pt x="428024" y="645642"/>
                </a:lnTo>
                <a:cubicBezTo>
                  <a:pt x="428024" y="680062"/>
                  <a:pt x="400121" y="707965"/>
                  <a:pt x="365701" y="707965"/>
                </a:cubicBezTo>
                <a:lnTo>
                  <a:pt x="365702" y="707964"/>
                </a:lnTo>
                <a:cubicBezTo>
                  <a:pt x="331282" y="707964"/>
                  <a:pt x="303379" y="680061"/>
                  <a:pt x="303379" y="645641"/>
                </a:cubicBezTo>
                <a:lnTo>
                  <a:pt x="303379" y="415395"/>
                </a:lnTo>
                <a:lnTo>
                  <a:pt x="62367" y="415563"/>
                </a:lnTo>
                <a:cubicBezTo>
                  <a:pt x="27947" y="415587"/>
                  <a:pt x="24" y="387704"/>
                  <a:pt x="0" y="353284"/>
                </a:cubicBezTo>
                <a:lnTo>
                  <a:pt x="1" y="353285"/>
                </a:lnTo>
                <a:cubicBezTo>
                  <a:pt x="-23" y="318865"/>
                  <a:pt x="27861" y="290942"/>
                  <a:pt x="62281" y="290918"/>
                </a:cubicBezTo>
                <a:lnTo>
                  <a:pt x="303379" y="290750"/>
                </a:lnTo>
                <a:lnTo>
                  <a:pt x="303379" y="62323"/>
                </a:lnTo>
                <a:cubicBezTo>
                  <a:pt x="303379" y="27903"/>
                  <a:pt x="331282" y="0"/>
                  <a:pt x="365702" y="0"/>
                </a:cubicBezTo>
                <a:cubicBezTo>
                  <a:pt x="400122" y="0"/>
                  <a:pt x="428025" y="27903"/>
                  <a:pt x="428025" y="62323"/>
                </a:cubicBezTo>
                <a:lnTo>
                  <a:pt x="428025" y="290663"/>
                </a:lnTo>
                <a:lnTo>
                  <a:pt x="669155" y="290495"/>
                </a:lnTo>
                <a:cubicBezTo>
                  <a:pt x="686365" y="290483"/>
                  <a:pt x="701950" y="297448"/>
                  <a:pt x="713237" y="308718"/>
                </a:cubicBezTo>
                <a:close/>
              </a:path>
            </a:pathLst>
          </a:custGeom>
          <a:solidFill>
            <a:schemeClr val="bg1"/>
          </a:solidFill>
          <a:ln w="3848" cap="flat">
            <a:noFill/>
            <a:prstDash val="solid"/>
            <a:miter/>
          </a:ln>
          <a:effectLst>
            <a:glow rad="152400">
              <a:srgbClr val="000000">
                <a:alpha val="4000"/>
              </a:srgbClr>
            </a:glow>
            <a:outerShdw blurRad="101600" dist="38100" dir="16200000" rotWithShape="0">
              <a:srgbClr val="000000">
                <a:alpha val="5000"/>
              </a:srgbClr>
            </a:outerShdw>
          </a:effectLst>
        </p:spPr>
        <p:txBody>
          <a:bodyPr vert="horz" lIns="0" tIns="0" rIns="0" bIns="0" rtlCol="0" anchor="ctr">
            <a:noAutofit/>
          </a:bodyPr>
          <a:lstStyle>
            <a:lvl1pPr marL="0" indent="0">
              <a:buNone/>
              <a:defRPr lang="en-US" sz="800" dirty="0">
                <a:solidFill>
                  <a:schemeClr val="bg1"/>
                </a:solidFill>
              </a:defRPr>
            </a:lvl1pPr>
          </a:lstStyle>
          <a:p>
            <a:pPr marL="228600" lvl="0" indent="-228600" algn="ctr" rtl="0">
              <a:spcBef>
                <a:spcPts val="0"/>
              </a:spcBef>
            </a:pPr>
            <a:r>
              <a:rPr lang="sv-SE" noProof="0"/>
              <a:t>X</a:t>
            </a:r>
          </a:p>
        </p:txBody>
      </p:sp>
    </p:spTree>
    <p:extLst>
      <p:ext uri="{BB962C8B-B14F-4D97-AF65-F5344CB8AC3E}">
        <p14:creationId xmlns:p14="http://schemas.microsoft.com/office/powerpoint/2010/main" val="221721983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Avslutning">
    <p:spTree>
      <p:nvGrpSpPr>
        <p:cNvPr id="1" name=""/>
        <p:cNvGrpSpPr/>
        <p:nvPr/>
      </p:nvGrpSpPr>
      <p:grpSpPr>
        <a:xfrm>
          <a:off x="0" y="0"/>
          <a:ext cx="0" cy="0"/>
          <a:chOff x="0" y="0"/>
          <a:chExt cx="0" cy="0"/>
        </a:xfrm>
      </p:grpSpPr>
      <p:sp useBgFill="1">
        <p:nvSpPr>
          <p:cNvPr id="9" name="Ellips 8">
            <a:extLst>
              <a:ext uri="{FF2B5EF4-FFF2-40B4-BE49-F238E27FC236}">
                <a16:creationId xmlns:a16="http://schemas.microsoft.com/office/drawing/2014/main" id="{CE03E97F-76F9-45EC-AE80-C1D5F8B5A142}"/>
              </a:ext>
              <a:ext uri="{C183D7F6-B498-43B3-948B-1728B52AA6E4}">
                <adec:decorative xmlns:adec="http://schemas.microsoft.com/office/drawing/2017/decorative" val="1"/>
              </a:ext>
            </a:extLst>
          </p:cNvPr>
          <p:cNvSpPr/>
          <p:nvPr userDrawn="1"/>
        </p:nvSpPr>
        <p:spPr>
          <a:xfrm rot="10800000">
            <a:off x="2422250" y="1219200"/>
            <a:ext cx="373689" cy="373689"/>
          </a:xfrm>
          <a:prstGeom prst="ellipse">
            <a:avLst/>
          </a:prstGeom>
          <a:ln w="3848" cap="flat">
            <a:noFill/>
            <a:prstDash val="solid"/>
            <a:miter/>
          </a:ln>
          <a:effectLst>
            <a:glow rad="152400">
              <a:srgbClr val="000000">
                <a:alpha val="4000"/>
              </a:srgbClr>
            </a:glow>
            <a:outerShdw blurRad="101600" dist="38100" dir="16200000" rotWithShape="0">
              <a:srgbClr val="000000">
                <a:alpha val="5000"/>
              </a:srgbClr>
            </a:outerShdw>
          </a:effectLst>
        </p:spPr>
        <p:txBody>
          <a:bodyPr rtlCol="0" anchor="ctr"/>
          <a:lstStyle/>
          <a:p>
            <a:pPr rtl="0"/>
            <a:endParaRPr lang="sv-SE" noProof="0"/>
          </a:p>
        </p:txBody>
      </p:sp>
      <p:sp useBgFill="1">
        <p:nvSpPr>
          <p:cNvPr id="10" name="Bild 10">
            <a:extLst>
              <a:ext uri="{FF2B5EF4-FFF2-40B4-BE49-F238E27FC236}">
                <a16:creationId xmlns:a16="http://schemas.microsoft.com/office/drawing/2014/main" id="{C3FCAC5B-085B-4039-869E-017D5522AAF5}"/>
              </a:ext>
              <a:ext uri="{C183D7F6-B498-43B3-948B-1728B52AA6E4}">
                <adec:decorative xmlns:adec="http://schemas.microsoft.com/office/drawing/2017/decorative" val="1"/>
              </a:ext>
            </a:extLst>
          </p:cNvPr>
          <p:cNvSpPr/>
          <p:nvPr userDrawn="1"/>
        </p:nvSpPr>
        <p:spPr>
          <a:xfrm rot="2700000">
            <a:off x="145890" y="28456"/>
            <a:ext cx="1977027" cy="1977027"/>
          </a:xfrm>
          <a:custGeom>
            <a:avLst/>
            <a:gdLst>
              <a:gd name="connsiteX0" fmla="*/ 4053340 w 6859500"/>
              <a:gd name="connsiteY0" fmla="*/ 6235893 h 6859500"/>
              <a:gd name="connsiteX1" fmla="*/ 4053340 w 6859500"/>
              <a:gd name="connsiteY1" fmla="*/ 4053340 h 6859500"/>
              <a:gd name="connsiteX2" fmla="*/ 6235893 w 6859500"/>
              <a:gd name="connsiteY2" fmla="*/ 4053340 h 6859500"/>
              <a:gd name="connsiteX3" fmla="*/ 6859501 w 6859500"/>
              <a:gd name="connsiteY3" fmla="*/ 3429731 h 6859500"/>
              <a:gd name="connsiteX4" fmla="*/ 6235893 w 6859500"/>
              <a:gd name="connsiteY4" fmla="*/ 2806123 h 6859500"/>
              <a:gd name="connsiteX5" fmla="*/ 4053340 w 6859500"/>
              <a:gd name="connsiteY5" fmla="*/ 2806123 h 6859500"/>
              <a:gd name="connsiteX6" fmla="*/ 4053340 w 6859500"/>
              <a:gd name="connsiteY6" fmla="*/ 623608 h 6859500"/>
              <a:gd name="connsiteX7" fmla="*/ 3429731 w 6859500"/>
              <a:gd name="connsiteY7" fmla="*/ 0 h 6859500"/>
              <a:gd name="connsiteX8" fmla="*/ 2806123 w 6859500"/>
              <a:gd name="connsiteY8" fmla="*/ 623608 h 6859500"/>
              <a:gd name="connsiteX9" fmla="*/ 2806123 w 6859500"/>
              <a:gd name="connsiteY9" fmla="*/ 2806161 h 6859500"/>
              <a:gd name="connsiteX10" fmla="*/ 623608 w 6859500"/>
              <a:gd name="connsiteY10" fmla="*/ 2806161 h 6859500"/>
              <a:gd name="connsiteX11" fmla="*/ 0 w 6859500"/>
              <a:gd name="connsiteY11" fmla="*/ 3429731 h 6859500"/>
              <a:gd name="connsiteX12" fmla="*/ 623608 w 6859500"/>
              <a:gd name="connsiteY12" fmla="*/ 4053340 h 6859500"/>
              <a:gd name="connsiteX13" fmla="*/ 2806161 w 6859500"/>
              <a:gd name="connsiteY13" fmla="*/ 4053340 h 6859500"/>
              <a:gd name="connsiteX14" fmla="*/ 2806161 w 6859500"/>
              <a:gd name="connsiteY14" fmla="*/ 6235893 h 6859500"/>
              <a:gd name="connsiteX15" fmla="*/ 3429770 w 6859500"/>
              <a:gd name="connsiteY15" fmla="*/ 6859501 h 6859500"/>
              <a:gd name="connsiteX16" fmla="*/ 4053340 w 6859500"/>
              <a:gd name="connsiteY16" fmla="*/ 6235893 h 6859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6859500" h="6859500">
                <a:moveTo>
                  <a:pt x="4053340" y="6235893"/>
                </a:moveTo>
                <a:lnTo>
                  <a:pt x="4053340" y="4053340"/>
                </a:lnTo>
                <a:lnTo>
                  <a:pt x="6235893" y="4053340"/>
                </a:lnTo>
                <a:cubicBezTo>
                  <a:pt x="6580293" y="4053340"/>
                  <a:pt x="6859501" y="3774132"/>
                  <a:pt x="6859501" y="3429731"/>
                </a:cubicBezTo>
                <a:cubicBezTo>
                  <a:pt x="6859501" y="3085330"/>
                  <a:pt x="6580332" y="2806123"/>
                  <a:pt x="6235893" y="2806123"/>
                </a:cubicBezTo>
                <a:lnTo>
                  <a:pt x="4053340" y="2806123"/>
                </a:lnTo>
                <a:lnTo>
                  <a:pt x="4053340" y="623608"/>
                </a:lnTo>
                <a:cubicBezTo>
                  <a:pt x="4053340" y="279208"/>
                  <a:pt x="3774171" y="0"/>
                  <a:pt x="3429731" y="0"/>
                </a:cubicBezTo>
                <a:cubicBezTo>
                  <a:pt x="3085330" y="0"/>
                  <a:pt x="2806123" y="279208"/>
                  <a:pt x="2806123" y="623608"/>
                </a:cubicBezTo>
                <a:lnTo>
                  <a:pt x="2806123" y="2806161"/>
                </a:lnTo>
                <a:lnTo>
                  <a:pt x="623608" y="2806161"/>
                </a:lnTo>
                <a:cubicBezTo>
                  <a:pt x="279208" y="2806161"/>
                  <a:pt x="0" y="3085369"/>
                  <a:pt x="0" y="3429731"/>
                </a:cubicBezTo>
                <a:cubicBezTo>
                  <a:pt x="0" y="3774132"/>
                  <a:pt x="279208" y="4053340"/>
                  <a:pt x="623608" y="4053340"/>
                </a:cubicBezTo>
                <a:lnTo>
                  <a:pt x="2806161" y="4053340"/>
                </a:lnTo>
                <a:lnTo>
                  <a:pt x="2806161" y="6235893"/>
                </a:lnTo>
                <a:cubicBezTo>
                  <a:pt x="2806161" y="6580293"/>
                  <a:pt x="3085369" y="6859501"/>
                  <a:pt x="3429770" y="6859501"/>
                </a:cubicBezTo>
                <a:cubicBezTo>
                  <a:pt x="3774171" y="6859501"/>
                  <a:pt x="4053340" y="6580293"/>
                  <a:pt x="4053340" y="6235893"/>
                </a:cubicBezTo>
                <a:close/>
              </a:path>
            </a:pathLst>
          </a:custGeom>
          <a:ln w="3848" cap="flat">
            <a:noFill/>
            <a:prstDash val="solid"/>
            <a:miter/>
          </a:ln>
          <a:effectLst>
            <a:glow rad="152400">
              <a:srgbClr val="000000">
                <a:alpha val="4000"/>
              </a:srgbClr>
            </a:glow>
            <a:outerShdw blurRad="101600" dist="38100" dir="16200000" rotWithShape="0">
              <a:srgbClr val="000000">
                <a:alpha val="5000"/>
              </a:srgbClr>
            </a:outerShdw>
          </a:effectLst>
        </p:spPr>
        <p:txBody>
          <a:bodyPr rtlCol="0" anchor="ctr"/>
          <a:lstStyle/>
          <a:p>
            <a:pPr rtl="0"/>
            <a:endParaRPr lang="sv-SE" noProof="0"/>
          </a:p>
        </p:txBody>
      </p:sp>
      <p:sp>
        <p:nvSpPr>
          <p:cNvPr id="11" name="Rubrik 1">
            <a:extLst>
              <a:ext uri="{FF2B5EF4-FFF2-40B4-BE49-F238E27FC236}">
                <a16:creationId xmlns:a16="http://schemas.microsoft.com/office/drawing/2014/main" id="{5BA51163-2B3E-42EC-9F43-B0BBBAB574B7}"/>
              </a:ext>
            </a:extLst>
          </p:cNvPr>
          <p:cNvSpPr>
            <a:spLocks noGrp="1"/>
          </p:cNvSpPr>
          <p:nvPr>
            <p:ph type="ctrTitle"/>
          </p:nvPr>
        </p:nvSpPr>
        <p:spPr>
          <a:xfrm>
            <a:off x="485634" y="728905"/>
            <a:ext cx="5893683" cy="3184274"/>
          </a:xfrm>
        </p:spPr>
        <p:txBody>
          <a:bodyPr rtlCol="0" anchor="b">
            <a:normAutofit/>
          </a:bodyPr>
          <a:lstStyle/>
          <a:p>
            <a:pPr algn="l" rtl="0"/>
            <a:r>
              <a:rPr lang="en-GB" sz="5400" noProof="0"/>
              <a:t>Click to edit Master title style</a:t>
            </a:r>
            <a:endParaRPr lang="sv-SE" sz="5400" noProof="0"/>
          </a:p>
        </p:txBody>
      </p:sp>
      <p:sp>
        <p:nvSpPr>
          <p:cNvPr id="3" name="Platshållare för text 2">
            <a:extLst>
              <a:ext uri="{FF2B5EF4-FFF2-40B4-BE49-F238E27FC236}">
                <a16:creationId xmlns:a16="http://schemas.microsoft.com/office/drawing/2014/main" id="{B7A0A2EA-07DC-44D9-B650-F1F2DC25B0F7}"/>
              </a:ext>
            </a:extLst>
          </p:cNvPr>
          <p:cNvSpPr>
            <a:spLocks noGrp="1"/>
          </p:cNvSpPr>
          <p:nvPr>
            <p:ph type="body" sz="quarter" idx="14" hasCustomPrompt="1"/>
          </p:nvPr>
        </p:nvSpPr>
        <p:spPr>
          <a:xfrm>
            <a:off x="452754" y="4092681"/>
            <a:ext cx="5926564" cy="2500206"/>
          </a:xfrm>
        </p:spPr>
        <p:txBody>
          <a:bodyPr rtlCol="0">
            <a:normAutofit/>
          </a:bodyPr>
          <a:lstStyle>
            <a:lvl1pPr>
              <a:lnSpc>
                <a:spcPct val="100000"/>
              </a:lnSpc>
              <a:buClr>
                <a:schemeClr val="accent6"/>
              </a:buClr>
              <a:defRPr sz="2400"/>
            </a:lvl1pPr>
            <a:lvl2pPr>
              <a:defRPr sz="2400"/>
            </a:lvl2pPr>
            <a:lvl3pPr>
              <a:defRPr sz="2400"/>
            </a:lvl3pPr>
            <a:lvl4pPr>
              <a:defRPr sz="2400"/>
            </a:lvl4pPr>
            <a:lvl5pPr>
              <a:defRPr sz="2400"/>
            </a:lvl5pPr>
          </a:lstStyle>
          <a:p>
            <a:pPr lvl="0" rtl="0"/>
            <a:r>
              <a:rPr lang="sv-SE" noProof="0"/>
              <a:t>Klicka här för att lägga till underrubrik</a:t>
            </a:r>
          </a:p>
        </p:txBody>
      </p:sp>
      <p:sp>
        <p:nvSpPr>
          <p:cNvPr id="15" name="Platshållare för datum 10">
            <a:extLst>
              <a:ext uri="{FF2B5EF4-FFF2-40B4-BE49-F238E27FC236}">
                <a16:creationId xmlns:a16="http://schemas.microsoft.com/office/drawing/2014/main" id="{79CBD6DC-50A5-42AC-B06C-16CD14A3EF40}"/>
              </a:ext>
            </a:extLst>
          </p:cNvPr>
          <p:cNvSpPr>
            <a:spLocks noGrp="1"/>
          </p:cNvSpPr>
          <p:nvPr>
            <p:ph type="dt" sz="half" idx="10"/>
          </p:nvPr>
        </p:nvSpPr>
        <p:spPr>
          <a:xfrm>
            <a:off x="838200" y="6400800"/>
            <a:ext cx="2743200" cy="365125"/>
          </a:xfrm>
        </p:spPr>
        <p:txBody>
          <a:bodyPr rtlCol="0"/>
          <a:lstStyle/>
          <a:p>
            <a:pPr rtl="0"/>
            <a:r>
              <a:rPr lang="sv-SE" noProof="0"/>
              <a:t>2/2/20XX</a:t>
            </a:r>
          </a:p>
        </p:txBody>
      </p:sp>
      <p:sp>
        <p:nvSpPr>
          <p:cNvPr id="16" name="Platshållare för sidfot 11">
            <a:extLst>
              <a:ext uri="{FF2B5EF4-FFF2-40B4-BE49-F238E27FC236}">
                <a16:creationId xmlns:a16="http://schemas.microsoft.com/office/drawing/2014/main" id="{AEB7CDBA-0E82-4480-9708-7E305596A662}"/>
              </a:ext>
            </a:extLst>
          </p:cNvPr>
          <p:cNvSpPr>
            <a:spLocks noGrp="1"/>
          </p:cNvSpPr>
          <p:nvPr>
            <p:ph type="ftr" sz="quarter" idx="11"/>
          </p:nvPr>
        </p:nvSpPr>
        <p:spPr>
          <a:xfrm>
            <a:off x="3581400" y="6400800"/>
            <a:ext cx="3657600" cy="365125"/>
          </a:xfrm>
        </p:spPr>
        <p:txBody>
          <a:bodyPr rtlCol="0"/>
          <a:lstStyle>
            <a:lvl1pPr>
              <a:defRPr/>
            </a:lvl1pPr>
          </a:lstStyle>
          <a:p>
            <a:pPr rtl="0"/>
            <a:r>
              <a:rPr lang="sv-SE" noProof="0"/>
              <a:t>PRESENTATIONENS RUBRIK</a:t>
            </a:r>
          </a:p>
        </p:txBody>
      </p:sp>
      <p:sp>
        <p:nvSpPr>
          <p:cNvPr id="13" name="Platshållare för bild 12">
            <a:extLst>
              <a:ext uri="{FF2B5EF4-FFF2-40B4-BE49-F238E27FC236}">
                <a16:creationId xmlns:a16="http://schemas.microsoft.com/office/drawing/2014/main" id="{F7AE4B01-8A3C-46A5-A1F0-E67DE4EC8A2C}"/>
              </a:ext>
            </a:extLst>
          </p:cNvPr>
          <p:cNvSpPr>
            <a:spLocks noGrp="1"/>
          </p:cNvSpPr>
          <p:nvPr>
            <p:ph type="pic" sz="quarter" idx="13" hasCustomPrompt="1"/>
          </p:nvPr>
        </p:nvSpPr>
        <p:spPr>
          <a:xfrm>
            <a:off x="7331075" y="0"/>
            <a:ext cx="4860925" cy="6858000"/>
          </a:xfrm>
          <a:custGeom>
            <a:avLst/>
            <a:gdLst>
              <a:gd name="connsiteX0" fmla="*/ 0 w 4860925"/>
              <a:gd name="connsiteY0" fmla="*/ 0 h 6858000"/>
              <a:gd name="connsiteX1" fmla="*/ 4860925 w 4860925"/>
              <a:gd name="connsiteY1" fmla="*/ 0 h 6858000"/>
              <a:gd name="connsiteX2" fmla="*/ 4860925 w 4860925"/>
              <a:gd name="connsiteY2" fmla="*/ 6858000 h 6858000"/>
              <a:gd name="connsiteX3" fmla="*/ 0 w 4860925"/>
              <a:gd name="connsiteY3" fmla="*/ 6858000 h 6858000"/>
              <a:gd name="connsiteX4" fmla="*/ 0 w 4860925"/>
              <a:gd name="connsiteY4" fmla="*/ 5663791 h 6858000"/>
              <a:gd name="connsiteX5" fmla="*/ 158149 w 4860925"/>
              <a:gd name="connsiteY5" fmla="*/ 5821940 h 6858000"/>
              <a:gd name="connsiteX6" fmla="*/ 250704 w 4860925"/>
              <a:gd name="connsiteY6" fmla="*/ 5821940 h 6858000"/>
              <a:gd name="connsiteX7" fmla="*/ 250704 w 4860925"/>
              <a:gd name="connsiteY7" fmla="*/ 5729385 h 6858000"/>
              <a:gd name="connsiteX8" fmla="*/ 88738 w 4860925"/>
              <a:gd name="connsiteY8" fmla="*/ 5567420 h 6858000"/>
              <a:gd name="connsiteX9" fmla="*/ 250701 w 4860925"/>
              <a:gd name="connsiteY9" fmla="*/ 5405457 h 6858000"/>
              <a:gd name="connsiteX10" fmla="*/ 250701 w 4860925"/>
              <a:gd name="connsiteY10" fmla="*/ 5312902 h 6858000"/>
              <a:gd name="connsiteX11" fmla="*/ 158146 w 4860925"/>
              <a:gd name="connsiteY11" fmla="*/ 5312902 h 6858000"/>
              <a:gd name="connsiteX12" fmla="*/ 0 w 4860925"/>
              <a:gd name="connsiteY12" fmla="*/ 5471047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860925" h="6858000">
                <a:moveTo>
                  <a:pt x="0" y="0"/>
                </a:moveTo>
                <a:lnTo>
                  <a:pt x="4860925" y="0"/>
                </a:lnTo>
                <a:lnTo>
                  <a:pt x="4860925" y="6858000"/>
                </a:lnTo>
                <a:lnTo>
                  <a:pt x="0" y="6858000"/>
                </a:lnTo>
                <a:lnTo>
                  <a:pt x="0" y="5663791"/>
                </a:lnTo>
                <a:lnTo>
                  <a:pt x="158149" y="5821940"/>
                </a:lnTo>
                <a:cubicBezTo>
                  <a:pt x="183706" y="5847497"/>
                  <a:pt x="225146" y="5847497"/>
                  <a:pt x="250704" y="5821940"/>
                </a:cubicBezTo>
                <a:cubicBezTo>
                  <a:pt x="276261" y="5796382"/>
                  <a:pt x="276264" y="5754945"/>
                  <a:pt x="250704" y="5729385"/>
                </a:cubicBezTo>
                <a:lnTo>
                  <a:pt x="88738" y="5567420"/>
                </a:lnTo>
                <a:lnTo>
                  <a:pt x="250701" y="5405457"/>
                </a:lnTo>
                <a:cubicBezTo>
                  <a:pt x="276258" y="5379899"/>
                  <a:pt x="276261" y="5338463"/>
                  <a:pt x="250701" y="5312902"/>
                </a:cubicBezTo>
                <a:cubicBezTo>
                  <a:pt x="225143" y="5287344"/>
                  <a:pt x="183703" y="5287344"/>
                  <a:pt x="158146" y="5312902"/>
                </a:cubicBezTo>
                <a:lnTo>
                  <a:pt x="0" y="5471047"/>
                </a:lnTo>
                <a:close/>
              </a:path>
            </a:pathLst>
          </a:custGeom>
        </p:spPr>
        <p:txBody>
          <a:bodyPr wrap="square" rtlCol="0">
            <a:noAutofit/>
          </a:bodyPr>
          <a:lstStyle>
            <a:lvl1pPr marL="0" indent="0" algn="ctr">
              <a:buFont typeface="Arial" panose="020B0604020202020204" pitchFamily="34" charset="0"/>
              <a:buNone/>
              <a:defRPr sz="2000"/>
            </a:lvl1pPr>
          </a:lstStyle>
          <a:p>
            <a:pPr rtl="0"/>
            <a:r>
              <a:rPr lang="sv-SE" noProof="0"/>
              <a:t>Infoga fotot här</a:t>
            </a:r>
          </a:p>
        </p:txBody>
      </p:sp>
      <p:sp>
        <p:nvSpPr>
          <p:cNvPr id="17" name="Platshållare för bildnummer 12">
            <a:extLst>
              <a:ext uri="{FF2B5EF4-FFF2-40B4-BE49-F238E27FC236}">
                <a16:creationId xmlns:a16="http://schemas.microsoft.com/office/drawing/2014/main" id="{92F0D34E-56DB-45B4-B7F0-CE5961F94587}"/>
              </a:ext>
            </a:extLst>
          </p:cNvPr>
          <p:cNvSpPr>
            <a:spLocks noGrp="1"/>
          </p:cNvSpPr>
          <p:nvPr>
            <p:ph type="sldNum" sz="quarter" idx="12"/>
          </p:nvPr>
        </p:nvSpPr>
        <p:spPr>
          <a:xfrm>
            <a:off x="8610600" y="6400800"/>
            <a:ext cx="2743200" cy="365125"/>
          </a:xfrm>
        </p:spPr>
        <p:txBody>
          <a:bodyPr rtlCol="0"/>
          <a:lstStyle/>
          <a:p>
            <a:pPr rtl="0"/>
            <a:fld id="{DFA5D71E-5CDF-4C93-8A75-5B916FDC5BEA}" type="slidenum">
              <a:rPr lang="sv-SE" noProof="0" smtClean="0">
                <a:solidFill>
                  <a:srgbClr val="FFFFFF"/>
                </a:solidFill>
                <a:effectLst>
                  <a:outerShdw blurRad="38100" dist="38100" dir="2700000" algn="tl">
                    <a:srgbClr val="000000">
                      <a:alpha val="43137"/>
                    </a:srgbClr>
                  </a:outerShdw>
                </a:effectLst>
              </a:rPr>
              <a:pPr rtl="0"/>
              <a:t>‹#›</a:t>
            </a:fld>
            <a:endParaRPr lang="sv-SE" noProof="0">
              <a:solidFill>
                <a:srgbClr val="FFFFFF"/>
              </a:solidFill>
              <a:effectLst>
                <a:outerShdw blurRad="38100" dist="38100" dir="2700000" algn="tl">
                  <a:srgbClr val="000000">
                    <a:alpha val="43137"/>
                  </a:srgbClr>
                </a:outerShdw>
              </a:effectLst>
            </a:endParaRPr>
          </a:p>
        </p:txBody>
      </p:sp>
      <p:sp useBgFill="1">
        <p:nvSpPr>
          <p:cNvPr id="14" name="Bild 10">
            <a:extLst>
              <a:ext uri="{FF2B5EF4-FFF2-40B4-BE49-F238E27FC236}">
                <a16:creationId xmlns:a16="http://schemas.microsoft.com/office/drawing/2014/main" id="{6EFE6B19-328D-40CF-90BA-F287CC59B04E}"/>
              </a:ext>
              <a:ext uri="{C183D7F6-B498-43B3-948B-1728B52AA6E4}">
                <adec:decorative xmlns:adec="http://schemas.microsoft.com/office/drawing/2017/decorative" val="1"/>
              </a:ext>
            </a:extLst>
          </p:cNvPr>
          <p:cNvSpPr/>
          <p:nvPr userDrawn="1"/>
        </p:nvSpPr>
        <p:spPr>
          <a:xfrm rot="2700000">
            <a:off x="6967314" y="5207478"/>
            <a:ext cx="719888" cy="719888"/>
          </a:xfrm>
          <a:custGeom>
            <a:avLst/>
            <a:gdLst>
              <a:gd name="connsiteX0" fmla="*/ 4053340 w 6859500"/>
              <a:gd name="connsiteY0" fmla="*/ 6235893 h 6859500"/>
              <a:gd name="connsiteX1" fmla="*/ 4053340 w 6859500"/>
              <a:gd name="connsiteY1" fmla="*/ 4053340 h 6859500"/>
              <a:gd name="connsiteX2" fmla="*/ 6235893 w 6859500"/>
              <a:gd name="connsiteY2" fmla="*/ 4053340 h 6859500"/>
              <a:gd name="connsiteX3" fmla="*/ 6859501 w 6859500"/>
              <a:gd name="connsiteY3" fmla="*/ 3429731 h 6859500"/>
              <a:gd name="connsiteX4" fmla="*/ 6235893 w 6859500"/>
              <a:gd name="connsiteY4" fmla="*/ 2806123 h 6859500"/>
              <a:gd name="connsiteX5" fmla="*/ 4053340 w 6859500"/>
              <a:gd name="connsiteY5" fmla="*/ 2806123 h 6859500"/>
              <a:gd name="connsiteX6" fmla="*/ 4053340 w 6859500"/>
              <a:gd name="connsiteY6" fmla="*/ 623608 h 6859500"/>
              <a:gd name="connsiteX7" fmla="*/ 3429731 w 6859500"/>
              <a:gd name="connsiteY7" fmla="*/ 0 h 6859500"/>
              <a:gd name="connsiteX8" fmla="*/ 2806123 w 6859500"/>
              <a:gd name="connsiteY8" fmla="*/ 623608 h 6859500"/>
              <a:gd name="connsiteX9" fmla="*/ 2806123 w 6859500"/>
              <a:gd name="connsiteY9" fmla="*/ 2806161 h 6859500"/>
              <a:gd name="connsiteX10" fmla="*/ 623608 w 6859500"/>
              <a:gd name="connsiteY10" fmla="*/ 2806161 h 6859500"/>
              <a:gd name="connsiteX11" fmla="*/ 0 w 6859500"/>
              <a:gd name="connsiteY11" fmla="*/ 3429731 h 6859500"/>
              <a:gd name="connsiteX12" fmla="*/ 623608 w 6859500"/>
              <a:gd name="connsiteY12" fmla="*/ 4053340 h 6859500"/>
              <a:gd name="connsiteX13" fmla="*/ 2806161 w 6859500"/>
              <a:gd name="connsiteY13" fmla="*/ 4053340 h 6859500"/>
              <a:gd name="connsiteX14" fmla="*/ 2806161 w 6859500"/>
              <a:gd name="connsiteY14" fmla="*/ 6235893 h 6859500"/>
              <a:gd name="connsiteX15" fmla="*/ 3429770 w 6859500"/>
              <a:gd name="connsiteY15" fmla="*/ 6859501 h 6859500"/>
              <a:gd name="connsiteX16" fmla="*/ 4053340 w 6859500"/>
              <a:gd name="connsiteY16" fmla="*/ 6235893 h 6859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6859500" h="6859500">
                <a:moveTo>
                  <a:pt x="4053340" y="6235893"/>
                </a:moveTo>
                <a:lnTo>
                  <a:pt x="4053340" y="4053340"/>
                </a:lnTo>
                <a:lnTo>
                  <a:pt x="6235893" y="4053340"/>
                </a:lnTo>
                <a:cubicBezTo>
                  <a:pt x="6580293" y="4053340"/>
                  <a:pt x="6859501" y="3774132"/>
                  <a:pt x="6859501" y="3429731"/>
                </a:cubicBezTo>
                <a:cubicBezTo>
                  <a:pt x="6859501" y="3085330"/>
                  <a:pt x="6580332" y="2806123"/>
                  <a:pt x="6235893" y="2806123"/>
                </a:cubicBezTo>
                <a:lnTo>
                  <a:pt x="4053340" y="2806123"/>
                </a:lnTo>
                <a:lnTo>
                  <a:pt x="4053340" y="623608"/>
                </a:lnTo>
                <a:cubicBezTo>
                  <a:pt x="4053340" y="279208"/>
                  <a:pt x="3774171" y="0"/>
                  <a:pt x="3429731" y="0"/>
                </a:cubicBezTo>
                <a:cubicBezTo>
                  <a:pt x="3085330" y="0"/>
                  <a:pt x="2806123" y="279208"/>
                  <a:pt x="2806123" y="623608"/>
                </a:cubicBezTo>
                <a:lnTo>
                  <a:pt x="2806123" y="2806161"/>
                </a:lnTo>
                <a:lnTo>
                  <a:pt x="623608" y="2806161"/>
                </a:lnTo>
                <a:cubicBezTo>
                  <a:pt x="279208" y="2806161"/>
                  <a:pt x="0" y="3085369"/>
                  <a:pt x="0" y="3429731"/>
                </a:cubicBezTo>
                <a:cubicBezTo>
                  <a:pt x="0" y="3774132"/>
                  <a:pt x="279208" y="4053340"/>
                  <a:pt x="623608" y="4053340"/>
                </a:cubicBezTo>
                <a:lnTo>
                  <a:pt x="2806161" y="4053340"/>
                </a:lnTo>
                <a:lnTo>
                  <a:pt x="2806161" y="6235893"/>
                </a:lnTo>
                <a:cubicBezTo>
                  <a:pt x="2806161" y="6580293"/>
                  <a:pt x="3085369" y="6859501"/>
                  <a:pt x="3429770" y="6859501"/>
                </a:cubicBezTo>
                <a:cubicBezTo>
                  <a:pt x="3774171" y="6859501"/>
                  <a:pt x="4053340" y="6580293"/>
                  <a:pt x="4053340" y="6235893"/>
                </a:cubicBezTo>
                <a:close/>
              </a:path>
            </a:pathLst>
          </a:custGeom>
          <a:ln w="3848" cap="flat">
            <a:noFill/>
            <a:prstDash val="solid"/>
            <a:miter/>
          </a:ln>
          <a:effectLst>
            <a:glow rad="152400">
              <a:srgbClr val="000000">
                <a:alpha val="4000"/>
              </a:srgbClr>
            </a:glow>
            <a:outerShdw blurRad="101600" dist="38100" dir="16200000" rotWithShape="0">
              <a:srgbClr val="000000">
                <a:alpha val="5000"/>
              </a:srgbClr>
            </a:outerShdw>
          </a:effectLst>
        </p:spPr>
        <p:txBody>
          <a:bodyPr rtlCol="0" anchor="ctr"/>
          <a:lstStyle/>
          <a:p>
            <a:pPr rtl="0"/>
            <a:endParaRPr lang="sv-SE" noProof="0"/>
          </a:p>
        </p:txBody>
      </p:sp>
    </p:spTree>
    <p:extLst>
      <p:ext uri="{BB962C8B-B14F-4D97-AF65-F5344CB8AC3E}">
        <p14:creationId xmlns:p14="http://schemas.microsoft.com/office/powerpoint/2010/main" val="135497646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Platshållare för rubrik 1">
            <a:extLst>
              <a:ext uri="{FF2B5EF4-FFF2-40B4-BE49-F238E27FC236}">
                <a16:creationId xmlns:a16="http://schemas.microsoft.com/office/drawing/2014/main" id="{41447F1F-BFA8-4A56-894B-40120132EE4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pPr rtl="0"/>
            <a:r>
              <a:rPr lang="sv-SE" noProof="0"/>
              <a:t>Klicka här för att ändra format</a:t>
            </a:r>
          </a:p>
        </p:txBody>
      </p:sp>
      <p:sp>
        <p:nvSpPr>
          <p:cNvPr id="3" name="Platshållare för text 2">
            <a:extLst>
              <a:ext uri="{FF2B5EF4-FFF2-40B4-BE49-F238E27FC236}">
                <a16:creationId xmlns:a16="http://schemas.microsoft.com/office/drawing/2014/main" id="{2658FB99-0FA3-49F4-99A1-61919F94279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rtl="0"/>
            <a:r>
              <a:rPr lang="sv-SE" noProof="0"/>
              <a:t>Redigera format för bakgrundstext</a:t>
            </a:r>
          </a:p>
          <a:p>
            <a:pPr lvl="1" rtl="0"/>
            <a:r>
              <a:rPr lang="sv-SE" noProof="0"/>
              <a:t>Nivå två</a:t>
            </a:r>
          </a:p>
          <a:p>
            <a:pPr lvl="2" rtl="0"/>
            <a:r>
              <a:rPr lang="sv-SE" noProof="0"/>
              <a:t>Nivå tre</a:t>
            </a:r>
          </a:p>
          <a:p>
            <a:pPr lvl="3" rtl="0"/>
            <a:r>
              <a:rPr lang="sv-SE" noProof="0"/>
              <a:t>Nivå fyra</a:t>
            </a:r>
          </a:p>
          <a:p>
            <a:pPr lvl="4" rtl="0"/>
            <a:r>
              <a:rPr lang="sv-SE" noProof="0"/>
              <a:t>Nivå fem</a:t>
            </a:r>
          </a:p>
        </p:txBody>
      </p:sp>
      <p:sp>
        <p:nvSpPr>
          <p:cNvPr id="4" name="Platshållare för datum 3">
            <a:extLst>
              <a:ext uri="{FF2B5EF4-FFF2-40B4-BE49-F238E27FC236}">
                <a16:creationId xmlns:a16="http://schemas.microsoft.com/office/drawing/2014/main" id="{4CDCCAE5-4EB0-4174-BD15-4943899B0A29}"/>
              </a:ext>
            </a:extLst>
          </p:cNvPr>
          <p:cNvSpPr>
            <a:spLocks noGrp="1"/>
          </p:cNvSpPr>
          <p:nvPr>
            <p:ph type="dt" sz="half" idx="2"/>
          </p:nvPr>
        </p:nvSpPr>
        <p:spPr>
          <a:xfrm>
            <a:off x="838200" y="6400800"/>
            <a:ext cx="2743200" cy="365125"/>
          </a:xfrm>
          <a:prstGeom prst="rect">
            <a:avLst/>
          </a:prstGeom>
        </p:spPr>
        <p:txBody>
          <a:bodyPr vert="horz" lIns="91440" tIns="45720" rIns="91440" bIns="45720" rtlCol="0" anchor="ctr"/>
          <a:lstStyle>
            <a:lvl1pPr algn="l">
              <a:defRPr sz="900" cap="all" spc="150" baseline="0">
                <a:solidFill>
                  <a:schemeClr val="tx1">
                    <a:tint val="75000"/>
                  </a:schemeClr>
                </a:solidFill>
              </a:defRPr>
            </a:lvl1pPr>
          </a:lstStyle>
          <a:p>
            <a:pPr rtl="0"/>
            <a:r>
              <a:rPr lang="sv-SE" noProof="0"/>
              <a:t>2/2/20XX</a:t>
            </a:r>
          </a:p>
        </p:txBody>
      </p:sp>
      <p:sp>
        <p:nvSpPr>
          <p:cNvPr id="5" name="Platshållare för sidfot 4">
            <a:extLst>
              <a:ext uri="{FF2B5EF4-FFF2-40B4-BE49-F238E27FC236}">
                <a16:creationId xmlns:a16="http://schemas.microsoft.com/office/drawing/2014/main" id="{26A4189E-43B2-4CEE-B13E-61A1FBBBD25D}"/>
              </a:ext>
            </a:extLst>
          </p:cNvPr>
          <p:cNvSpPr>
            <a:spLocks noGrp="1"/>
          </p:cNvSpPr>
          <p:nvPr>
            <p:ph type="ftr" sz="quarter" idx="3"/>
          </p:nvPr>
        </p:nvSpPr>
        <p:spPr>
          <a:xfrm>
            <a:off x="4038600" y="6400800"/>
            <a:ext cx="4114800" cy="365125"/>
          </a:xfrm>
          <a:prstGeom prst="rect">
            <a:avLst/>
          </a:prstGeom>
        </p:spPr>
        <p:txBody>
          <a:bodyPr vert="horz" lIns="91440" tIns="45720" rIns="91440" bIns="45720" rtlCol="0" anchor="ctr"/>
          <a:lstStyle>
            <a:lvl1pPr algn="ctr">
              <a:defRPr sz="900" cap="all" spc="150" baseline="0">
                <a:solidFill>
                  <a:schemeClr val="tx1">
                    <a:tint val="75000"/>
                  </a:schemeClr>
                </a:solidFill>
              </a:defRPr>
            </a:lvl1pPr>
          </a:lstStyle>
          <a:p>
            <a:pPr rtl="0"/>
            <a:r>
              <a:rPr lang="sv-SE" noProof="0"/>
              <a:t>PRESENTATIONENS RUBRIK</a:t>
            </a:r>
          </a:p>
        </p:txBody>
      </p:sp>
      <p:sp>
        <p:nvSpPr>
          <p:cNvPr id="6" name="Platshållare för bildnummer 5">
            <a:extLst>
              <a:ext uri="{FF2B5EF4-FFF2-40B4-BE49-F238E27FC236}">
                <a16:creationId xmlns:a16="http://schemas.microsoft.com/office/drawing/2014/main" id="{EAA0530F-0BC8-46EF-A765-DD58B5367528}"/>
              </a:ext>
            </a:extLst>
          </p:cNvPr>
          <p:cNvSpPr>
            <a:spLocks noGrp="1"/>
          </p:cNvSpPr>
          <p:nvPr>
            <p:ph type="sldNum" sz="quarter" idx="4"/>
          </p:nvPr>
        </p:nvSpPr>
        <p:spPr>
          <a:xfrm>
            <a:off x="8610600" y="6400800"/>
            <a:ext cx="2743200" cy="365125"/>
          </a:xfrm>
          <a:prstGeom prst="rect">
            <a:avLst/>
          </a:prstGeom>
        </p:spPr>
        <p:txBody>
          <a:bodyPr vert="horz" lIns="91440" tIns="45720" rIns="91440" bIns="45720" rtlCol="0" anchor="ctr"/>
          <a:lstStyle>
            <a:lvl1pPr algn="r">
              <a:defRPr sz="900" cap="all" spc="150" baseline="0">
                <a:solidFill>
                  <a:schemeClr val="tx1">
                    <a:tint val="75000"/>
                  </a:schemeClr>
                </a:solidFill>
              </a:defRPr>
            </a:lvl1pPr>
          </a:lstStyle>
          <a:p>
            <a:pPr rtl="0"/>
            <a:fld id="{DFA5D71E-5CDF-4C93-8A75-5B916FDC5BEA}" type="slidenum">
              <a:rPr lang="sv-SE" noProof="0" smtClean="0"/>
              <a:pPr rtl="0"/>
              <a:t>‹#›</a:t>
            </a:fld>
            <a:endParaRPr lang="sv-SE" noProof="0"/>
          </a:p>
        </p:txBody>
      </p:sp>
    </p:spTree>
    <p:extLst>
      <p:ext uri="{BB962C8B-B14F-4D97-AF65-F5344CB8AC3E}">
        <p14:creationId xmlns:p14="http://schemas.microsoft.com/office/powerpoint/2010/main" val="2640189336"/>
      </p:ext>
    </p:extLst>
  </p:cSld>
  <p:clrMap bg1="lt1" tx1="dk1" bg2="lt2" tx2="dk2" accent1="accent1" accent2="accent2" accent3="accent3" accent4="accent4" accent5="accent5" accent6="accent6" hlink="hlink" folHlink="folHlink"/>
  <p:sldLayoutIdLst>
    <p:sldLayoutId id="2147483745" r:id="rId1"/>
    <p:sldLayoutId id="2147483746" r:id="rId2"/>
    <p:sldLayoutId id="2147483747" r:id="rId3"/>
    <p:sldLayoutId id="2147483748" r:id="rId4"/>
    <p:sldLayoutId id="2147483749" r:id="rId5"/>
    <p:sldLayoutId id="2147483750" r:id="rId6"/>
    <p:sldLayoutId id="2147483751" r:id="rId7"/>
    <p:sldLayoutId id="2147483752" r:id="rId8"/>
    <p:sldLayoutId id="2147483753" r:id="rId9"/>
    <p:sldLayoutId id="2147483754" r:id="rId10"/>
    <p:sldLayoutId id="2147483755" r:id="rId11"/>
    <p:sldLayoutId id="2147483793" r:id="rId12"/>
    <p:sldLayoutId id="2147483792" r:id="rId13"/>
  </p:sldLayoutIdLst>
  <p:hf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Clr>
          <a:schemeClr val="accent1"/>
        </a:buClr>
        <a:buFont typeface="Segoe UI" panose="020B0502040204020203"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Clr>
          <a:schemeClr val="accent1"/>
        </a:buClr>
        <a:buFont typeface="Courier New" panose="02070309020205020404" pitchFamily="49" charset="0"/>
        <a:buChar char="o"/>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Clr>
          <a:schemeClr val="accent1"/>
        </a:buClr>
        <a:buFont typeface="Segoe UI" panose="020B0502040204020203"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Clr>
          <a:schemeClr val="accent1"/>
        </a:buClr>
        <a:buFont typeface="Courier New" panose="02070309020205020404" pitchFamily="49" charset="0"/>
        <a:buChar char="o"/>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Clr>
          <a:schemeClr val="accent1"/>
        </a:buClr>
        <a:buFont typeface="Segoe UI" panose="020B0502040204020203"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xml"/><Relationship Id="rId1" Type="http://schemas.openxmlformats.org/officeDocument/2006/relationships/slideLayout" Target="../slideLayouts/slideLayout8.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7.jpeg"/><Relationship Id="rId4" Type="http://schemas.openxmlformats.org/officeDocument/2006/relationships/image" Target="../media/image6.jpeg"/></Relationships>
</file>

<file path=ppt/slides/_rels/slide4.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1.xml"/></Relationships>
</file>

<file path=ppt/slides/_rels/slide6.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6.xml"/><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notesSlide" Target="../notesSlides/notesSlide7.xml"/><Relationship Id="rId1" Type="http://schemas.openxmlformats.org/officeDocument/2006/relationships/slideLayout" Target="../slideLayouts/slideLayout12.xml"/><Relationship Id="rId5" Type="http://schemas.openxmlformats.org/officeDocument/2006/relationships/image" Target="../media/image11.jpeg"/><Relationship Id="rId4" Type="http://schemas.openxmlformats.org/officeDocument/2006/relationships/image" Target="../media/image10.jpeg"/></Relationships>
</file>

<file path=ppt/slides/_rels/slide8.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notesSlide" Target="../notesSlides/notesSlide8.xml"/><Relationship Id="rId1" Type="http://schemas.openxmlformats.org/officeDocument/2006/relationships/slideLayout" Target="../slideLayouts/slideLayout4.xml"/><Relationship Id="rId4" Type="http://schemas.openxmlformats.org/officeDocument/2006/relationships/image" Target="../media/image13.jpeg"/></Relationships>
</file>

<file path=ppt/slides/_rels/slide9.xml.rels><?xml version="1.0" encoding="UTF-8" standalone="yes"?>
<Relationships xmlns="http://schemas.openxmlformats.org/package/2006/relationships"><Relationship Id="rId3" Type="http://schemas.openxmlformats.org/officeDocument/2006/relationships/image" Target="../media/image14.jpeg"/><Relationship Id="rId2" Type="http://schemas.openxmlformats.org/officeDocument/2006/relationships/notesSlide" Target="../notesSlides/notesSlide9.xml"/><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ubrik 10">
            <a:extLst>
              <a:ext uri="{FF2B5EF4-FFF2-40B4-BE49-F238E27FC236}">
                <a16:creationId xmlns:a16="http://schemas.microsoft.com/office/drawing/2014/main" id="{F606FF93-30AD-4496-9EB4-A16588DB9F5C}"/>
              </a:ext>
            </a:extLst>
          </p:cNvPr>
          <p:cNvSpPr>
            <a:spLocks noGrp="1"/>
          </p:cNvSpPr>
          <p:nvPr>
            <p:ph type="ctrTitle"/>
          </p:nvPr>
        </p:nvSpPr>
        <p:spPr>
          <a:xfrm>
            <a:off x="485634" y="575423"/>
            <a:ext cx="5435027" cy="3234577"/>
          </a:xfrm>
        </p:spPr>
        <p:txBody>
          <a:bodyPr rtlCol="0">
            <a:normAutofit/>
          </a:bodyPr>
          <a:lstStyle/>
          <a:p>
            <a:pPr rtl="0"/>
            <a:r>
              <a:rPr lang="sv-SE" dirty="0"/>
              <a:t>From </a:t>
            </a:r>
            <a:r>
              <a:rPr lang="sv-SE" dirty="0" err="1"/>
              <a:t>random</a:t>
            </a:r>
            <a:r>
              <a:rPr lang="sv-SE" dirty="0"/>
              <a:t> </a:t>
            </a:r>
            <a:r>
              <a:rPr lang="sv-SE"/>
              <a:t>moves to champion</a:t>
            </a:r>
            <a:endParaRPr lang="sv-SE" dirty="0"/>
          </a:p>
        </p:txBody>
      </p:sp>
      <p:sp>
        <p:nvSpPr>
          <p:cNvPr id="12" name="Underrubrik 11">
            <a:extLst>
              <a:ext uri="{FF2B5EF4-FFF2-40B4-BE49-F238E27FC236}">
                <a16:creationId xmlns:a16="http://schemas.microsoft.com/office/drawing/2014/main" id="{380F03BD-5CC3-47DD-B082-722AE47BFFC1}"/>
              </a:ext>
            </a:extLst>
          </p:cNvPr>
          <p:cNvSpPr>
            <a:spLocks noGrp="1"/>
          </p:cNvSpPr>
          <p:nvPr>
            <p:ph type="subTitle" idx="1"/>
          </p:nvPr>
        </p:nvSpPr>
        <p:spPr>
          <a:xfrm>
            <a:off x="485636" y="4004423"/>
            <a:ext cx="5435026" cy="2278154"/>
          </a:xfrm>
        </p:spPr>
        <p:txBody>
          <a:bodyPr rtlCol="0">
            <a:normAutofit/>
          </a:bodyPr>
          <a:lstStyle/>
          <a:p>
            <a:pPr rtl="0"/>
            <a:r>
              <a:rPr lang="sv-SE" dirty="0"/>
              <a:t>Ashley </a:t>
            </a:r>
            <a:r>
              <a:rPr lang="sv-SE" dirty="0" err="1"/>
              <a:t>Björs</a:t>
            </a:r>
            <a:endParaRPr lang="sv-SE" dirty="0"/>
          </a:p>
          <a:p>
            <a:pPr rtl="0"/>
            <a:r>
              <a:rPr lang="sv-SE" dirty="0"/>
              <a:t>Daniel </a:t>
            </a:r>
            <a:r>
              <a:rPr lang="sv-SE" dirty="0" err="1"/>
              <a:t>Rytberg</a:t>
            </a:r>
            <a:endParaRPr lang="sv-SE" dirty="0"/>
          </a:p>
          <a:p>
            <a:pPr rtl="0"/>
            <a:r>
              <a:rPr lang="sv-SE" dirty="0"/>
              <a:t>Jonas Gerne</a:t>
            </a:r>
          </a:p>
          <a:p>
            <a:pPr rtl="0"/>
            <a:endParaRPr lang="sv-SE" dirty="0"/>
          </a:p>
        </p:txBody>
      </p:sp>
      <p:pic>
        <p:nvPicPr>
          <p:cNvPr id="19" name="Platshållare för bild 18" descr="Närbild av ett schackbräde">
            <a:extLst>
              <a:ext uri="{FF2B5EF4-FFF2-40B4-BE49-F238E27FC236}">
                <a16:creationId xmlns:a16="http://schemas.microsoft.com/office/drawing/2014/main" id="{39881573-7C25-4F17-A03E-E8E1E0E88603}"/>
              </a:ext>
            </a:extLst>
          </p:cNvPr>
          <p:cNvPicPr>
            <a:picLocks noGrp="1" noChangeAspect="1"/>
          </p:cNvPicPr>
          <p:nvPr>
            <p:ph type="pic" sz="quarter" idx="13"/>
          </p:nvPr>
        </p:nvPicPr>
        <p:blipFill rotWithShape="1">
          <a:blip r:embed="rId3"/>
          <a:srcRect l="18434" r="18434"/>
          <a:stretch/>
        </p:blipFill>
        <p:spPr>
          <a:xfrm>
            <a:off x="6197600" y="574675"/>
            <a:ext cx="5445125" cy="5749925"/>
          </a:xfrm>
        </p:spPr>
      </p:pic>
    </p:spTree>
    <p:extLst>
      <p:ext uri="{BB962C8B-B14F-4D97-AF65-F5344CB8AC3E}">
        <p14:creationId xmlns:p14="http://schemas.microsoft.com/office/powerpoint/2010/main" val="216493736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Rubrik 13">
            <a:extLst>
              <a:ext uri="{FF2B5EF4-FFF2-40B4-BE49-F238E27FC236}">
                <a16:creationId xmlns:a16="http://schemas.microsoft.com/office/drawing/2014/main" id="{9388704E-D67C-4378-8FA9-A83871F51038}"/>
              </a:ext>
            </a:extLst>
          </p:cNvPr>
          <p:cNvSpPr>
            <a:spLocks noGrp="1"/>
          </p:cNvSpPr>
          <p:nvPr>
            <p:ph type="title"/>
          </p:nvPr>
        </p:nvSpPr>
        <p:spPr>
          <a:xfrm>
            <a:off x="457200" y="544786"/>
            <a:ext cx="11238346" cy="836339"/>
          </a:xfrm>
        </p:spPr>
        <p:txBody>
          <a:bodyPr rtlCol="0"/>
          <a:lstStyle/>
          <a:p>
            <a:pPr rtl="0"/>
            <a:r>
              <a:rPr lang="sv-SE" dirty="0"/>
              <a:t>Team</a:t>
            </a:r>
          </a:p>
        </p:txBody>
      </p:sp>
      <p:sp>
        <p:nvSpPr>
          <p:cNvPr id="15" name="Platshållare för datum 14">
            <a:extLst>
              <a:ext uri="{FF2B5EF4-FFF2-40B4-BE49-F238E27FC236}">
                <a16:creationId xmlns:a16="http://schemas.microsoft.com/office/drawing/2014/main" id="{B83F0619-16A4-44CD-BC6C-D8788D7869AF}"/>
              </a:ext>
            </a:extLst>
          </p:cNvPr>
          <p:cNvSpPr>
            <a:spLocks noGrp="1"/>
          </p:cNvSpPr>
          <p:nvPr>
            <p:ph type="dt" sz="half" idx="10"/>
          </p:nvPr>
        </p:nvSpPr>
        <p:spPr>
          <a:xfrm>
            <a:off x="838200" y="6400800"/>
            <a:ext cx="2743200" cy="365125"/>
          </a:xfrm>
        </p:spPr>
        <p:txBody>
          <a:bodyPr rtlCol="0"/>
          <a:lstStyle/>
          <a:p>
            <a:pPr rtl="0"/>
            <a:r>
              <a:rPr lang="sv-SE" dirty="0"/>
              <a:t>21/3/2025</a:t>
            </a:r>
          </a:p>
        </p:txBody>
      </p:sp>
      <p:sp>
        <p:nvSpPr>
          <p:cNvPr id="16" name="Platshållare för sidfot 15">
            <a:extLst>
              <a:ext uri="{FF2B5EF4-FFF2-40B4-BE49-F238E27FC236}">
                <a16:creationId xmlns:a16="http://schemas.microsoft.com/office/drawing/2014/main" id="{365C13F4-B6C5-4ABF-B9CF-27AE8394981F}"/>
              </a:ext>
            </a:extLst>
          </p:cNvPr>
          <p:cNvSpPr>
            <a:spLocks noGrp="1"/>
          </p:cNvSpPr>
          <p:nvPr>
            <p:ph type="ftr" sz="quarter" idx="11"/>
          </p:nvPr>
        </p:nvSpPr>
        <p:spPr>
          <a:xfrm>
            <a:off x="4038600" y="6400800"/>
            <a:ext cx="4114800" cy="365125"/>
          </a:xfrm>
        </p:spPr>
        <p:txBody>
          <a:bodyPr rtlCol="0"/>
          <a:lstStyle/>
          <a:p>
            <a:pPr rtl="0"/>
            <a:r>
              <a:rPr lang="sv-SE" dirty="0" err="1"/>
              <a:t>Reinforcement</a:t>
            </a:r>
            <a:r>
              <a:rPr lang="sv-SE" dirty="0"/>
              <a:t> Learning AI</a:t>
            </a:r>
          </a:p>
        </p:txBody>
      </p:sp>
      <p:sp>
        <p:nvSpPr>
          <p:cNvPr id="17" name="Platshållare för bildnummer 16">
            <a:extLst>
              <a:ext uri="{FF2B5EF4-FFF2-40B4-BE49-F238E27FC236}">
                <a16:creationId xmlns:a16="http://schemas.microsoft.com/office/drawing/2014/main" id="{158AAB3C-64BD-4A61-9806-A8BF13DDA6D6}"/>
              </a:ext>
            </a:extLst>
          </p:cNvPr>
          <p:cNvSpPr>
            <a:spLocks noGrp="1"/>
          </p:cNvSpPr>
          <p:nvPr>
            <p:ph type="sldNum" sz="quarter" idx="12"/>
          </p:nvPr>
        </p:nvSpPr>
        <p:spPr>
          <a:xfrm>
            <a:off x="8610600" y="6400800"/>
            <a:ext cx="2743200" cy="365125"/>
          </a:xfrm>
        </p:spPr>
        <p:txBody>
          <a:bodyPr rtlCol="0"/>
          <a:lstStyle/>
          <a:p>
            <a:pPr rtl="0"/>
            <a:fld id="{DFA5D71E-5CDF-4C93-8A75-5B916FDC5BEA}" type="slidenum">
              <a:rPr lang="sv-SE" smtClean="0"/>
              <a:pPr rtl="0"/>
              <a:t>2</a:t>
            </a:fld>
            <a:endParaRPr lang="sv-SE" dirty="0"/>
          </a:p>
        </p:txBody>
      </p:sp>
      <p:graphicFrame>
        <p:nvGraphicFramePr>
          <p:cNvPr id="19" name="Platshållare för innehåll 2" descr="Platshållare för Team ">
            <a:extLst>
              <a:ext uri="{FF2B5EF4-FFF2-40B4-BE49-F238E27FC236}">
                <a16:creationId xmlns:a16="http://schemas.microsoft.com/office/drawing/2014/main" id="{3EAC8B30-4F38-409D-B2C5-1D1A1DD71808}"/>
              </a:ext>
            </a:extLst>
          </p:cNvPr>
          <p:cNvGraphicFramePr>
            <a:graphicFrameLocks noGrp="1"/>
          </p:cNvGraphicFramePr>
          <p:nvPr>
            <p:ph sz="quarter" idx="13"/>
            <p:extLst>
              <p:ext uri="{D42A27DB-BD31-4B8C-83A1-F6EECF244321}">
                <p14:modId xmlns:p14="http://schemas.microsoft.com/office/powerpoint/2010/main" val="2851424712"/>
              </p:ext>
            </p:extLst>
          </p:nvPr>
        </p:nvGraphicFramePr>
        <p:xfrm>
          <a:off x="390525" y="1962150"/>
          <a:ext cx="11407775"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415587297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Rubrik 14">
            <a:extLst>
              <a:ext uri="{FF2B5EF4-FFF2-40B4-BE49-F238E27FC236}">
                <a16:creationId xmlns:a16="http://schemas.microsoft.com/office/drawing/2014/main" id="{4B3E83B9-222A-4520-83DF-65CC433DACF1}"/>
              </a:ext>
            </a:extLst>
          </p:cNvPr>
          <p:cNvSpPr>
            <a:spLocks noGrp="1"/>
          </p:cNvSpPr>
          <p:nvPr>
            <p:ph type="title"/>
          </p:nvPr>
        </p:nvSpPr>
        <p:spPr>
          <a:xfrm>
            <a:off x="5178252" y="544786"/>
            <a:ext cx="6400800" cy="1683971"/>
          </a:xfrm>
        </p:spPr>
        <p:txBody>
          <a:bodyPr rtlCol="0"/>
          <a:lstStyle/>
          <a:p>
            <a:pPr rtl="0"/>
            <a:r>
              <a:rPr lang="sv-SE" dirty="0"/>
              <a:t>Agenda</a:t>
            </a:r>
          </a:p>
        </p:txBody>
      </p:sp>
      <p:pic>
        <p:nvPicPr>
          <p:cNvPr id="28" name="Platshållare för bild 27" descr="Närbild av ett schackbräde">
            <a:extLst>
              <a:ext uri="{FF2B5EF4-FFF2-40B4-BE49-F238E27FC236}">
                <a16:creationId xmlns:a16="http://schemas.microsoft.com/office/drawing/2014/main" id="{418F3B9B-6683-4DCF-8F6A-173C94E52CEC}"/>
              </a:ext>
            </a:extLst>
          </p:cNvPr>
          <p:cNvPicPr>
            <a:picLocks noGrp="1" noChangeAspect="1"/>
          </p:cNvPicPr>
          <p:nvPr>
            <p:ph type="pic" sz="quarter" idx="13"/>
          </p:nvPr>
        </p:nvPicPr>
        <p:blipFill rotWithShape="1">
          <a:blip r:embed="rId3"/>
          <a:srcRect t="10670" b="10670"/>
          <a:stretch/>
        </p:blipFill>
        <p:spPr>
          <a:xfrm>
            <a:off x="542925" y="574675"/>
            <a:ext cx="4022725" cy="1867360"/>
          </a:xfrm>
        </p:spPr>
      </p:pic>
      <p:pic>
        <p:nvPicPr>
          <p:cNvPr id="13" name="Platshållare för bild 12" descr="Kugghjul som brainstormar">
            <a:extLst>
              <a:ext uri="{FF2B5EF4-FFF2-40B4-BE49-F238E27FC236}">
                <a16:creationId xmlns:a16="http://schemas.microsoft.com/office/drawing/2014/main" id="{22858132-76FC-4F1E-BBD7-969497F1A04A}"/>
              </a:ext>
            </a:extLst>
          </p:cNvPr>
          <p:cNvPicPr>
            <a:picLocks noGrp="1" noChangeAspect="1"/>
          </p:cNvPicPr>
          <p:nvPr>
            <p:ph type="pic" sz="quarter" idx="14"/>
          </p:nvPr>
        </p:nvPicPr>
        <p:blipFill rotWithShape="1">
          <a:blip r:embed="rId4" cstate="screen">
            <a:extLst>
              <a:ext uri="{28A0092B-C50C-407E-A947-70E740481C1C}">
                <a14:useLocalDpi xmlns:a14="http://schemas.microsoft.com/office/drawing/2010/main" val="0"/>
              </a:ext>
            </a:extLst>
          </a:blip>
          <a:srcRect/>
          <a:stretch/>
        </p:blipFill>
        <p:spPr>
          <a:xfrm>
            <a:off x="542925" y="2519163"/>
            <a:ext cx="4022725" cy="1843040"/>
          </a:xfrm>
        </p:spPr>
      </p:pic>
      <p:pic>
        <p:nvPicPr>
          <p:cNvPr id="19" name="Platshållare för bild 18" descr="Närbild av grå schackpjäs som kastar en skugga">
            <a:extLst>
              <a:ext uri="{FF2B5EF4-FFF2-40B4-BE49-F238E27FC236}">
                <a16:creationId xmlns:a16="http://schemas.microsoft.com/office/drawing/2014/main" id="{4DDD4EE5-D9CF-4433-8027-E8390EC16D11}"/>
              </a:ext>
            </a:extLst>
          </p:cNvPr>
          <p:cNvPicPr>
            <a:picLocks noGrp="1" noChangeAspect="1"/>
          </p:cNvPicPr>
          <p:nvPr>
            <p:ph type="pic" sz="quarter" idx="15"/>
          </p:nvPr>
        </p:nvPicPr>
        <p:blipFill rotWithShape="1">
          <a:blip r:embed="rId5" cstate="screen">
            <a:extLst>
              <a:ext uri="{28A0092B-C50C-407E-A947-70E740481C1C}">
                <a14:useLocalDpi xmlns:a14="http://schemas.microsoft.com/office/drawing/2010/main" val="0"/>
              </a:ext>
            </a:extLst>
          </a:blip>
          <a:srcRect/>
          <a:stretch/>
        </p:blipFill>
        <p:spPr>
          <a:xfrm>
            <a:off x="542925" y="4439331"/>
            <a:ext cx="4022725" cy="1879333"/>
          </a:xfrm>
        </p:spPr>
      </p:pic>
      <p:sp>
        <p:nvSpPr>
          <p:cNvPr id="17" name="Platshållare för innehåll 16">
            <a:extLst>
              <a:ext uri="{FF2B5EF4-FFF2-40B4-BE49-F238E27FC236}">
                <a16:creationId xmlns:a16="http://schemas.microsoft.com/office/drawing/2014/main" id="{E17FA55F-C7EA-4BF4-8024-B7D78BD78899}"/>
              </a:ext>
            </a:extLst>
          </p:cNvPr>
          <p:cNvSpPr>
            <a:spLocks noGrp="1"/>
          </p:cNvSpPr>
          <p:nvPr>
            <p:ph idx="1"/>
          </p:nvPr>
        </p:nvSpPr>
        <p:spPr>
          <a:xfrm>
            <a:off x="5178252" y="2409776"/>
            <a:ext cx="6400800" cy="3714837"/>
          </a:xfrm>
        </p:spPr>
        <p:txBody>
          <a:bodyPr rtlCol="0"/>
          <a:lstStyle/>
          <a:p>
            <a:pPr rtl="0"/>
            <a:r>
              <a:rPr lang="sv-SE" dirty="0" err="1"/>
              <a:t>Introduction</a:t>
            </a:r>
            <a:endParaRPr lang="sv-SE" dirty="0"/>
          </a:p>
          <a:p>
            <a:pPr rtl="0"/>
            <a:r>
              <a:rPr lang="sv-SE" dirty="0" err="1"/>
              <a:t>Reinforcement</a:t>
            </a:r>
            <a:r>
              <a:rPr lang="sv-SE" dirty="0"/>
              <a:t> Learning</a:t>
            </a:r>
          </a:p>
          <a:p>
            <a:pPr rtl="0"/>
            <a:r>
              <a:rPr lang="sv-SE" dirty="0"/>
              <a:t>Implementation </a:t>
            </a:r>
          </a:p>
          <a:p>
            <a:pPr rtl="0"/>
            <a:r>
              <a:rPr lang="sv-SE" dirty="0" err="1"/>
              <a:t>Results</a:t>
            </a:r>
            <a:r>
              <a:rPr lang="sv-SE" dirty="0"/>
              <a:t> and </a:t>
            </a:r>
            <a:r>
              <a:rPr lang="sv-SE" dirty="0" err="1"/>
              <a:t>discussion</a:t>
            </a:r>
            <a:endParaRPr lang="sv-SE" dirty="0"/>
          </a:p>
          <a:p>
            <a:pPr rtl="0"/>
            <a:r>
              <a:rPr lang="sv-SE" dirty="0" err="1"/>
              <a:t>Conclusion</a:t>
            </a:r>
            <a:endParaRPr lang="sv-SE" dirty="0"/>
          </a:p>
        </p:txBody>
      </p:sp>
      <p:sp>
        <p:nvSpPr>
          <p:cNvPr id="21" name="Platshållare för datum 20">
            <a:extLst>
              <a:ext uri="{FF2B5EF4-FFF2-40B4-BE49-F238E27FC236}">
                <a16:creationId xmlns:a16="http://schemas.microsoft.com/office/drawing/2014/main" id="{FC983FB1-C97B-41D3-9FB3-3965A27A682D}"/>
              </a:ext>
            </a:extLst>
          </p:cNvPr>
          <p:cNvSpPr>
            <a:spLocks noGrp="1"/>
          </p:cNvSpPr>
          <p:nvPr>
            <p:ph type="dt" sz="half" idx="10"/>
          </p:nvPr>
        </p:nvSpPr>
        <p:spPr>
          <a:xfrm>
            <a:off x="838200" y="6400800"/>
            <a:ext cx="2743200" cy="365125"/>
          </a:xfrm>
        </p:spPr>
        <p:txBody>
          <a:bodyPr rtlCol="0"/>
          <a:lstStyle/>
          <a:p>
            <a:pPr rtl="0"/>
            <a:r>
              <a:rPr lang="sv-SE"/>
              <a:t>2/2/20XX</a:t>
            </a:r>
          </a:p>
        </p:txBody>
      </p:sp>
      <p:sp>
        <p:nvSpPr>
          <p:cNvPr id="22" name="Platshållare för sidfot 21">
            <a:extLst>
              <a:ext uri="{FF2B5EF4-FFF2-40B4-BE49-F238E27FC236}">
                <a16:creationId xmlns:a16="http://schemas.microsoft.com/office/drawing/2014/main" id="{B6B03491-29ED-44F3-91B1-95FE8D2D8A5D}"/>
              </a:ext>
            </a:extLst>
          </p:cNvPr>
          <p:cNvSpPr>
            <a:spLocks noGrp="1"/>
          </p:cNvSpPr>
          <p:nvPr>
            <p:ph type="ftr" sz="quarter" idx="11"/>
          </p:nvPr>
        </p:nvSpPr>
        <p:spPr>
          <a:xfrm>
            <a:off x="4038600" y="6400800"/>
            <a:ext cx="4114800" cy="365125"/>
          </a:xfrm>
        </p:spPr>
        <p:txBody>
          <a:bodyPr rtlCol="0"/>
          <a:lstStyle/>
          <a:p>
            <a:pPr rtl="0"/>
            <a:r>
              <a:rPr lang="sv-SE"/>
              <a:t>PRESENTATIONENS RUBRIK</a:t>
            </a:r>
          </a:p>
        </p:txBody>
      </p:sp>
      <p:sp>
        <p:nvSpPr>
          <p:cNvPr id="23" name="Platshållare för bildnummer 22">
            <a:extLst>
              <a:ext uri="{FF2B5EF4-FFF2-40B4-BE49-F238E27FC236}">
                <a16:creationId xmlns:a16="http://schemas.microsoft.com/office/drawing/2014/main" id="{E8C61C62-3469-4549-83A6-FB9E93FFF732}"/>
              </a:ext>
            </a:extLst>
          </p:cNvPr>
          <p:cNvSpPr>
            <a:spLocks noGrp="1"/>
          </p:cNvSpPr>
          <p:nvPr>
            <p:ph type="sldNum" sz="quarter" idx="12"/>
          </p:nvPr>
        </p:nvSpPr>
        <p:spPr>
          <a:xfrm>
            <a:off x="8610600" y="6400800"/>
            <a:ext cx="2743200" cy="365125"/>
          </a:xfrm>
        </p:spPr>
        <p:txBody>
          <a:bodyPr rtlCol="0"/>
          <a:lstStyle/>
          <a:p>
            <a:pPr rtl="0"/>
            <a:fld id="{DFA5D71E-5CDF-4C93-8A75-5B916FDC5BEA}" type="slidenum">
              <a:rPr lang="sv-SE" smtClean="0"/>
              <a:pPr rtl="0"/>
              <a:t>3</a:t>
            </a:fld>
            <a:endParaRPr lang="sv-SE"/>
          </a:p>
        </p:txBody>
      </p:sp>
    </p:spTree>
    <p:extLst>
      <p:ext uri="{BB962C8B-B14F-4D97-AF65-F5344CB8AC3E}">
        <p14:creationId xmlns:p14="http://schemas.microsoft.com/office/powerpoint/2010/main" val="233031739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ubrik 8">
            <a:extLst>
              <a:ext uri="{FF2B5EF4-FFF2-40B4-BE49-F238E27FC236}">
                <a16:creationId xmlns:a16="http://schemas.microsoft.com/office/drawing/2014/main" id="{DBF00274-58B0-4B5F-A440-AEB4BC1DE48B}"/>
              </a:ext>
            </a:extLst>
          </p:cNvPr>
          <p:cNvSpPr>
            <a:spLocks noGrp="1"/>
          </p:cNvSpPr>
          <p:nvPr>
            <p:ph type="title"/>
          </p:nvPr>
        </p:nvSpPr>
        <p:spPr>
          <a:xfrm>
            <a:off x="457199" y="566490"/>
            <a:ext cx="11238347" cy="1502704"/>
          </a:xfrm>
        </p:spPr>
        <p:txBody>
          <a:bodyPr rtlCol="0"/>
          <a:lstStyle/>
          <a:p>
            <a:pPr rtl="0"/>
            <a:r>
              <a:rPr lang="sv-SE" dirty="0" err="1"/>
              <a:t>Introduction</a:t>
            </a:r>
            <a:endParaRPr lang="sv-SE" dirty="0"/>
          </a:p>
        </p:txBody>
      </p:sp>
      <p:sp>
        <p:nvSpPr>
          <p:cNvPr id="10" name="Platshållare för innehåll 9">
            <a:extLst>
              <a:ext uri="{FF2B5EF4-FFF2-40B4-BE49-F238E27FC236}">
                <a16:creationId xmlns:a16="http://schemas.microsoft.com/office/drawing/2014/main" id="{B4D1A5DC-1100-480C-87E4-0AFD1C3CED93}"/>
              </a:ext>
            </a:extLst>
          </p:cNvPr>
          <p:cNvSpPr>
            <a:spLocks noGrp="1"/>
          </p:cNvSpPr>
          <p:nvPr>
            <p:ph sz="quarter" idx="14"/>
          </p:nvPr>
        </p:nvSpPr>
        <p:spPr>
          <a:xfrm>
            <a:off x="457201" y="2286000"/>
            <a:ext cx="5435600" cy="4005263"/>
          </a:xfrm>
        </p:spPr>
        <p:txBody>
          <a:bodyPr rtlCol="0">
            <a:normAutofit/>
          </a:bodyPr>
          <a:lstStyle/>
          <a:p>
            <a:pPr rtl="0"/>
            <a:r>
              <a:rPr lang="sv-SE" dirty="0" err="1"/>
              <a:t>What</a:t>
            </a:r>
            <a:r>
              <a:rPr lang="sv-SE" dirty="0"/>
              <a:t> is </a:t>
            </a:r>
            <a:r>
              <a:rPr lang="sv-SE" dirty="0" err="1"/>
              <a:t>Reinforcement</a:t>
            </a:r>
            <a:r>
              <a:rPr lang="sv-SE" dirty="0"/>
              <a:t> Learning?</a:t>
            </a:r>
          </a:p>
          <a:p>
            <a:pPr rtl="0"/>
            <a:endParaRPr lang="sv-SE" dirty="0"/>
          </a:p>
          <a:p>
            <a:pPr rtl="0"/>
            <a:r>
              <a:rPr lang="sv-SE" dirty="0"/>
              <a:t>DQN(Deep Q-</a:t>
            </a:r>
            <a:r>
              <a:rPr lang="sv-SE" dirty="0" err="1"/>
              <a:t>Network</a:t>
            </a:r>
            <a:r>
              <a:rPr lang="sv-SE" dirty="0"/>
              <a:t>)</a:t>
            </a:r>
          </a:p>
          <a:p>
            <a:pPr rtl="0"/>
            <a:endParaRPr lang="sv-SE" dirty="0"/>
          </a:p>
          <a:p>
            <a:pPr rtl="0"/>
            <a:r>
              <a:rPr lang="sv-SE" dirty="0" err="1"/>
              <a:t>Why</a:t>
            </a:r>
            <a:r>
              <a:rPr lang="sv-SE" dirty="0"/>
              <a:t> CNN(</a:t>
            </a:r>
            <a:r>
              <a:rPr lang="sv-SE" dirty="0" err="1"/>
              <a:t>Convolutional</a:t>
            </a:r>
            <a:r>
              <a:rPr lang="sv-SE" dirty="0"/>
              <a:t> Neural </a:t>
            </a:r>
            <a:r>
              <a:rPr lang="sv-SE" dirty="0" err="1"/>
              <a:t>Network</a:t>
            </a:r>
            <a:r>
              <a:rPr lang="sv-SE" dirty="0"/>
              <a:t>)</a:t>
            </a:r>
          </a:p>
        </p:txBody>
      </p:sp>
      <p:pic>
        <p:nvPicPr>
          <p:cNvPr id="20" name="Platshållare för bild 19" descr="Närbild av ett schackbräde">
            <a:extLst>
              <a:ext uri="{FF2B5EF4-FFF2-40B4-BE49-F238E27FC236}">
                <a16:creationId xmlns:a16="http://schemas.microsoft.com/office/drawing/2014/main" id="{0BB4AD80-C4C9-48DF-AEB9-18EC3A792690}"/>
              </a:ext>
            </a:extLst>
          </p:cNvPr>
          <p:cNvPicPr>
            <a:picLocks noGrp="1" noChangeAspect="1"/>
          </p:cNvPicPr>
          <p:nvPr>
            <p:ph type="pic" sz="quarter" idx="13"/>
          </p:nvPr>
        </p:nvPicPr>
        <p:blipFill rotWithShape="1">
          <a:blip r:embed="rId3"/>
          <a:srcRect l="5286" r="5286"/>
          <a:stretch/>
        </p:blipFill>
        <p:spPr>
          <a:xfrm>
            <a:off x="6207125" y="2286000"/>
            <a:ext cx="5435600" cy="4038600"/>
          </a:xfrm>
        </p:spPr>
      </p:pic>
      <p:sp>
        <p:nvSpPr>
          <p:cNvPr id="13" name="Platshållare för datum 12">
            <a:extLst>
              <a:ext uri="{FF2B5EF4-FFF2-40B4-BE49-F238E27FC236}">
                <a16:creationId xmlns:a16="http://schemas.microsoft.com/office/drawing/2014/main" id="{16D38BCC-7EC3-40A8-BEB0-9776AA478BB2}"/>
              </a:ext>
            </a:extLst>
          </p:cNvPr>
          <p:cNvSpPr>
            <a:spLocks noGrp="1"/>
          </p:cNvSpPr>
          <p:nvPr>
            <p:ph type="dt" sz="half" idx="10"/>
          </p:nvPr>
        </p:nvSpPr>
        <p:spPr>
          <a:xfrm>
            <a:off x="838200" y="6400800"/>
            <a:ext cx="2743200" cy="365125"/>
          </a:xfrm>
        </p:spPr>
        <p:txBody>
          <a:bodyPr rtlCol="0"/>
          <a:lstStyle/>
          <a:p>
            <a:pPr rtl="0"/>
            <a:r>
              <a:rPr lang="sv-SE"/>
              <a:t>2/2/20XX</a:t>
            </a:r>
          </a:p>
        </p:txBody>
      </p:sp>
      <p:sp>
        <p:nvSpPr>
          <p:cNvPr id="14" name="Platshållare för sidfot 13">
            <a:extLst>
              <a:ext uri="{FF2B5EF4-FFF2-40B4-BE49-F238E27FC236}">
                <a16:creationId xmlns:a16="http://schemas.microsoft.com/office/drawing/2014/main" id="{F1DA6959-13CE-4DC3-99FD-86C2A5F86862}"/>
              </a:ext>
            </a:extLst>
          </p:cNvPr>
          <p:cNvSpPr>
            <a:spLocks noGrp="1"/>
          </p:cNvSpPr>
          <p:nvPr>
            <p:ph type="ftr" sz="quarter" idx="11"/>
          </p:nvPr>
        </p:nvSpPr>
        <p:spPr>
          <a:xfrm>
            <a:off x="4038600" y="6400800"/>
            <a:ext cx="4114800" cy="365125"/>
          </a:xfrm>
        </p:spPr>
        <p:txBody>
          <a:bodyPr rtlCol="0"/>
          <a:lstStyle/>
          <a:p>
            <a:pPr rtl="0"/>
            <a:r>
              <a:rPr lang="sv-SE"/>
              <a:t>PRESENTATIONENS RUBRIK</a:t>
            </a:r>
          </a:p>
        </p:txBody>
      </p:sp>
      <p:sp>
        <p:nvSpPr>
          <p:cNvPr id="19" name="Platshållare för bildnummer 18">
            <a:extLst>
              <a:ext uri="{FF2B5EF4-FFF2-40B4-BE49-F238E27FC236}">
                <a16:creationId xmlns:a16="http://schemas.microsoft.com/office/drawing/2014/main" id="{7A6642A3-9BB0-4B52-BD06-47FF8A2F9F9C}"/>
              </a:ext>
            </a:extLst>
          </p:cNvPr>
          <p:cNvSpPr>
            <a:spLocks noGrp="1"/>
          </p:cNvSpPr>
          <p:nvPr>
            <p:ph type="sldNum" sz="quarter" idx="12"/>
          </p:nvPr>
        </p:nvSpPr>
        <p:spPr>
          <a:xfrm>
            <a:off x="8610600" y="6400800"/>
            <a:ext cx="2743200" cy="365125"/>
          </a:xfrm>
        </p:spPr>
        <p:txBody>
          <a:bodyPr rtlCol="0"/>
          <a:lstStyle/>
          <a:p>
            <a:pPr rtl="0"/>
            <a:fld id="{DFA5D71E-5CDF-4C93-8A75-5B916FDC5BEA}" type="slidenum">
              <a:rPr lang="sv-SE" smtClean="0"/>
              <a:pPr rtl="0"/>
              <a:t>4</a:t>
            </a:fld>
            <a:endParaRPr lang="sv-SE"/>
          </a:p>
        </p:txBody>
      </p:sp>
      <p:sp useBgFill="1">
        <p:nvSpPr>
          <p:cNvPr id="12" name="Ellips 11">
            <a:extLst>
              <a:ext uri="{FF2B5EF4-FFF2-40B4-BE49-F238E27FC236}">
                <a16:creationId xmlns:a16="http://schemas.microsoft.com/office/drawing/2014/main" id="{918C23BF-2500-45DF-A596-0FF5E4641EF9}"/>
              </a:ext>
              <a:ext uri="{C183D7F6-B498-43B3-948B-1728B52AA6E4}">
                <adec:decorative xmlns:adec="http://schemas.microsoft.com/office/drawing/2017/decorative" val="1"/>
              </a:ext>
            </a:extLst>
          </p:cNvPr>
          <p:cNvSpPr/>
          <p:nvPr/>
        </p:nvSpPr>
        <p:spPr>
          <a:xfrm rot="10800000">
            <a:off x="11474676" y="5428705"/>
            <a:ext cx="425081" cy="425081"/>
          </a:xfrm>
          <a:prstGeom prst="ellipse">
            <a:avLst/>
          </a:prstGeom>
          <a:ln w="3848" cap="flat">
            <a:noFill/>
            <a:prstDash val="solid"/>
            <a:miter/>
          </a:ln>
          <a:effectLst>
            <a:glow rad="152400">
              <a:srgbClr val="000000">
                <a:alpha val="4000"/>
              </a:srgbClr>
            </a:glow>
            <a:outerShdw blurRad="101600" dist="38100" dir="16200000" rotWithShape="0">
              <a:srgbClr val="000000">
                <a:alpha val="5000"/>
              </a:srgbClr>
            </a:outerShdw>
          </a:effectLst>
        </p:spPr>
        <p:txBody>
          <a:bodyPr rtlCol="0" anchor="ctr"/>
          <a:lstStyle/>
          <a:p>
            <a:pPr rtl="0"/>
            <a:endParaRPr lang="sv-SE"/>
          </a:p>
        </p:txBody>
      </p:sp>
    </p:spTree>
    <p:extLst>
      <p:ext uri="{BB962C8B-B14F-4D97-AF65-F5344CB8AC3E}">
        <p14:creationId xmlns:p14="http://schemas.microsoft.com/office/powerpoint/2010/main" val="293786805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ubrik 6">
            <a:extLst>
              <a:ext uri="{FF2B5EF4-FFF2-40B4-BE49-F238E27FC236}">
                <a16:creationId xmlns:a16="http://schemas.microsoft.com/office/drawing/2014/main" id="{BC31223B-F964-409B-BCFB-7D52E97E4054}"/>
              </a:ext>
            </a:extLst>
          </p:cNvPr>
          <p:cNvSpPr>
            <a:spLocks noGrp="1"/>
          </p:cNvSpPr>
          <p:nvPr>
            <p:ph type="title"/>
          </p:nvPr>
        </p:nvSpPr>
        <p:spPr>
          <a:xfrm>
            <a:off x="822352" y="566127"/>
            <a:ext cx="10531448" cy="1490825"/>
          </a:xfrm>
        </p:spPr>
        <p:txBody>
          <a:bodyPr rtlCol="0"/>
          <a:lstStyle/>
          <a:p>
            <a:pPr rtl="0"/>
            <a:r>
              <a:rPr lang="sv-SE" dirty="0"/>
              <a:t>Implementation in </a:t>
            </a:r>
            <a:r>
              <a:rPr lang="sv-SE" dirty="0" err="1"/>
              <a:t>Matlab</a:t>
            </a:r>
            <a:endParaRPr lang="sv-SE" dirty="0"/>
          </a:p>
        </p:txBody>
      </p:sp>
      <p:sp>
        <p:nvSpPr>
          <p:cNvPr id="8" name="Platshållare för text 7">
            <a:extLst>
              <a:ext uri="{FF2B5EF4-FFF2-40B4-BE49-F238E27FC236}">
                <a16:creationId xmlns:a16="http://schemas.microsoft.com/office/drawing/2014/main" id="{F693D8AC-FF5F-4308-BD5D-F3629C785A2F}"/>
              </a:ext>
            </a:extLst>
          </p:cNvPr>
          <p:cNvSpPr>
            <a:spLocks noGrp="1"/>
          </p:cNvSpPr>
          <p:nvPr>
            <p:ph type="body" sz="quarter" idx="13"/>
          </p:nvPr>
        </p:nvSpPr>
        <p:spPr>
          <a:xfrm>
            <a:off x="1001991" y="2346854"/>
            <a:ext cx="3698345" cy="552450"/>
          </a:xfrm>
        </p:spPr>
        <p:txBody>
          <a:bodyPr rtlCol="0">
            <a:normAutofit/>
          </a:bodyPr>
          <a:lstStyle/>
          <a:p>
            <a:pPr rtl="0"/>
            <a:r>
              <a:rPr lang="sv-SE" dirty="0" err="1"/>
              <a:t>Structure</a:t>
            </a:r>
            <a:r>
              <a:rPr lang="sv-SE" dirty="0"/>
              <a:t> </a:t>
            </a:r>
            <a:r>
              <a:rPr lang="sv-SE" dirty="0" err="1"/>
              <a:t>of</a:t>
            </a:r>
            <a:r>
              <a:rPr lang="sv-SE" dirty="0"/>
              <a:t> DQN and CNN</a:t>
            </a:r>
          </a:p>
        </p:txBody>
      </p:sp>
      <p:sp>
        <p:nvSpPr>
          <p:cNvPr id="9" name="Platshållare för text 8">
            <a:extLst>
              <a:ext uri="{FF2B5EF4-FFF2-40B4-BE49-F238E27FC236}">
                <a16:creationId xmlns:a16="http://schemas.microsoft.com/office/drawing/2014/main" id="{FCA99590-DAB9-4B30-8543-1BC95BF0E583}"/>
              </a:ext>
            </a:extLst>
          </p:cNvPr>
          <p:cNvSpPr>
            <a:spLocks noGrp="1"/>
          </p:cNvSpPr>
          <p:nvPr>
            <p:ph type="body" sz="quarter" idx="14"/>
          </p:nvPr>
        </p:nvSpPr>
        <p:spPr>
          <a:xfrm>
            <a:off x="1001641" y="2899269"/>
            <a:ext cx="3303659" cy="3215781"/>
          </a:xfrm>
        </p:spPr>
        <p:txBody>
          <a:bodyPr rtlCol="0"/>
          <a:lstStyle/>
          <a:p>
            <a:pPr rtl="0"/>
            <a:r>
              <a:rPr lang="sv-SE"/>
              <a:t>Lägg till text, bilder, grafik och videoklipp. </a:t>
            </a:r>
          </a:p>
          <a:p>
            <a:pPr rtl="0"/>
            <a:r>
              <a:rPr lang="sv-SE"/>
              <a:t>Lägga till övergångar, animeringar och rörelser. </a:t>
            </a:r>
          </a:p>
          <a:p>
            <a:pPr rtl="0"/>
            <a:r>
              <a:rPr lang="sv-SE"/>
              <a:t>Spara på OneDrive för att komma åt dina presentationer via din dator, surfplatta eller mobil. </a:t>
            </a:r>
          </a:p>
        </p:txBody>
      </p:sp>
      <p:sp>
        <p:nvSpPr>
          <p:cNvPr id="10" name="Platshållare för text 9">
            <a:extLst>
              <a:ext uri="{FF2B5EF4-FFF2-40B4-BE49-F238E27FC236}">
                <a16:creationId xmlns:a16="http://schemas.microsoft.com/office/drawing/2014/main" id="{C39B7D33-F20A-4BEC-8297-45B83F439C9C}"/>
              </a:ext>
            </a:extLst>
          </p:cNvPr>
          <p:cNvSpPr>
            <a:spLocks noGrp="1"/>
          </p:cNvSpPr>
          <p:nvPr>
            <p:ph type="body" sz="quarter" idx="15"/>
          </p:nvPr>
        </p:nvSpPr>
        <p:spPr>
          <a:xfrm>
            <a:off x="4700336" y="2346854"/>
            <a:ext cx="3056887" cy="552450"/>
          </a:xfrm>
        </p:spPr>
        <p:txBody>
          <a:bodyPr rtlCol="0"/>
          <a:lstStyle/>
          <a:p>
            <a:pPr rtl="0"/>
            <a:r>
              <a:rPr lang="sv-SE" dirty="0"/>
              <a:t>Designer </a:t>
            </a:r>
            <a:r>
              <a:rPr lang="sv-SE" dirty="0" err="1"/>
              <a:t>Apps</a:t>
            </a:r>
            <a:endParaRPr lang="sv-SE" dirty="0"/>
          </a:p>
        </p:txBody>
      </p:sp>
      <p:sp>
        <p:nvSpPr>
          <p:cNvPr id="11" name="Platshållare för text 10">
            <a:extLst>
              <a:ext uri="{FF2B5EF4-FFF2-40B4-BE49-F238E27FC236}">
                <a16:creationId xmlns:a16="http://schemas.microsoft.com/office/drawing/2014/main" id="{FD94F5F1-88A3-4B13-8EBA-47DAB2DF00C9}"/>
              </a:ext>
            </a:extLst>
          </p:cNvPr>
          <p:cNvSpPr>
            <a:spLocks noGrp="1"/>
          </p:cNvSpPr>
          <p:nvPr>
            <p:ph type="body" sz="quarter" idx="16"/>
          </p:nvPr>
        </p:nvSpPr>
        <p:spPr>
          <a:xfrm>
            <a:off x="4453478" y="2899269"/>
            <a:ext cx="3303659" cy="3215781"/>
          </a:xfrm>
        </p:spPr>
        <p:txBody>
          <a:bodyPr rtlCol="0"/>
          <a:lstStyle/>
          <a:p>
            <a:pPr rtl="0"/>
            <a:r>
              <a:rPr lang="sv-SE"/>
              <a:t>Öppna fönstret för Designidéer när du vill ändra bilden direkt. </a:t>
            </a:r>
          </a:p>
          <a:p>
            <a:pPr rtl="0"/>
            <a:r>
              <a:rPr lang="sv-SE"/>
              <a:t>När det finns designidéer kommer vi att visa dem där. </a:t>
            </a:r>
          </a:p>
        </p:txBody>
      </p:sp>
      <p:sp>
        <p:nvSpPr>
          <p:cNvPr id="12" name="Platshållare för text 11">
            <a:extLst>
              <a:ext uri="{FF2B5EF4-FFF2-40B4-BE49-F238E27FC236}">
                <a16:creationId xmlns:a16="http://schemas.microsoft.com/office/drawing/2014/main" id="{A1A115CA-6CAF-4A96-ADFB-04588C1A796E}"/>
              </a:ext>
            </a:extLst>
          </p:cNvPr>
          <p:cNvSpPr>
            <a:spLocks noGrp="1"/>
          </p:cNvSpPr>
          <p:nvPr>
            <p:ph type="body" sz="quarter" idx="17"/>
          </p:nvPr>
        </p:nvSpPr>
        <p:spPr>
          <a:xfrm>
            <a:off x="7906017" y="2333139"/>
            <a:ext cx="3303394" cy="552450"/>
          </a:xfrm>
        </p:spPr>
        <p:txBody>
          <a:bodyPr rtlCol="0"/>
          <a:lstStyle/>
          <a:p>
            <a:pPr rtl="0"/>
            <a:r>
              <a:rPr lang="sv-SE" dirty="0" err="1"/>
              <a:t>Training</a:t>
            </a:r>
            <a:r>
              <a:rPr lang="sv-SE" dirty="0"/>
              <a:t> Process</a:t>
            </a:r>
          </a:p>
        </p:txBody>
      </p:sp>
      <p:sp>
        <p:nvSpPr>
          <p:cNvPr id="13" name="Platshållare för text 12">
            <a:extLst>
              <a:ext uri="{FF2B5EF4-FFF2-40B4-BE49-F238E27FC236}">
                <a16:creationId xmlns:a16="http://schemas.microsoft.com/office/drawing/2014/main" id="{47E9186B-E5E8-41FD-BFEE-0E574ABA486A}"/>
              </a:ext>
            </a:extLst>
          </p:cNvPr>
          <p:cNvSpPr>
            <a:spLocks noGrp="1"/>
          </p:cNvSpPr>
          <p:nvPr>
            <p:ph type="body" sz="quarter" idx="18"/>
          </p:nvPr>
        </p:nvSpPr>
        <p:spPr>
          <a:xfrm>
            <a:off x="7905666" y="2885554"/>
            <a:ext cx="3303659" cy="3215781"/>
          </a:xfrm>
        </p:spPr>
        <p:txBody>
          <a:bodyPr rtlCol="0"/>
          <a:lstStyle/>
          <a:p>
            <a:pPr rtl="0"/>
            <a:r>
              <a:rPr lang="sv-SE"/>
              <a:t>Det här PowerPoint-temat använder en egen uppsättning färger, teckensnitt och effekter för att skapa det övergripande utseendet på de här bilderna. </a:t>
            </a:r>
          </a:p>
          <a:p>
            <a:pPr rtl="0"/>
            <a:r>
              <a:rPr lang="sv-SE"/>
              <a:t>PowerPoint innehåller massor av teman för att ge din presentation precis rätt personlighet. </a:t>
            </a:r>
          </a:p>
        </p:txBody>
      </p:sp>
      <p:sp>
        <p:nvSpPr>
          <p:cNvPr id="14" name="Platshållare för datum 13">
            <a:extLst>
              <a:ext uri="{FF2B5EF4-FFF2-40B4-BE49-F238E27FC236}">
                <a16:creationId xmlns:a16="http://schemas.microsoft.com/office/drawing/2014/main" id="{D858F0E8-5723-4917-B2F4-1959CDA57357}"/>
              </a:ext>
            </a:extLst>
          </p:cNvPr>
          <p:cNvSpPr>
            <a:spLocks noGrp="1"/>
          </p:cNvSpPr>
          <p:nvPr>
            <p:ph type="dt" sz="half" idx="10"/>
          </p:nvPr>
        </p:nvSpPr>
        <p:spPr>
          <a:xfrm>
            <a:off x="838200" y="6400800"/>
            <a:ext cx="2743200" cy="365125"/>
          </a:xfrm>
        </p:spPr>
        <p:txBody>
          <a:bodyPr rtlCol="0"/>
          <a:lstStyle/>
          <a:p>
            <a:pPr rtl="0"/>
            <a:r>
              <a:rPr lang="sv-SE"/>
              <a:t>2/2/20XX</a:t>
            </a:r>
          </a:p>
        </p:txBody>
      </p:sp>
      <p:sp>
        <p:nvSpPr>
          <p:cNvPr id="15" name="Platshållare för sidfot 14">
            <a:extLst>
              <a:ext uri="{FF2B5EF4-FFF2-40B4-BE49-F238E27FC236}">
                <a16:creationId xmlns:a16="http://schemas.microsoft.com/office/drawing/2014/main" id="{89CE2F29-4F13-4337-8A82-25313F29D150}"/>
              </a:ext>
            </a:extLst>
          </p:cNvPr>
          <p:cNvSpPr>
            <a:spLocks noGrp="1"/>
          </p:cNvSpPr>
          <p:nvPr>
            <p:ph type="ftr" sz="quarter" idx="11"/>
          </p:nvPr>
        </p:nvSpPr>
        <p:spPr>
          <a:xfrm>
            <a:off x="4038600" y="6400800"/>
            <a:ext cx="4114800" cy="365125"/>
          </a:xfrm>
        </p:spPr>
        <p:txBody>
          <a:bodyPr rtlCol="0"/>
          <a:lstStyle/>
          <a:p>
            <a:pPr rtl="0"/>
            <a:r>
              <a:rPr lang="sv-SE"/>
              <a:t>PRESENTATIONENS RUBRIK</a:t>
            </a:r>
          </a:p>
        </p:txBody>
      </p:sp>
      <p:sp>
        <p:nvSpPr>
          <p:cNvPr id="16" name="Platshållare för bildnummer 15">
            <a:extLst>
              <a:ext uri="{FF2B5EF4-FFF2-40B4-BE49-F238E27FC236}">
                <a16:creationId xmlns:a16="http://schemas.microsoft.com/office/drawing/2014/main" id="{B2486DC8-B909-491B-95D1-B14F3DEC88E3}"/>
              </a:ext>
            </a:extLst>
          </p:cNvPr>
          <p:cNvSpPr>
            <a:spLocks noGrp="1"/>
          </p:cNvSpPr>
          <p:nvPr>
            <p:ph type="sldNum" sz="quarter" idx="12"/>
          </p:nvPr>
        </p:nvSpPr>
        <p:spPr>
          <a:xfrm>
            <a:off x="8610600" y="6400800"/>
            <a:ext cx="2743200" cy="365125"/>
          </a:xfrm>
        </p:spPr>
        <p:txBody>
          <a:bodyPr rtlCol="0"/>
          <a:lstStyle/>
          <a:p>
            <a:pPr rtl="0"/>
            <a:fld id="{DFA5D71E-5CDF-4C93-8A75-5B916FDC5BEA}" type="slidenum">
              <a:rPr lang="sv-SE" smtClean="0"/>
              <a:pPr rtl="0"/>
              <a:t>5</a:t>
            </a:fld>
            <a:endParaRPr lang="sv-SE"/>
          </a:p>
        </p:txBody>
      </p:sp>
    </p:spTree>
    <p:extLst>
      <p:ext uri="{BB962C8B-B14F-4D97-AF65-F5344CB8AC3E}">
        <p14:creationId xmlns:p14="http://schemas.microsoft.com/office/powerpoint/2010/main" val="406200331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Rubrik 13">
            <a:extLst>
              <a:ext uri="{FF2B5EF4-FFF2-40B4-BE49-F238E27FC236}">
                <a16:creationId xmlns:a16="http://schemas.microsoft.com/office/drawing/2014/main" id="{46B9C631-3446-4121-A589-4979BD628EB1}"/>
              </a:ext>
            </a:extLst>
          </p:cNvPr>
          <p:cNvSpPr>
            <a:spLocks noGrp="1"/>
          </p:cNvSpPr>
          <p:nvPr>
            <p:ph type="title"/>
          </p:nvPr>
        </p:nvSpPr>
        <p:spPr>
          <a:xfrm>
            <a:off x="822352" y="566127"/>
            <a:ext cx="10531448" cy="1386498"/>
          </a:xfrm>
        </p:spPr>
        <p:txBody>
          <a:bodyPr rtlCol="0"/>
          <a:lstStyle/>
          <a:p>
            <a:pPr rtl="0"/>
            <a:r>
              <a:rPr lang="sv-SE" dirty="0" err="1"/>
              <a:t>Results</a:t>
            </a:r>
            <a:endParaRPr lang="sv-SE" dirty="0"/>
          </a:p>
        </p:txBody>
      </p:sp>
      <p:sp>
        <p:nvSpPr>
          <p:cNvPr id="15" name="Platshållare för datum 14">
            <a:extLst>
              <a:ext uri="{FF2B5EF4-FFF2-40B4-BE49-F238E27FC236}">
                <a16:creationId xmlns:a16="http://schemas.microsoft.com/office/drawing/2014/main" id="{FD0F1781-5CFF-41D4-BAB4-468FA6D54BE6}"/>
              </a:ext>
            </a:extLst>
          </p:cNvPr>
          <p:cNvSpPr>
            <a:spLocks noGrp="1"/>
          </p:cNvSpPr>
          <p:nvPr>
            <p:ph type="dt" sz="half" idx="10"/>
          </p:nvPr>
        </p:nvSpPr>
        <p:spPr>
          <a:xfrm>
            <a:off x="838200" y="6400800"/>
            <a:ext cx="2743200" cy="365125"/>
          </a:xfrm>
        </p:spPr>
        <p:txBody>
          <a:bodyPr rtlCol="0"/>
          <a:lstStyle/>
          <a:p>
            <a:pPr rtl="0"/>
            <a:r>
              <a:rPr lang="sv-SE" dirty="0"/>
              <a:t>2/2/20XX</a:t>
            </a:r>
          </a:p>
        </p:txBody>
      </p:sp>
      <p:sp>
        <p:nvSpPr>
          <p:cNvPr id="16" name="Platshållare för sidfot 15">
            <a:extLst>
              <a:ext uri="{FF2B5EF4-FFF2-40B4-BE49-F238E27FC236}">
                <a16:creationId xmlns:a16="http://schemas.microsoft.com/office/drawing/2014/main" id="{480BDDCC-5A34-4999-8890-6FEAB235F564}"/>
              </a:ext>
            </a:extLst>
          </p:cNvPr>
          <p:cNvSpPr>
            <a:spLocks noGrp="1"/>
          </p:cNvSpPr>
          <p:nvPr>
            <p:ph type="ftr" sz="quarter" idx="11"/>
          </p:nvPr>
        </p:nvSpPr>
        <p:spPr>
          <a:xfrm>
            <a:off x="4038600" y="6400800"/>
            <a:ext cx="4114800" cy="365125"/>
          </a:xfrm>
        </p:spPr>
        <p:txBody>
          <a:bodyPr rtlCol="0"/>
          <a:lstStyle/>
          <a:p>
            <a:pPr rtl="0"/>
            <a:r>
              <a:rPr lang="sv-SE" dirty="0"/>
              <a:t>PRESENTATIONENS RUBRIK</a:t>
            </a:r>
          </a:p>
        </p:txBody>
      </p:sp>
      <p:sp>
        <p:nvSpPr>
          <p:cNvPr id="17" name="Platshållare för bildnummer 16">
            <a:extLst>
              <a:ext uri="{FF2B5EF4-FFF2-40B4-BE49-F238E27FC236}">
                <a16:creationId xmlns:a16="http://schemas.microsoft.com/office/drawing/2014/main" id="{1A5D4766-5F0E-4571-A9A2-7170EEEE17A3}"/>
              </a:ext>
            </a:extLst>
          </p:cNvPr>
          <p:cNvSpPr>
            <a:spLocks noGrp="1"/>
          </p:cNvSpPr>
          <p:nvPr>
            <p:ph type="sldNum" sz="quarter" idx="12"/>
          </p:nvPr>
        </p:nvSpPr>
        <p:spPr>
          <a:xfrm>
            <a:off x="8610600" y="6400800"/>
            <a:ext cx="2743200" cy="365125"/>
          </a:xfrm>
        </p:spPr>
        <p:txBody>
          <a:bodyPr rtlCol="0"/>
          <a:lstStyle/>
          <a:p>
            <a:pPr rtl="0"/>
            <a:fld id="{DFA5D71E-5CDF-4C93-8A75-5B916FDC5BEA}" type="slidenum">
              <a:rPr lang="sv-SE" smtClean="0"/>
              <a:pPr rtl="0"/>
              <a:t>6</a:t>
            </a:fld>
            <a:endParaRPr lang="sv-SE" dirty="0"/>
          </a:p>
        </p:txBody>
      </p:sp>
      <p:graphicFrame>
        <p:nvGraphicFramePr>
          <p:cNvPr id="19" name="Platshållare för innehåll 18" descr="Platshållare för stapeldiagram ">
            <a:extLst>
              <a:ext uri="{FF2B5EF4-FFF2-40B4-BE49-F238E27FC236}">
                <a16:creationId xmlns:a16="http://schemas.microsoft.com/office/drawing/2014/main" id="{DFA16334-7033-4BA3-9D13-E96DA2A323E7}"/>
              </a:ext>
            </a:extLst>
          </p:cNvPr>
          <p:cNvGraphicFramePr>
            <a:graphicFrameLocks noGrp="1"/>
          </p:cNvGraphicFramePr>
          <p:nvPr>
            <p:ph sz="quarter" idx="13"/>
            <p:extLst>
              <p:ext uri="{D42A27DB-BD31-4B8C-83A1-F6EECF244321}">
                <p14:modId xmlns:p14="http://schemas.microsoft.com/office/powerpoint/2010/main" val="4204983057"/>
              </p:ext>
            </p:extLst>
          </p:nvPr>
        </p:nvGraphicFramePr>
        <p:xfrm>
          <a:off x="1335088" y="1952625"/>
          <a:ext cx="9521825" cy="4049713"/>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141701856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Rubrik 14">
            <a:extLst>
              <a:ext uri="{FF2B5EF4-FFF2-40B4-BE49-F238E27FC236}">
                <a16:creationId xmlns:a16="http://schemas.microsoft.com/office/drawing/2014/main" id="{3DFFF8FE-0B1F-4A34-8AE0-3608529C4AF5}"/>
              </a:ext>
            </a:extLst>
          </p:cNvPr>
          <p:cNvSpPr>
            <a:spLocks noGrp="1"/>
          </p:cNvSpPr>
          <p:nvPr>
            <p:ph type="title"/>
          </p:nvPr>
        </p:nvSpPr>
        <p:spPr>
          <a:xfrm>
            <a:off x="580403" y="4038599"/>
            <a:ext cx="4715498" cy="2235494"/>
          </a:xfrm>
        </p:spPr>
        <p:txBody>
          <a:bodyPr rtlCol="0"/>
          <a:lstStyle/>
          <a:p>
            <a:pPr rtl="0"/>
            <a:r>
              <a:rPr lang="sv-SE" dirty="0" err="1"/>
              <a:t>Discussion</a:t>
            </a:r>
            <a:endParaRPr lang="sv-SE" dirty="0"/>
          </a:p>
        </p:txBody>
      </p:sp>
      <p:pic>
        <p:nvPicPr>
          <p:cNvPr id="17" name="Platshållare för bild 16" descr="Närbild av ett schackbräde">
            <a:extLst>
              <a:ext uri="{FF2B5EF4-FFF2-40B4-BE49-F238E27FC236}">
                <a16:creationId xmlns:a16="http://schemas.microsoft.com/office/drawing/2014/main" id="{ECCAD670-7062-4CD7-93ED-6AA7C8BBFF45}"/>
              </a:ext>
            </a:extLst>
          </p:cNvPr>
          <p:cNvPicPr>
            <a:picLocks noGrp="1" noChangeAspect="1"/>
          </p:cNvPicPr>
          <p:nvPr>
            <p:ph type="pic" sz="quarter" idx="14"/>
          </p:nvPr>
        </p:nvPicPr>
        <p:blipFill rotWithShape="1">
          <a:blip r:embed="rId3" cstate="screen">
            <a:extLst>
              <a:ext uri="{28A0092B-C50C-407E-A947-70E740481C1C}">
                <a14:useLocalDpi xmlns:a14="http://schemas.microsoft.com/office/drawing/2010/main" val="0"/>
              </a:ext>
            </a:extLst>
          </a:blip>
          <a:srcRect/>
          <a:stretch/>
        </p:blipFill>
        <p:spPr>
          <a:xfrm>
            <a:off x="581025" y="533400"/>
            <a:ext cx="3628551" cy="3297238"/>
          </a:xfrm>
        </p:spPr>
      </p:pic>
      <p:pic>
        <p:nvPicPr>
          <p:cNvPr id="21" name="Platshållare för bild 20" descr="Närbild av ett schackbräde">
            <a:extLst>
              <a:ext uri="{FF2B5EF4-FFF2-40B4-BE49-F238E27FC236}">
                <a16:creationId xmlns:a16="http://schemas.microsoft.com/office/drawing/2014/main" id="{2591A087-C8F7-43B5-8D57-C7D61C00B2E6}"/>
              </a:ext>
            </a:extLst>
          </p:cNvPr>
          <p:cNvPicPr>
            <a:picLocks noGrp="1" noChangeAspect="1"/>
          </p:cNvPicPr>
          <p:nvPr>
            <p:ph type="pic" sz="quarter" idx="15"/>
          </p:nvPr>
        </p:nvPicPr>
        <p:blipFill rotWithShape="1">
          <a:blip r:embed="rId4" cstate="screen">
            <a:extLst>
              <a:ext uri="{28A0092B-C50C-407E-A947-70E740481C1C}">
                <a14:useLocalDpi xmlns:a14="http://schemas.microsoft.com/office/drawing/2010/main" val="0"/>
              </a:ext>
            </a:extLst>
          </a:blip>
          <a:srcRect/>
          <a:stretch/>
        </p:blipFill>
        <p:spPr>
          <a:xfrm>
            <a:off x="4291941" y="533400"/>
            <a:ext cx="3663496" cy="3297238"/>
          </a:xfrm>
        </p:spPr>
      </p:pic>
      <p:pic>
        <p:nvPicPr>
          <p:cNvPr id="26" name="Platshållare för bild 25" descr="En person som visar ritningar på pappersark med en penna">
            <a:extLst>
              <a:ext uri="{FF2B5EF4-FFF2-40B4-BE49-F238E27FC236}">
                <a16:creationId xmlns:a16="http://schemas.microsoft.com/office/drawing/2014/main" id="{099D8543-3EEB-4227-9701-35025090F534}"/>
              </a:ext>
            </a:extLst>
          </p:cNvPr>
          <p:cNvPicPr>
            <a:picLocks noGrp="1" noChangeAspect="1"/>
          </p:cNvPicPr>
          <p:nvPr>
            <p:ph type="pic" sz="quarter" idx="16"/>
          </p:nvPr>
        </p:nvPicPr>
        <p:blipFill rotWithShape="1">
          <a:blip r:embed="rId5"/>
          <a:srcRect l="13072" r="13072"/>
          <a:stretch/>
        </p:blipFill>
        <p:spPr>
          <a:xfrm>
            <a:off x="8032564" y="533400"/>
            <a:ext cx="3653023" cy="3297238"/>
          </a:xfrm>
        </p:spPr>
      </p:pic>
      <p:sp>
        <p:nvSpPr>
          <p:cNvPr id="16" name="Platshållare för text 15">
            <a:extLst>
              <a:ext uri="{FF2B5EF4-FFF2-40B4-BE49-F238E27FC236}">
                <a16:creationId xmlns:a16="http://schemas.microsoft.com/office/drawing/2014/main" id="{79D3D0B4-CC43-4279-8230-0E15CA6CC587}"/>
              </a:ext>
            </a:extLst>
          </p:cNvPr>
          <p:cNvSpPr>
            <a:spLocks noGrp="1"/>
          </p:cNvSpPr>
          <p:nvPr>
            <p:ph type="body" sz="quarter" idx="13"/>
          </p:nvPr>
        </p:nvSpPr>
        <p:spPr>
          <a:xfrm>
            <a:off x="5486400" y="4038600"/>
            <a:ext cx="6199189" cy="2235200"/>
          </a:xfrm>
        </p:spPr>
        <p:txBody>
          <a:bodyPr rtlCol="0"/>
          <a:lstStyle/>
          <a:p>
            <a:pPr rtl="0"/>
            <a:r>
              <a:rPr lang="sv-SE"/>
              <a:t>Med PowerPoint kan du skapa presentationer och dela ditt arbete med andra, oavsett var de befinner sig. Skriv in den text du vill använda för att komma igång. Du kan också lägga till bilder, konst och videor i den här mallen. Spara till OneDrive och få åtkomst till dina presentationer från din dator, surfplatta eller mobil.</a:t>
            </a:r>
          </a:p>
        </p:txBody>
      </p:sp>
      <p:sp>
        <p:nvSpPr>
          <p:cNvPr id="22" name="Platshållare för datum 21">
            <a:extLst>
              <a:ext uri="{FF2B5EF4-FFF2-40B4-BE49-F238E27FC236}">
                <a16:creationId xmlns:a16="http://schemas.microsoft.com/office/drawing/2014/main" id="{24499858-7E09-42AB-A3F0-2C1068A4836A}"/>
              </a:ext>
            </a:extLst>
          </p:cNvPr>
          <p:cNvSpPr>
            <a:spLocks noGrp="1"/>
          </p:cNvSpPr>
          <p:nvPr>
            <p:ph type="dt" sz="half" idx="10"/>
          </p:nvPr>
        </p:nvSpPr>
        <p:spPr>
          <a:xfrm>
            <a:off x="838200" y="6400800"/>
            <a:ext cx="2743200" cy="365125"/>
          </a:xfrm>
        </p:spPr>
        <p:txBody>
          <a:bodyPr rtlCol="0"/>
          <a:lstStyle/>
          <a:p>
            <a:pPr rtl="0"/>
            <a:r>
              <a:rPr lang="sv-SE"/>
              <a:t>2/2/20XX</a:t>
            </a:r>
          </a:p>
        </p:txBody>
      </p:sp>
      <p:sp>
        <p:nvSpPr>
          <p:cNvPr id="23" name="Platshållare för sidfot 22">
            <a:extLst>
              <a:ext uri="{FF2B5EF4-FFF2-40B4-BE49-F238E27FC236}">
                <a16:creationId xmlns:a16="http://schemas.microsoft.com/office/drawing/2014/main" id="{B3628A90-EE87-4FE9-AA39-875917A80C76}"/>
              </a:ext>
            </a:extLst>
          </p:cNvPr>
          <p:cNvSpPr>
            <a:spLocks noGrp="1"/>
          </p:cNvSpPr>
          <p:nvPr>
            <p:ph type="ftr" sz="quarter" idx="11"/>
          </p:nvPr>
        </p:nvSpPr>
        <p:spPr>
          <a:xfrm>
            <a:off x="4038600" y="6400800"/>
            <a:ext cx="4114800" cy="365125"/>
          </a:xfrm>
        </p:spPr>
        <p:txBody>
          <a:bodyPr rtlCol="0"/>
          <a:lstStyle/>
          <a:p>
            <a:pPr rtl="0"/>
            <a:r>
              <a:rPr lang="sv-SE"/>
              <a:t>PRESENTATIONENS RUBRIK</a:t>
            </a:r>
          </a:p>
        </p:txBody>
      </p:sp>
      <p:sp>
        <p:nvSpPr>
          <p:cNvPr id="24" name="Platshållare för bildnummer 23">
            <a:extLst>
              <a:ext uri="{FF2B5EF4-FFF2-40B4-BE49-F238E27FC236}">
                <a16:creationId xmlns:a16="http://schemas.microsoft.com/office/drawing/2014/main" id="{9481EC64-D6E1-4753-A68E-7C62AA16D214}"/>
              </a:ext>
            </a:extLst>
          </p:cNvPr>
          <p:cNvSpPr>
            <a:spLocks noGrp="1"/>
          </p:cNvSpPr>
          <p:nvPr>
            <p:ph type="sldNum" sz="quarter" idx="12"/>
          </p:nvPr>
        </p:nvSpPr>
        <p:spPr>
          <a:xfrm>
            <a:off x="8610600" y="6400800"/>
            <a:ext cx="2743200" cy="365125"/>
          </a:xfrm>
        </p:spPr>
        <p:txBody>
          <a:bodyPr rtlCol="0"/>
          <a:lstStyle/>
          <a:p>
            <a:pPr rtl="0"/>
            <a:fld id="{DFA5D71E-5CDF-4C93-8A75-5B916FDC5BEA}" type="slidenum">
              <a:rPr lang="sv-SE" smtClean="0"/>
              <a:pPr rtl="0"/>
              <a:t>7</a:t>
            </a:fld>
            <a:endParaRPr lang="sv-SE"/>
          </a:p>
        </p:txBody>
      </p:sp>
      <p:sp>
        <p:nvSpPr>
          <p:cNvPr id="68" name="Platshållare för text 67">
            <a:extLst>
              <a:ext uri="{FF2B5EF4-FFF2-40B4-BE49-F238E27FC236}">
                <a16:creationId xmlns:a16="http://schemas.microsoft.com/office/drawing/2014/main" id="{A19C76D3-8EEC-4408-AEBF-59B910FB5DD9}"/>
              </a:ext>
              <a:ext uri="{C183D7F6-B498-43B3-948B-1728B52AA6E4}">
                <adec:decorative xmlns:adec="http://schemas.microsoft.com/office/drawing/2017/decorative" val="1"/>
              </a:ext>
            </a:extLst>
          </p:cNvPr>
          <p:cNvSpPr>
            <a:spLocks noGrp="1"/>
          </p:cNvSpPr>
          <p:nvPr>
            <p:ph type="body" sz="quarter" idx="17"/>
          </p:nvPr>
        </p:nvSpPr>
        <p:spPr/>
        <p:txBody>
          <a:bodyPr rtlCol="0"/>
          <a:lstStyle/>
          <a:p>
            <a:pPr rtl="0"/>
            <a:endParaRPr lang="sv-SE"/>
          </a:p>
        </p:txBody>
      </p:sp>
      <p:sp>
        <p:nvSpPr>
          <p:cNvPr id="69" name="Platshållare för text 68">
            <a:extLst>
              <a:ext uri="{FF2B5EF4-FFF2-40B4-BE49-F238E27FC236}">
                <a16:creationId xmlns:a16="http://schemas.microsoft.com/office/drawing/2014/main" id="{BB711A32-EC33-40B5-9C82-5E6C1223DCD2}"/>
              </a:ext>
              <a:ext uri="{C183D7F6-B498-43B3-948B-1728B52AA6E4}">
                <adec:decorative xmlns:adec="http://schemas.microsoft.com/office/drawing/2017/decorative" val="1"/>
              </a:ext>
            </a:extLst>
          </p:cNvPr>
          <p:cNvSpPr>
            <a:spLocks noGrp="1"/>
          </p:cNvSpPr>
          <p:nvPr>
            <p:ph type="body" sz="quarter" idx="19"/>
          </p:nvPr>
        </p:nvSpPr>
        <p:spPr/>
        <p:txBody>
          <a:bodyPr rtlCol="0"/>
          <a:lstStyle/>
          <a:p>
            <a:pPr rtl="0"/>
            <a:endParaRPr lang="sv-SE"/>
          </a:p>
        </p:txBody>
      </p:sp>
    </p:spTree>
    <p:extLst>
      <p:ext uri="{BB962C8B-B14F-4D97-AF65-F5344CB8AC3E}">
        <p14:creationId xmlns:p14="http://schemas.microsoft.com/office/powerpoint/2010/main" val="6368657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ubrik 8">
            <a:extLst>
              <a:ext uri="{FF2B5EF4-FFF2-40B4-BE49-F238E27FC236}">
                <a16:creationId xmlns:a16="http://schemas.microsoft.com/office/drawing/2014/main" id="{34CF6D46-0668-4D53-8C59-F859F6E2F309}"/>
              </a:ext>
            </a:extLst>
          </p:cNvPr>
          <p:cNvSpPr>
            <a:spLocks noGrp="1"/>
          </p:cNvSpPr>
          <p:nvPr>
            <p:ph type="ctrTitle"/>
          </p:nvPr>
        </p:nvSpPr>
        <p:spPr>
          <a:xfrm>
            <a:off x="5430848" y="728905"/>
            <a:ext cx="5922952" cy="3184274"/>
          </a:xfrm>
        </p:spPr>
        <p:txBody>
          <a:bodyPr rtlCol="0"/>
          <a:lstStyle/>
          <a:p>
            <a:pPr rtl="0"/>
            <a:r>
              <a:rPr lang="sv-SE" dirty="0" err="1"/>
              <a:t>Conclusion</a:t>
            </a:r>
            <a:endParaRPr lang="sv-SE" dirty="0"/>
          </a:p>
        </p:txBody>
      </p:sp>
      <p:sp>
        <p:nvSpPr>
          <p:cNvPr id="14" name="Underrubrik 13">
            <a:extLst>
              <a:ext uri="{FF2B5EF4-FFF2-40B4-BE49-F238E27FC236}">
                <a16:creationId xmlns:a16="http://schemas.microsoft.com/office/drawing/2014/main" id="{6F5360D4-1E3B-45FC-B68E-C78D7F3797E1}"/>
              </a:ext>
            </a:extLst>
          </p:cNvPr>
          <p:cNvSpPr>
            <a:spLocks noGrp="1"/>
          </p:cNvSpPr>
          <p:nvPr>
            <p:ph type="subTitle" idx="1"/>
          </p:nvPr>
        </p:nvSpPr>
        <p:spPr>
          <a:xfrm>
            <a:off x="5397967" y="4072044"/>
            <a:ext cx="5942079" cy="1495379"/>
          </a:xfrm>
        </p:spPr>
        <p:txBody>
          <a:bodyPr rtlCol="0"/>
          <a:lstStyle/>
          <a:p>
            <a:pPr rtl="0"/>
            <a:r>
              <a:rPr lang="sv-SE" dirty="0"/>
              <a:t>In </a:t>
            </a:r>
            <a:r>
              <a:rPr lang="sv-SE" dirty="0" err="1"/>
              <a:t>hindsight</a:t>
            </a:r>
            <a:endParaRPr lang="sv-SE" dirty="0"/>
          </a:p>
          <a:p>
            <a:pPr rtl="0"/>
            <a:r>
              <a:rPr lang="sv-SE" dirty="0" err="1"/>
              <a:t>Improvements</a:t>
            </a:r>
            <a:endParaRPr lang="sv-SE" dirty="0"/>
          </a:p>
          <a:p>
            <a:pPr rtl="0"/>
            <a:endParaRPr lang="sv-SE" dirty="0"/>
          </a:p>
        </p:txBody>
      </p:sp>
      <p:pic>
        <p:nvPicPr>
          <p:cNvPr id="24" name="Platshållare för bild 23" descr="luffarschack">
            <a:extLst>
              <a:ext uri="{FF2B5EF4-FFF2-40B4-BE49-F238E27FC236}">
                <a16:creationId xmlns:a16="http://schemas.microsoft.com/office/drawing/2014/main" id="{AE28B949-DD41-4FAB-9BFD-9B1865AB8C09}"/>
              </a:ext>
            </a:extLst>
          </p:cNvPr>
          <p:cNvPicPr>
            <a:picLocks noGrp="1" noChangeAspect="1"/>
          </p:cNvPicPr>
          <p:nvPr>
            <p:ph type="pic" sz="quarter" idx="13"/>
          </p:nvPr>
        </p:nvPicPr>
        <p:blipFill rotWithShape="1">
          <a:blip r:embed="rId3"/>
          <a:srcRect t="6382" b="6382"/>
          <a:stretch/>
        </p:blipFill>
        <p:spPr>
          <a:xfrm>
            <a:off x="679450" y="574675"/>
            <a:ext cx="4311650" cy="2820988"/>
          </a:xfrm>
        </p:spPr>
      </p:pic>
      <p:pic>
        <p:nvPicPr>
          <p:cNvPr id="25" name="Platshållare för bild 24" descr="Två personer som pratar vid en anslagstavla">
            <a:extLst>
              <a:ext uri="{FF2B5EF4-FFF2-40B4-BE49-F238E27FC236}">
                <a16:creationId xmlns:a16="http://schemas.microsoft.com/office/drawing/2014/main" id="{D9EE4828-B1AC-4232-BEC3-CBCA0DD3D25B}"/>
              </a:ext>
            </a:extLst>
          </p:cNvPr>
          <p:cNvPicPr>
            <a:picLocks noGrp="1" noChangeAspect="1"/>
          </p:cNvPicPr>
          <p:nvPr>
            <p:ph type="pic" sz="quarter" idx="14"/>
          </p:nvPr>
        </p:nvPicPr>
        <p:blipFill rotWithShape="1">
          <a:blip r:embed="rId4"/>
          <a:srcRect t="709" b="709"/>
          <a:stretch/>
        </p:blipFill>
        <p:spPr>
          <a:xfrm>
            <a:off x="679450" y="3487738"/>
            <a:ext cx="4311650" cy="2833687"/>
          </a:xfrm>
        </p:spPr>
      </p:pic>
      <p:sp>
        <p:nvSpPr>
          <p:cNvPr id="11" name="Platshållare för datum 10">
            <a:extLst>
              <a:ext uri="{FF2B5EF4-FFF2-40B4-BE49-F238E27FC236}">
                <a16:creationId xmlns:a16="http://schemas.microsoft.com/office/drawing/2014/main" id="{078A1077-0C8F-4D90-8616-EE28EC3EF632}"/>
              </a:ext>
            </a:extLst>
          </p:cNvPr>
          <p:cNvSpPr>
            <a:spLocks noGrp="1"/>
          </p:cNvSpPr>
          <p:nvPr>
            <p:ph type="dt" sz="half" idx="10"/>
          </p:nvPr>
        </p:nvSpPr>
        <p:spPr/>
        <p:txBody>
          <a:bodyPr rtlCol="0"/>
          <a:lstStyle/>
          <a:p>
            <a:pPr rtl="0"/>
            <a:r>
              <a:rPr lang="sv-SE"/>
              <a:t>2/2/20XX</a:t>
            </a:r>
          </a:p>
        </p:txBody>
      </p:sp>
      <p:sp>
        <p:nvSpPr>
          <p:cNvPr id="12" name="Platshållare för sidfot 11">
            <a:extLst>
              <a:ext uri="{FF2B5EF4-FFF2-40B4-BE49-F238E27FC236}">
                <a16:creationId xmlns:a16="http://schemas.microsoft.com/office/drawing/2014/main" id="{A90567F7-E12B-4F4E-B800-9D1435624D66}"/>
              </a:ext>
            </a:extLst>
          </p:cNvPr>
          <p:cNvSpPr>
            <a:spLocks noGrp="1"/>
          </p:cNvSpPr>
          <p:nvPr>
            <p:ph type="ftr" sz="quarter" idx="11"/>
          </p:nvPr>
        </p:nvSpPr>
        <p:spPr/>
        <p:txBody>
          <a:bodyPr rtlCol="0"/>
          <a:lstStyle/>
          <a:p>
            <a:pPr rtl="0"/>
            <a:r>
              <a:rPr lang="sv-SE"/>
              <a:t>PRESENTATIONENS RUBRIK</a:t>
            </a:r>
          </a:p>
        </p:txBody>
      </p:sp>
      <p:sp>
        <p:nvSpPr>
          <p:cNvPr id="13" name="Platshållare för bildnummer 12">
            <a:extLst>
              <a:ext uri="{FF2B5EF4-FFF2-40B4-BE49-F238E27FC236}">
                <a16:creationId xmlns:a16="http://schemas.microsoft.com/office/drawing/2014/main" id="{B9994D78-37C2-41B7-B7DD-EF7ED34BD407}"/>
              </a:ext>
            </a:extLst>
          </p:cNvPr>
          <p:cNvSpPr>
            <a:spLocks noGrp="1"/>
          </p:cNvSpPr>
          <p:nvPr>
            <p:ph type="sldNum" sz="quarter" idx="12"/>
          </p:nvPr>
        </p:nvSpPr>
        <p:spPr/>
        <p:txBody>
          <a:bodyPr rtlCol="0"/>
          <a:lstStyle/>
          <a:p>
            <a:pPr rtl="0"/>
            <a:fld id="{DFA5D71E-5CDF-4C93-8A75-5B916FDC5BEA}" type="slidenum">
              <a:rPr lang="sv-SE" smtClean="0"/>
              <a:pPr rtl="0"/>
              <a:t>8</a:t>
            </a:fld>
            <a:endParaRPr lang="sv-SE"/>
          </a:p>
        </p:txBody>
      </p:sp>
    </p:spTree>
    <p:extLst>
      <p:ext uri="{BB962C8B-B14F-4D97-AF65-F5344CB8AC3E}">
        <p14:creationId xmlns:p14="http://schemas.microsoft.com/office/powerpoint/2010/main" val="167064118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ubrik 3">
            <a:extLst>
              <a:ext uri="{FF2B5EF4-FFF2-40B4-BE49-F238E27FC236}">
                <a16:creationId xmlns:a16="http://schemas.microsoft.com/office/drawing/2014/main" id="{6F67426A-9C36-4C9E-B549-AD3B8874F193}"/>
              </a:ext>
            </a:extLst>
          </p:cNvPr>
          <p:cNvSpPr>
            <a:spLocks noGrp="1"/>
          </p:cNvSpPr>
          <p:nvPr>
            <p:ph type="ctrTitle"/>
          </p:nvPr>
        </p:nvSpPr>
        <p:spPr>
          <a:xfrm>
            <a:off x="485634" y="728905"/>
            <a:ext cx="5893683" cy="3184274"/>
          </a:xfrm>
        </p:spPr>
        <p:txBody>
          <a:bodyPr rtlCol="0"/>
          <a:lstStyle/>
          <a:p>
            <a:pPr rtl="0"/>
            <a:r>
              <a:rPr lang="sv-SE" dirty="0" err="1"/>
              <a:t>Thanks</a:t>
            </a:r>
            <a:r>
              <a:rPr lang="sv-SE" dirty="0"/>
              <a:t> for </a:t>
            </a:r>
            <a:r>
              <a:rPr lang="sv-SE" dirty="0" err="1"/>
              <a:t>listening</a:t>
            </a:r>
            <a:r>
              <a:rPr lang="sv-SE" dirty="0"/>
              <a:t>!</a:t>
            </a:r>
          </a:p>
        </p:txBody>
      </p:sp>
      <p:sp>
        <p:nvSpPr>
          <p:cNvPr id="6" name="Underrubrik 5">
            <a:extLst>
              <a:ext uri="{FF2B5EF4-FFF2-40B4-BE49-F238E27FC236}">
                <a16:creationId xmlns:a16="http://schemas.microsoft.com/office/drawing/2014/main" id="{A9D6F00D-881F-4920-89F9-792BA92E543D}"/>
              </a:ext>
            </a:extLst>
          </p:cNvPr>
          <p:cNvSpPr>
            <a:spLocks noGrp="1"/>
          </p:cNvSpPr>
          <p:nvPr>
            <p:ph type="body" sz="quarter" idx="14"/>
          </p:nvPr>
        </p:nvSpPr>
        <p:spPr>
          <a:xfrm>
            <a:off x="452754" y="4092681"/>
            <a:ext cx="5926564" cy="2500206"/>
          </a:xfrm>
        </p:spPr>
        <p:txBody>
          <a:bodyPr rtlCol="0">
            <a:normAutofit/>
          </a:bodyPr>
          <a:lstStyle/>
          <a:p>
            <a:pPr rtl="0"/>
            <a:r>
              <a:rPr lang="sv-SE"/>
              <a:t>Namn på presentatör</a:t>
            </a:r>
          </a:p>
          <a:p>
            <a:pPr rtl="0"/>
            <a:r>
              <a:rPr lang="sv-SE"/>
              <a:t>E-post</a:t>
            </a:r>
          </a:p>
          <a:p>
            <a:pPr rtl="0"/>
            <a:r>
              <a:rPr lang="sv-SE"/>
              <a:t>Webbplats</a:t>
            </a:r>
          </a:p>
        </p:txBody>
      </p:sp>
      <p:sp>
        <p:nvSpPr>
          <p:cNvPr id="9" name="Platshållare för datum 8">
            <a:extLst>
              <a:ext uri="{FF2B5EF4-FFF2-40B4-BE49-F238E27FC236}">
                <a16:creationId xmlns:a16="http://schemas.microsoft.com/office/drawing/2014/main" id="{3087E772-2F2C-4C47-BBBF-7E764029EAFA}"/>
              </a:ext>
            </a:extLst>
          </p:cNvPr>
          <p:cNvSpPr>
            <a:spLocks noGrp="1"/>
          </p:cNvSpPr>
          <p:nvPr>
            <p:ph type="dt" sz="half" idx="10"/>
          </p:nvPr>
        </p:nvSpPr>
        <p:spPr>
          <a:xfrm>
            <a:off x="838200" y="6400800"/>
            <a:ext cx="2743200" cy="365125"/>
          </a:xfrm>
        </p:spPr>
        <p:txBody>
          <a:bodyPr rtlCol="0"/>
          <a:lstStyle/>
          <a:p>
            <a:pPr rtl="0"/>
            <a:r>
              <a:rPr lang="sv-SE"/>
              <a:t>2/2/20XX</a:t>
            </a:r>
          </a:p>
        </p:txBody>
      </p:sp>
      <p:sp>
        <p:nvSpPr>
          <p:cNvPr id="10" name="Platshållare för sidfot 9">
            <a:extLst>
              <a:ext uri="{FF2B5EF4-FFF2-40B4-BE49-F238E27FC236}">
                <a16:creationId xmlns:a16="http://schemas.microsoft.com/office/drawing/2014/main" id="{C43915F4-91EA-41AF-93B6-5D572A9EF60D}"/>
              </a:ext>
            </a:extLst>
          </p:cNvPr>
          <p:cNvSpPr>
            <a:spLocks noGrp="1"/>
          </p:cNvSpPr>
          <p:nvPr>
            <p:ph type="ftr" sz="quarter" idx="11"/>
          </p:nvPr>
        </p:nvSpPr>
        <p:spPr>
          <a:xfrm>
            <a:off x="3581400" y="6400800"/>
            <a:ext cx="3657600" cy="365125"/>
          </a:xfrm>
        </p:spPr>
        <p:txBody>
          <a:bodyPr rtlCol="0"/>
          <a:lstStyle/>
          <a:p>
            <a:pPr rtl="0"/>
            <a:r>
              <a:rPr lang="sv-SE"/>
              <a:t>PRESENTATIONENS RUBRIK</a:t>
            </a:r>
          </a:p>
        </p:txBody>
      </p:sp>
      <p:pic>
        <p:nvPicPr>
          <p:cNvPr id="18" name="Platshållare för bild 17" descr="Närbild av ett schackbräde">
            <a:extLst>
              <a:ext uri="{FF2B5EF4-FFF2-40B4-BE49-F238E27FC236}">
                <a16:creationId xmlns:a16="http://schemas.microsoft.com/office/drawing/2014/main" id="{5321AB55-5509-4588-ABEC-5DFF2EFF6B53}"/>
              </a:ext>
            </a:extLst>
          </p:cNvPr>
          <p:cNvPicPr>
            <a:picLocks noGrp="1" noChangeAspect="1"/>
          </p:cNvPicPr>
          <p:nvPr>
            <p:ph type="pic" sz="quarter" idx="13"/>
          </p:nvPr>
        </p:nvPicPr>
        <p:blipFill rotWithShape="1">
          <a:blip r:embed="rId3" cstate="screen">
            <a:extLst>
              <a:ext uri="{28A0092B-C50C-407E-A947-70E740481C1C}">
                <a14:useLocalDpi xmlns:a14="http://schemas.microsoft.com/office/drawing/2010/main" val="0"/>
              </a:ext>
            </a:extLst>
          </a:blip>
          <a:srcRect/>
          <a:stretch/>
        </p:blipFill>
        <p:spPr>
          <a:xfrm>
            <a:off x="7331075" y="0"/>
            <a:ext cx="4860925" cy="6858000"/>
          </a:xfrm>
        </p:spPr>
      </p:pic>
      <p:sp>
        <p:nvSpPr>
          <p:cNvPr id="16" name="Platshållare för bildnummer 15">
            <a:extLst>
              <a:ext uri="{FF2B5EF4-FFF2-40B4-BE49-F238E27FC236}">
                <a16:creationId xmlns:a16="http://schemas.microsoft.com/office/drawing/2014/main" id="{64D73EFD-BA26-43EF-A3B9-C2877D8A6F02}"/>
              </a:ext>
            </a:extLst>
          </p:cNvPr>
          <p:cNvSpPr>
            <a:spLocks noGrp="1"/>
          </p:cNvSpPr>
          <p:nvPr>
            <p:ph type="sldNum" sz="quarter" idx="12"/>
          </p:nvPr>
        </p:nvSpPr>
        <p:spPr>
          <a:xfrm>
            <a:off x="8610600" y="6400800"/>
            <a:ext cx="2743200" cy="365125"/>
          </a:xfrm>
        </p:spPr>
        <p:txBody>
          <a:bodyPr rtlCol="0"/>
          <a:lstStyle/>
          <a:p>
            <a:pPr rtl="0"/>
            <a:fld id="{DFA5D71E-5CDF-4C93-8A75-5B916FDC5BEA}" type="slidenum">
              <a:rPr lang="sv-SE" smtClean="0"/>
              <a:pPr rtl="0"/>
              <a:t>9</a:t>
            </a:fld>
            <a:endParaRPr lang="sv-SE"/>
          </a:p>
        </p:txBody>
      </p:sp>
    </p:spTree>
    <p:extLst>
      <p:ext uri="{BB962C8B-B14F-4D97-AF65-F5344CB8AC3E}">
        <p14:creationId xmlns:p14="http://schemas.microsoft.com/office/powerpoint/2010/main" val="279754773"/>
      </p:ext>
    </p:extLst>
  </p:cSld>
  <p:clrMapOvr>
    <a:masterClrMapping/>
  </p:clrMapOvr>
</p:sld>
</file>

<file path=ppt/theme/theme1.xml><?xml version="1.0" encoding="utf-8"?>
<a:theme xmlns:a="http://schemas.openxmlformats.org/drawingml/2006/main" name="MinimalXOVTI">
  <a:themeElements>
    <a:clrScheme name="3D">
      <a:dk1>
        <a:sysClr val="windowText" lastClr="000000"/>
      </a:dk1>
      <a:lt1>
        <a:sysClr val="window" lastClr="FFFFFF"/>
      </a:lt1>
      <a:dk2>
        <a:srgbClr val="201449"/>
      </a:dk2>
      <a:lt2>
        <a:srgbClr val="F3F0E9"/>
      </a:lt2>
      <a:accent1>
        <a:srgbClr val="F900A0"/>
      </a:accent1>
      <a:accent2>
        <a:srgbClr val="4D4EE6"/>
      </a:accent2>
      <a:accent3>
        <a:srgbClr val="454B78"/>
      </a:accent3>
      <a:accent4>
        <a:srgbClr val="A3A3C1"/>
      </a:accent4>
      <a:accent5>
        <a:srgbClr val="7162FE"/>
      </a:accent5>
      <a:accent6>
        <a:srgbClr val="1EBE9B"/>
      </a:accent6>
      <a:hlink>
        <a:srgbClr val="F900A0"/>
      </a:hlink>
      <a:folHlink>
        <a:srgbClr val="954F72"/>
      </a:folHlink>
    </a:clrScheme>
    <a:fontScheme name="Custom 40">
      <a:majorFont>
        <a:latin typeface="Open sans"/>
        <a:ea typeface=""/>
        <a:cs typeface=""/>
      </a:majorFont>
      <a:minorFont>
        <a:latin typeface="Open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_51757126_TF67744617_Win32" id="{0CE848EB-2390-4FCA-9D14-2876B9215B9D}" vid="{36CD00F4-E0CC-48F9-9980-DC1B0CEF2227}"/>
    </a:ext>
  </a:extLst>
</a:theme>
</file>

<file path=ppt/theme/theme2.xml><?xml version="1.0" encoding="utf-8"?>
<a:theme xmlns:a="http://schemas.openxmlformats.org/drawingml/2006/main" name="Office-tem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tem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_activity xmlns="62450955-07b8-4515-858e-5accaba9fb0e"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6C6A6196D14A014682E248CEF50BB094" ma:contentTypeVersion="14" ma:contentTypeDescription="Create a new document." ma:contentTypeScope="" ma:versionID="c30b113f943b734cef1fee26b3ee1bd8">
  <xsd:schema xmlns:xsd="http://www.w3.org/2001/XMLSchema" xmlns:xs="http://www.w3.org/2001/XMLSchema" xmlns:p="http://schemas.microsoft.com/office/2006/metadata/properties" xmlns:ns3="119a5d66-3555-4f59-bd2a-165e7ad950fe" xmlns:ns4="62450955-07b8-4515-858e-5accaba9fb0e" targetNamespace="http://schemas.microsoft.com/office/2006/metadata/properties" ma:root="true" ma:fieldsID="3dc2330ee76b1df74f8b388a587d2218" ns3:_="" ns4:_="">
    <xsd:import namespace="119a5d66-3555-4f59-bd2a-165e7ad950fe"/>
    <xsd:import namespace="62450955-07b8-4515-858e-5accaba9fb0e"/>
    <xsd:element name="properties">
      <xsd:complexType>
        <xsd:sequence>
          <xsd:element name="documentManagement">
            <xsd:complexType>
              <xsd:all>
                <xsd:element ref="ns3:SharedWithUsers" minOccurs="0"/>
                <xsd:element ref="ns3:SharedWithDetails" minOccurs="0"/>
                <xsd:element ref="ns3:SharingHintHash" minOccurs="0"/>
                <xsd:element ref="ns4:MediaServiceMetadata" minOccurs="0"/>
                <xsd:element ref="ns4:MediaServiceFastMetadata" minOccurs="0"/>
                <xsd:element ref="ns4:_activity" minOccurs="0"/>
                <xsd:element ref="ns4:MediaServiceObjectDetectorVersions" minOccurs="0"/>
                <xsd:element ref="ns4:MediaServiceAutoTags" minOccurs="0"/>
                <xsd:element ref="ns4:MediaServiceOCR" minOccurs="0"/>
                <xsd:element ref="ns4:MediaServiceGenerationTime" minOccurs="0"/>
                <xsd:element ref="ns4:MediaServiceEventHashCode" minOccurs="0"/>
                <xsd:element ref="ns4:MediaServiceSystemTags" minOccurs="0"/>
                <xsd:element ref="ns4:MediaServiceSearchProperties" minOccurs="0"/>
                <xsd:element ref="ns4:MediaServiceDateTake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119a5d66-3555-4f59-bd2a-165e7ad950fe" elementFormDefault="qualified">
    <xsd:import namespace="http://schemas.microsoft.com/office/2006/documentManagement/types"/>
    <xsd:import namespace="http://schemas.microsoft.com/office/infopath/2007/PartnerControls"/>
    <xsd:element name="SharedWithUsers" ma:index="8"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Shared With Details" ma:internalName="SharedWithDetails" ma:readOnly="true">
      <xsd:simpleType>
        <xsd:restriction base="dms:Note">
          <xsd:maxLength value="255"/>
        </xsd:restriction>
      </xsd:simpleType>
    </xsd:element>
    <xsd:element name="SharingHintHash" ma:index="10" nillable="true" ma:displayName="Sharing Hint Hash" ma:hidden="true" ma:internalName="SharingHintHash"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62450955-07b8-4515-858e-5accaba9fb0e" elementFormDefault="qualified">
    <xsd:import namespace="http://schemas.microsoft.com/office/2006/documentManagement/types"/>
    <xsd:import namespace="http://schemas.microsoft.com/office/infopath/2007/PartnerControls"/>
    <xsd:element name="MediaServiceMetadata" ma:index="11" nillable="true" ma:displayName="MediaServiceMetadata" ma:hidden="true" ma:internalName="MediaServiceMetadata" ma:readOnly="true">
      <xsd:simpleType>
        <xsd:restriction base="dms:Note"/>
      </xsd:simpleType>
    </xsd:element>
    <xsd:element name="MediaServiceFastMetadata" ma:index="12" nillable="true" ma:displayName="MediaServiceFastMetadata" ma:hidden="true" ma:internalName="MediaServiceFastMetadata" ma:readOnly="true">
      <xsd:simpleType>
        <xsd:restriction base="dms:Note"/>
      </xsd:simpleType>
    </xsd:element>
    <xsd:element name="_activity" ma:index="13" nillable="true" ma:displayName="_activity" ma:hidden="true" ma:internalName="_activity">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AutoTags" ma:index="15" nillable="true" ma:displayName="Tags" ma:internalName="MediaServiceAutoTags"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ServiceSystemTags" ma:index="19" nillable="true" ma:displayName="MediaServiceSystemTags" ma:hidden="true" ma:internalName="MediaServiceSystemTags" ma:readOnly="true">
      <xsd:simpleType>
        <xsd:restriction base="dms:Note"/>
      </xsd:simpleType>
    </xsd:element>
    <xsd:element name="MediaServiceSearchProperties" ma:index="20" nillable="true" ma:displayName="MediaServiceSearchProperties" ma:hidden="true" ma:internalName="MediaServiceSearchProperties" ma:readOnly="true">
      <xsd:simpleType>
        <xsd:restriction base="dms:Note"/>
      </xsd:simpleType>
    </xsd:element>
    <xsd:element name="MediaServiceDateTaken" ma:index="21" nillable="true" ma:displayName="MediaServiceDateTaken" ma:hidden="true" ma:indexed="true" ma:internalName="MediaServiceDateTaken"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81E232BF-B213-4F24-BBD3-1528B29F127A}">
  <ds:schemaRefs>
    <ds:schemaRef ds:uri="http://schemas.microsoft.com/sharepoint/v3/contenttype/forms"/>
  </ds:schemaRefs>
</ds:datastoreItem>
</file>

<file path=customXml/itemProps2.xml><?xml version="1.0" encoding="utf-8"?>
<ds:datastoreItem xmlns:ds="http://schemas.openxmlformats.org/officeDocument/2006/customXml" ds:itemID="{46275531-F059-4661-BC99-5916D6312804}">
  <ds:schemaRefs>
    <ds:schemaRef ds:uri="http://purl.org/dc/dcmitype/"/>
    <ds:schemaRef ds:uri="http://schemas.openxmlformats.org/package/2006/metadata/core-properties"/>
    <ds:schemaRef ds:uri="http://purl.org/dc/elements/1.1/"/>
    <ds:schemaRef ds:uri="http://www.w3.org/XML/1998/namespace"/>
    <ds:schemaRef ds:uri="http://schemas.microsoft.com/office/2006/documentManagement/types"/>
    <ds:schemaRef ds:uri="62450955-07b8-4515-858e-5accaba9fb0e"/>
    <ds:schemaRef ds:uri="http://schemas.microsoft.com/office/infopath/2007/PartnerControls"/>
    <ds:schemaRef ds:uri="http://schemas.microsoft.com/office/2006/metadata/properties"/>
    <ds:schemaRef ds:uri="http://purl.org/dc/terms/"/>
    <ds:schemaRef ds:uri="119a5d66-3555-4f59-bd2a-165e7ad950fe"/>
  </ds:schemaRefs>
</ds:datastoreItem>
</file>

<file path=customXml/itemProps3.xml><?xml version="1.0" encoding="utf-8"?>
<ds:datastoreItem xmlns:ds="http://schemas.openxmlformats.org/officeDocument/2006/customXml" ds:itemID="{B6314648-F21B-4AE5-807E-68AE0C3526AD}">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119a5d66-3555-4f59-bd2a-165e7ad950fe"/>
    <ds:schemaRef ds:uri="62450955-07b8-4515-858e-5accaba9fb0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clbl:label id="{f42aa342-8706-4288-bd11-ebb85995028c}" enabled="1" method="Standard" siteId="{72f988bf-86f1-41af-91ab-2d7cd011db47}" removed="0"/>
</clbl:labelList>
</file>

<file path=docProps/app.xml><?xml version="1.0" encoding="utf-8"?>
<Properties xmlns="http://schemas.openxmlformats.org/officeDocument/2006/extended-properties" xmlns:vt="http://schemas.openxmlformats.org/officeDocument/2006/docPropsVTypes">
  <Template>Minimal design</Template>
  <TotalTime>22</TotalTime>
  <Words>277</Words>
  <Application>Microsoft Office PowerPoint</Application>
  <PresentationFormat>Widescreen</PresentationFormat>
  <Paragraphs>74</Paragraphs>
  <Slides>9</Slides>
  <Notes>9</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9</vt:i4>
      </vt:variant>
    </vt:vector>
  </HeadingPairs>
  <TitlesOfParts>
    <vt:vector size="16" baseType="lpstr">
      <vt:lpstr>Aller</vt:lpstr>
      <vt:lpstr>Arial</vt:lpstr>
      <vt:lpstr>Calibri</vt:lpstr>
      <vt:lpstr>Courier New</vt:lpstr>
      <vt:lpstr>Open sans</vt:lpstr>
      <vt:lpstr>Segoe UI</vt:lpstr>
      <vt:lpstr>MinimalXOVTI</vt:lpstr>
      <vt:lpstr>From random moves to champion</vt:lpstr>
      <vt:lpstr>Team</vt:lpstr>
      <vt:lpstr>Agenda</vt:lpstr>
      <vt:lpstr>Introduction</vt:lpstr>
      <vt:lpstr>Implementation in Matlab</vt:lpstr>
      <vt:lpstr>Results</vt:lpstr>
      <vt:lpstr>Discussion</vt:lpstr>
      <vt:lpstr>Conclusion</vt:lpstr>
      <vt:lpstr>Thanks for listening!</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Jonas Gerne</dc:creator>
  <cp:lastModifiedBy>Jonas Gerne</cp:lastModifiedBy>
  <cp:revision>4</cp:revision>
  <dcterms:created xsi:type="dcterms:W3CDTF">2025-03-17T00:02:55Z</dcterms:created>
  <dcterms:modified xsi:type="dcterms:W3CDTF">2025-03-17T00:25:41Z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0x0101006C6A6196D14A014682E248CEF50BB094</vt:lpwstr>
  </property>
</Properties>
</file>