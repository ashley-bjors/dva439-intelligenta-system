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4" r:id="rId4"/>
  </p:sldMasterIdLst>
  <p:notesMasterIdLst>
    <p:notesMasterId r:id="rId17"/>
  </p:notesMasterIdLst>
  <p:handoutMasterIdLst>
    <p:handoutMasterId r:id="rId18"/>
  </p:handoutMasterIdLst>
  <p:sldIdLst>
    <p:sldId id="355" r:id="rId5"/>
    <p:sldId id="345" r:id="rId6"/>
    <p:sldId id="372" r:id="rId7"/>
    <p:sldId id="367" r:id="rId8"/>
    <p:sldId id="378" r:id="rId9"/>
    <p:sldId id="379" r:id="rId10"/>
    <p:sldId id="380" r:id="rId11"/>
    <p:sldId id="376" r:id="rId12"/>
    <p:sldId id="341" r:id="rId13"/>
    <p:sldId id="343" r:id="rId14"/>
    <p:sldId id="369" r:id="rId15"/>
    <p:sldId id="377" r:id="rId16"/>
  </p:sldIdLst>
  <p:sldSz cx="12192000" cy="6858000"/>
  <p:notesSz cx="6858000" cy="9144000"/>
  <p:defaultTextStyle>
    <a:defPPr rtl="0">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26" autoAdjust="0"/>
  </p:normalViewPr>
  <p:slideViewPr>
    <p:cSldViewPr snapToGrid="0">
      <p:cViewPr varScale="1">
        <p:scale>
          <a:sx n="48" d="100"/>
          <a:sy n="48" d="100"/>
        </p:scale>
        <p:origin x="67" y="80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3" d="100"/>
          <a:sy n="83"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517267286586665E-2"/>
          <c:y val="2.8456593386514848E-3"/>
          <c:w val="0.94546628937007871"/>
          <c:h val="0.79350175371289378"/>
        </c:manualLayout>
      </c:layout>
      <c:barChart>
        <c:barDir val="col"/>
        <c:grouping val="clustered"/>
        <c:varyColors val="0"/>
        <c:ser>
          <c:idx val="0"/>
          <c:order val="0"/>
          <c:tx>
            <c:strRef>
              <c:f>Sheet1!$B$1</c:f>
              <c:strCache>
                <c:ptCount val="1"/>
                <c:pt idx="0">
                  <c:v>Serie 1</c:v>
                </c:pt>
              </c:strCache>
            </c:strRef>
          </c:tx>
          <c:spPr>
            <a:solidFill>
              <a:schemeClr val="accent6"/>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lang="sv-SE" sz="1064" b="0" i="0" u="none" strike="noStrike" kern="1200" baseline="0" noProof="0">
                    <a:solidFill>
                      <a:schemeClr val="tx1">
                        <a:lumMod val="50000"/>
                        <a:lumOff val="50000"/>
                      </a:schemeClr>
                    </a:solidFill>
                    <a:latin typeface="+mn-lt"/>
                    <a:ea typeface="+mn-ea"/>
                    <a:cs typeface="+mn-cs"/>
                  </a:defRPr>
                </a:pPr>
                <a:endParaRPr lang="sv-S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Kategori 1</c:v>
                </c:pt>
                <c:pt idx="1">
                  <c:v>Kategori 2</c:v>
                </c:pt>
                <c:pt idx="2">
                  <c:v>Kategori 3</c:v>
                </c:pt>
                <c:pt idx="3">
                  <c:v>Kategori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82A-4CE2-BB22-4232E10A7FB4}"/>
            </c:ext>
          </c:extLst>
        </c:ser>
        <c:ser>
          <c:idx val="1"/>
          <c:order val="1"/>
          <c:tx>
            <c:strRef>
              <c:f>Sheet1!$C$1</c:f>
              <c:strCache>
                <c:ptCount val="1"/>
                <c:pt idx="0">
                  <c:v>Serie 2</c:v>
                </c:pt>
              </c:strCache>
            </c:strRef>
          </c:tx>
          <c:spPr>
            <a:solidFill>
              <a:schemeClr val="accent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lang="sv-SE" sz="1064" b="0" i="0" u="none" strike="noStrike" kern="1200" baseline="0" noProof="0">
                    <a:solidFill>
                      <a:schemeClr val="tx1">
                        <a:lumMod val="50000"/>
                        <a:lumOff val="50000"/>
                      </a:schemeClr>
                    </a:solidFill>
                    <a:latin typeface="+mn-lt"/>
                    <a:ea typeface="+mn-ea"/>
                    <a:cs typeface="+mn-cs"/>
                  </a:defRPr>
                </a:pPr>
                <a:endParaRPr lang="sv-S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Kategori 1</c:v>
                </c:pt>
                <c:pt idx="1">
                  <c:v>Kategori 2</c:v>
                </c:pt>
                <c:pt idx="2">
                  <c:v>Kategori 3</c:v>
                </c:pt>
                <c:pt idx="3">
                  <c:v>Kategori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82A-4CE2-BB22-4232E10A7FB4}"/>
            </c:ext>
          </c:extLst>
        </c:ser>
        <c:ser>
          <c:idx val="2"/>
          <c:order val="2"/>
          <c:tx>
            <c:strRef>
              <c:f>Sheet1!$D$1</c:f>
              <c:strCache>
                <c:ptCount val="1"/>
                <c:pt idx="0">
                  <c:v>Serie 3</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lang="sv-SE" sz="1064" b="0" i="0" u="none" strike="noStrike" kern="1200" baseline="0" noProof="0">
                    <a:solidFill>
                      <a:schemeClr val="tx1">
                        <a:lumMod val="50000"/>
                        <a:lumOff val="50000"/>
                      </a:schemeClr>
                    </a:solidFill>
                    <a:latin typeface="+mn-lt"/>
                    <a:ea typeface="+mn-ea"/>
                    <a:cs typeface="+mn-cs"/>
                  </a:defRPr>
                </a:pPr>
                <a:endParaRPr lang="sv-S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Kategori 1</c:v>
                </c:pt>
                <c:pt idx="1">
                  <c:v>Kategori 2</c:v>
                </c:pt>
                <c:pt idx="2">
                  <c:v>Kategori 3</c:v>
                </c:pt>
                <c:pt idx="3">
                  <c:v>Kategori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82A-4CE2-BB22-4232E10A7FB4}"/>
            </c:ext>
          </c:extLst>
        </c:ser>
        <c:dLbls>
          <c:dLblPos val="outEnd"/>
          <c:showLegendKey val="0"/>
          <c:showVal val="1"/>
          <c:showCatName val="0"/>
          <c:showSerName val="0"/>
          <c:showPercent val="0"/>
          <c:showBubbleSize val="0"/>
        </c:dLbls>
        <c:gapWidth val="444"/>
        <c:overlap val="-90"/>
        <c:axId val="40942159"/>
        <c:axId val="40955887"/>
      </c:barChart>
      <c:catAx>
        <c:axId val="4094215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sv-SE" sz="1064" b="0" i="0" u="none" strike="noStrike" kern="1200" cap="all" spc="120" normalizeH="0" baseline="0" noProof="0">
                <a:solidFill>
                  <a:schemeClr val="tx1">
                    <a:lumMod val="65000"/>
                    <a:lumOff val="35000"/>
                  </a:schemeClr>
                </a:solidFill>
                <a:latin typeface="+mn-lt"/>
                <a:ea typeface="+mn-ea"/>
                <a:cs typeface="+mn-cs"/>
              </a:defRPr>
            </a:pPr>
            <a:endParaRPr lang="sv-SE"/>
          </a:p>
        </c:txPr>
        <c:crossAx val="40955887"/>
        <c:crosses val="autoZero"/>
        <c:auto val="1"/>
        <c:lblAlgn val="ctr"/>
        <c:lblOffset val="100"/>
        <c:noMultiLvlLbl val="0"/>
      </c:catAx>
      <c:valAx>
        <c:axId val="40955887"/>
        <c:scaling>
          <c:orientation val="minMax"/>
        </c:scaling>
        <c:delete val="1"/>
        <c:axPos val="l"/>
        <c:numFmt formatCode="General" sourceLinked="1"/>
        <c:majorTickMark val="none"/>
        <c:minorTickMark val="none"/>
        <c:tickLblPos val="nextTo"/>
        <c:crossAx val="40942159"/>
        <c:crosses val="autoZero"/>
        <c:crossBetween val="between"/>
      </c:valAx>
      <c:spPr>
        <a:noFill/>
        <a:ln>
          <a:noFill/>
        </a:ln>
        <a:effectLst/>
      </c:spPr>
    </c:plotArea>
    <c:legend>
      <c:legendPos val="t"/>
      <c:layout>
        <c:manualLayout>
          <c:xMode val="edge"/>
          <c:yMode val="edge"/>
          <c:x val="0.3677407448682033"/>
          <c:y val="0.93132689453011186"/>
          <c:w val="0.26451840522920028"/>
          <c:h val="6.8237059101813616E-2"/>
        </c:manualLayout>
      </c:layout>
      <c:overlay val="0"/>
      <c:spPr>
        <a:noFill/>
        <a:ln>
          <a:noFill/>
        </a:ln>
        <a:effectLst/>
      </c:spPr>
      <c:txPr>
        <a:bodyPr rot="0" spcFirstLastPara="1" vertOverflow="ellipsis" vert="horz" wrap="square" anchor="ctr" anchorCtr="1"/>
        <a:lstStyle/>
        <a:p>
          <a:pPr>
            <a:defRPr lang="sv-SE" sz="1197" b="0" i="0" u="none" strike="noStrike" kern="1200" baseline="0" noProof="0">
              <a:solidFill>
                <a:schemeClr val="tx1">
                  <a:lumMod val="65000"/>
                  <a:lumOff val="35000"/>
                </a:schemeClr>
              </a:solidFill>
              <a:latin typeface="+mn-lt"/>
              <a:ea typeface="+mn-ea"/>
              <a:cs typeface="+mn-cs"/>
            </a:defRPr>
          </a:pPr>
          <a:endParaRPr lang="sv-S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sv-SE" noProof="0"/>
      </a:pPr>
      <a:endParaRPr lang="sv-SE"/>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diagrams/_rels/data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rtlCol="0"/>
        <a:lstStyle/>
        <a:p>
          <a:pPr rtl="0"/>
          <a:endParaRPr lang="en-US"/>
        </a:p>
      </dgm:t>
    </dgm:pt>
    <dgm:pt modelId="{23CA95F9-8BCF-40C1-B842-BCFFD43632F6}">
      <dgm:prSet custT="1"/>
      <dgm:spPr/>
      <dgm:t>
        <a:bodyPr rtlCol="0"/>
        <a:lstStyle/>
        <a:p>
          <a:pPr algn="ctr">
            <a:lnSpc>
              <a:spcPct val="100000"/>
            </a:lnSpc>
            <a:defRPr b="1" spc="20">
              <a:latin typeface="+mj-lt"/>
            </a:defRPr>
          </a:pPr>
          <a:r>
            <a:rPr lang="sv-SE" sz="1600" noProof="0" dirty="0">
              <a:solidFill>
                <a:sysClr val="windowText" lastClr="000000"/>
              </a:solidFill>
            </a:rPr>
            <a:t>Ashley</a:t>
          </a:r>
          <a:br>
            <a:rPr lang="sv-SE" sz="1600" noProof="0" dirty="0">
              <a:solidFill>
                <a:sysClr val="windowText" lastClr="000000"/>
              </a:solidFill>
            </a:rPr>
          </a:br>
          <a:r>
            <a:rPr lang="sv-SE" sz="1600" noProof="0" dirty="0" err="1">
              <a:solidFill>
                <a:sysClr val="windowText" lastClr="000000"/>
              </a:solidFill>
            </a:rPr>
            <a:t>Robotic</a:t>
          </a:r>
          <a:r>
            <a:rPr lang="sv-SE" sz="1600" noProof="0" dirty="0">
              <a:solidFill>
                <a:sysClr val="windowText" lastClr="000000"/>
              </a:solidFill>
            </a:rPr>
            <a:t> Student</a:t>
          </a:r>
          <a:endParaRPr lang="sv-SE" sz="1600" b="0" noProof="0" dirty="0">
            <a:solidFill>
              <a:sysClr val="windowText" lastClr="000000"/>
            </a:solidFill>
            <a:latin typeface="+mn-lt"/>
          </a:endParaRPr>
        </a:p>
      </dgm:t>
    </dgm:pt>
    <dgm:pt modelId="{FC4F4986-5DCD-4DC2-B7FD-2C5FABEF9979}" type="parTrans" cxnId="{E6EDE7CF-5B3F-4E2C-99EE-D5462F0EC9CE}">
      <dgm:prSet/>
      <dgm:spPr/>
      <dgm:t>
        <a:bodyPr rtlCol="0"/>
        <a:lstStyle/>
        <a:p>
          <a:pPr rtl="0"/>
          <a:endParaRPr lang="sv-SE" noProof="0" dirty="0"/>
        </a:p>
      </dgm:t>
    </dgm:pt>
    <dgm:pt modelId="{D868EA7F-D868-4231-86D5-66D9B2DF2F62}" type="sibTrans" cxnId="{E6EDE7CF-5B3F-4E2C-99EE-D5462F0EC9CE}">
      <dgm:prSet/>
      <dgm:spPr/>
      <dgm:t>
        <a:bodyPr rtlCol="0"/>
        <a:lstStyle/>
        <a:p>
          <a:pPr rtl="0"/>
          <a:endParaRPr lang="sv-SE" noProof="0" dirty="0"/>
        </a:p>
      </dgm:t>
    </dgm:pt>
    <dgm:pt modelId="{1E293C9C-50F7-4DF0-A45F-EF6AA41E15B2}">
      <dgm:prSet custT="1"/>
      <dgm:spPr/>
      <dgm:t>
        <a:bodyPr rtlCol="0"/>
        <a:lstStyle/>
        <a:p>
          <a:pPr algn="ctr">
            <a:lnSpc>
              <a:spcPct val="100000"/>
            </a:lnSpc>
            <a:defRPr b="1" spc="20">
              <a:latin typeface="+mj-lt"/>
            </a:defRPr>
          </a:pPr>
          <a:r>
            <a:rPr lang="sv-SE" sz="1600" noProof="0" dirty="0">
              <a:solidFill>
                <a:schemeClr val="tx1"/>
              </a:solidFill>
            </a:rPr>
            <a:t>Daniel</a:t>
          </a:r>
          <a:br>
            <a:rPr lang="sv-SE" sz="1600" noProof="0" dirty="0">
              <a:solidFill>
                <a:schemeClr val="tx1"/>
              </a:solidFill>
            </a:rPr>
          </a:br>
          <a:r>
            <a:rPr lang="sv-SE" sz="1600" noProof="0" dirty="0" err="1">
              <a:solidFill>
                <a:schemeClr val="tx1"/>
              </a:solidFill>
            </a:rPr>
            <a:t>Robotic</a:t>
          </a:r>
          <a:r>
            <a:rPr lang="sv-SE" sz="1600" noProof="0" dirty="0">
              <a:solidFill>
                <a:schemeClr val="tx1"/>
              </a:solidFill>
            </a:rPr>
            <a:t> Student</a:t>
          </a:r>
          <a:endParaRPr lang="sv-SE" sz="1600" b="0" noProof="0" dirty="0">
            <a:solidFill>
              <a:schemeClr val="tx1"/>
            </a:solidFill>
            <a:latin typeface="+mn-lt"/>
          </a:endParaRPr>
        </a:p>
      </dgm:t>
    </dgm:pt>
    <dgm:pt modelId="{04936CC5-1B2F-4620-ABDF-F195956C3F4A}" type="parTrans" cxnId="{A7E7000F-0D10-4D88-844F-C9CB2A6A39DA}">
      <dgm:prSet/>
      <dgm:spPr/>
      <dgm:t>
        <a:bodyPr rtlCol="0"/>
        <a:lstStyle/>
        <a:p>
          <a:pPr rtl="0"/>
          <a:endParaRPr lang="sv-SE" noProof="0" dirty="0"/>
        </a:p>
      </dgm:t>
    </dgm:pt>
    <dgm:pt modelId="{E019F05B-61F4-4915-9D10-5D6F328EA591}" type="sibTrans" cxnId="{A7E7000F-0D10-4D88-844F-C9CB2A6A39DA}">
      <dgm:prSet/>
      <dgm:spPr/>
      <dgm:t>
        <a:bodyPr rtlCol="0"/>
        <a:lstStyle/>
        <a:p>
          <a:pPr rtl="0"/>
          <a:endParaRPr lang="sv-SE" noProof="0" dirty="0"/>
        </a:p>
      </dgm:t>
    </dgm:pt>
    <dgm:pt modelId="{DA3F2F2F-B5A8-4CFD-ABCE-1BC48CD913AF}">
      <dgm:prSet custT="1"/>
      <dgm:spPr/>
      <dgm:t>
        <a:bodyPr rtlCol="0"/>
        <a:lstStyle/>
        <a:p>
          <a:pPr algn="ctr">
            <a:lnSpc>
              <a:spcPct val="100000"/>
            </a:lnSpc>
            <a:defRPr b="1" spc="20">
              <a:latin typeface="+mj-lt"/>
            </a:defRPr>
          </a:pPr>
          <a:r>
            <a:rPr lang="sv-SE" sz="1600" noProof="0" dirty="0">
              <a:solidFill>
                <a:schemeClr val="tx1"/>
              </a:solidFill>
            </a:rPr>
            <a:t>Jonas</a:t>
          </a:r>
          <a:br>
            <a:rPr lang="sv-SE" sz="1600" noProof="0" dirty="0">
              <a:solidFill>
                <a:schemeClr val="tx1"/>
              </a:solidFill>
            </a:rPr>
          </a:br>
          <a:r>
            <a:rPr lang="sv-SE" sz="1600" noProof="0" dirty="0" err="1">
              <a:solidFill>
                <a:schemeClr val="tx1"/>
              </a:solidFill>
            </a:rPr>
            <a:t>Robotic</a:t>
          </a:r>
          <a:r>
            <a:rPr lang="sv-SE" sz="1600" noProof="0" dirty="0">
              <a:solidFill>
                <a:schemeClr val="tx1"/>
              </a:solidFill>
            </a:rPr>
            <a:t> Student</a:t>
          </a:r>
          <a:endParaRPr lang="sv-SE" sz="1600" b="0" noProof="0" dirty="0">
            <a:solidFill>
              <a:schemeClr val="tx1"/>
            </a:solidFill>
            <a:latin typeface="+mn-lt"/>
          </a:endParaRPr>
        </a:p>
      </dgm:t>
    </dgm:pt>
    <dgm:pt modelId="{D4AFA5E0-6624-49A6-B10B-4FFA7483C001}" type="parTrans" cxnId="{307321D6-32A9-4F29-A35B-8328C6417311}">
      <dgm:prSet/>
      <dgm:spPr/>
      <dgm:t>
        <a:bodyPr rtlCol="0"/>
        <a:lstStyle/>
        <a:p>
          <a:pPr rtl="0"/>
          <a:endParaRPr lang="sv-SE" noProof="0" dirty="0"/>
        </a:p>
      </dgm:t>
    </dgm:pt>
    <dgm:pt modelId="{038FE749-6004-418E-86C7-7C1B1D7930F4}" type="sibTrans" cxnId="{307321D6-32A9-4F29-A35B-8328C6417311}">
      <dgm:prSet/>
      <dgm:spPr/>
      <dgm:t>
        <a:bodyPr rtlCol="0"/>
        <a:lstStyle/>
        <a:p>
          <a:pPr rtl="0"/>
          <a:endParaRPr lang="sv-SE" noProof="0" dirty="0"/>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3" custScaleX="135512" custScaleY="135512"/>
      <dgm:spPr>
        <a:prstGeom prst="rect">
          <a:avLst/>
        </a:prstGeom>
        <a:ln>
          <a:noFill/>
        </a:ln>
      </dgm:spPr>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6"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6">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3" custScaleX="135512" custScaleY="135512"/>
      <dgm:spPr>
        <a:prstGeom prst="rect">
          <a:avLst/>
        </a:prstGeom>
        <a:ln>
          <a:noFill/>
        </a:ln>
      </dgm:spPr>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6" custLinFactNeighborY="17872">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6">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3" custScaleX="135512" custScaleY="135512"/>
      <dgm:spPr>
        <a:prstGeom prst="rect">
          <a:avLst/>
        </a:prstGeom>
        <a:blipFill rotWithShape="1">
          <a:blip xmlns:r="http://schemas.openxmlformats.org/officeDocument/2006/relationships" r:embed="rId1"/>
          <a:srcRect/>
          <a:stretch>
            <a:fillRect/>
          </a:stretch>
        </a:blipFill>
        <a:ln>
          <a:noFill/>
        </a:ln>
      </dgm:spPr>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6"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6" custLinFactY="-45265" custLinFactNeighborX="14101" custLinFactNeighborY="-100000">
        <dgm:presLayoutVars/>
      </dgm:prSet>
      <dgm:spPr/>
    </dgm:pt>
    <dgm:pt modelId="{DB61A93F-5AE0-4A97-AFE4-E1EA7F61D044}" type="pres">
      <dgm:prSet presAssocID="{DA3F2F2F-B5A8-4CFD-ABCE-1BC48CD913AF}"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540FED75-CB4E-4EAD-804F-81226869B095}" type="presOf" srcId="{1E293C9C-50F7-4DF0-A45F-EF6AA41E15B2}" destId="{866F95BB-E9D9-40E2-AB9F-99D5F69BA82A}"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1756381" y="554446"/>
          <a:ext cx="2281886" cy="2281886"/>
        </a:xfrm>
        <a:prstGeom prst="rect">
          <a:avLst/>
        </a:prstGeom>
        <a:solidFill>
          <a:schemeClr val="accent2">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1703042" y="2950789"/>
          <a:ext cx="2388563" cy="487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11200">
            <a:lnSpc>
              <a:spcPct val="100000"/>
            </a:lnSpc>
            <a:spcBef>
              <a:spcPct val="0"/>
            </a:spcBef>
            <a:spcAft>
              <a:spcPct val="35000"/>
            </a:spcAft>
            <a:buNone/>
            <a:defRPr b="1" spc="20">
              <a:latin typeface="+mj-lt"/>
            </a:defRPr>
          </a:pPr>
          <a:r>
            <a:rPr lang="sv-SE" sz="1600" kern="1200" noProof="0" dirty="0">
              <a:solidFill>
                <a:sysClr val="windowText" lastClr="000000"/>
              </a:solidFill>
            </a:rPr>
            <a:t>Ashley</a:t>
          </a:r>
          <a:br>
            <a:rPr lang="sv-SE" sz="1600" kern="1200" noProof="0" dirty="0">
              <a:solidFill>
                <a:sysClr val="windowText" lastClr="000000"/>
              </a:solidFill>
            </a:rPr>
          </a:br>
          <a:r>
            <a:rPr lang="sv-SE" sz="1600" kern="1200" noProof="0" dirty="0" err="1">
              <a:solidFill>
                <a:sysClr val="windowText" lastClr="000000"/>
              </a:solidFill>
            </a:rPr>
            <a:t>Robotic</a:t>
          </a:r>
          <a:r>
            <a:rPr lang="sv-SE" sz="1600" kern="1200" noProof="0" dirty="0">
              <a:solidFill>
                <a:sysClr val="windowText" lastClr="000000"/>
              </a:solidFill>
            </a:rPr>
            <a:t> Student</a:t>
          </a:r>
          <a:endParaRPr lang="sv-SE" sz="1600" b="0" kern="1200" noProof="0" dirty="0">
            <a:solidFill>
              <a:sysClr val="windowText" lastClr="000000"/>
            </a:solidFill>
            <a:latin typeface="+mn-lt"/>
          </a:endParaRPr>
        </a:p>
      </dsp:txBody>
      <dsp:txXfrm>
        <a:off x="1703042" y="2950789"/>
        <a:ext cx="2388563" cy="487349"/>
      </dsp:txXfrm>
    </dsp:sp>
    <dsp:sp modelId="{7D166BBB-55AF-452C-B9A0-94A1EE55FF4F}">
      <dsp:nvSpPr>
        <dsp:cNvPr id="0" name=""/>
        <dsp:cNvSpPr/>
      </dsp:nvSpPr>
      <dsp:spPr>
        <a:xfrm>
          <a:off x="1703042" y="3416310"/>
          <a:ext cx="2388563" cy="603748"/>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4562944" y="554446"/>
          <a:ext cx="2281886" cy="2281886"/>
        </a:xfrm>
        <a:prstGeom prst="rect">
          <a:avLst/>
        </a:prstGeom>
        <a:solidFill>
          <a:schemeClr val="accent2">
            <a:hueOff val="-199973"/>
            <a:satOff val="-24193"/>
            <a:lumOff val="-11569"/>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4509605" y="2950789"/>
          <a:ext cx="2388563" cy="487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11200">
            <a:lnSpc>
              <a:spcPct val="100000"/>
            </a:lnSpc>
            <a:spcBef>
              <a:spcPct val="0"/>
            </a:spcBef>
            <a:spcAft>
              <a:spcPct val="35000"/>
            </a:spcAft>
            <a:buNone/>
            <a:defRPr b="1" spc="20">
              <a:latin typeface="+mj-lt"/>
            </a:defRPr>
          </a:pPr>
          <a:r>
            <a:rPr lang="sv-SE" sz="1600" kern="1200" noProof="0" dirty="0">
              <a:solidFill>
                <a:schemeClr val="tx1"/>
              </a:solidFill>
            </a:rPr>
            <a:t>Daniel</a:t>
          </a:r>
          <a:br>
            <a:rPr lang="sv-SE" sz="1600" kern="1200" noProof="0" dirty="0">
              <a:solidFill>
                <a:schemeClr val="tx1"/>
              </a:solidFill>
            </a:rPr>
          </a:br>
          <a:r>
            <a:rPr lang="sv-SE" sz="1600" kern="1200" noProof="0" dirty="0" err="1">
              <a:solidFill>
                <a:schemeClr val="tx1"/>
              </a:solidFill>
            </a:rPr>
            <a:t>Robotic</a:t>
          </a:r>
          <a:r>
            <a:rPr lang="sv-SE" sz="1600" kern="1200" noProof="0" dirty="0">
              <a:solidFill>
                <a:schemeClr val="tx1"/>
              </a:solidFill>
            </a:rPr>
            <a:t> Student</a:t>
          </a:r>
          <a:endParaRPr lang="sv-SE" sz="1600" b="0" kern="1200" noProof="0" dirty="0">
            <a:solidFill>
              <a:schemeClr val="tx1"/>
            </a:solidFill>
            <a:latin typeface="+mn-lt"/>
          </a:endParaRPr>
        </a:p>
      </dsp:txBody>
      <dsp:txXfrm>
        <a:off x="4509605" y="2950789"/>
        <a:ext cx="2388563" cy="487349"/>
      </dsp:txXfrm>
    </dsp:sp>
    <dsp:sp modelId="{1223E777-77CB-4A9A-BF21-12B513842696}">
      <dsp:nvSpPr>
        <dsp:cNvPr id="0" name=""/>
        <dsp:cNvSpPr/>
      </dsp:nvSpPr>
      <dsp:spPr>
        <a:xfrm>
          <a:off x="4509605" y="3416310"/>
          <a:ext cx="2388563" cy="603748"/>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7369506" y="554446"/>
          <a:ext cx="2281886" cy="2281886"/>
        </a:xfrm>
        <a:prstGeom prst="rect">
          <a:avLst/>
        </a:prstGeom>
        <a:blipFill rotWithShape="1">
          <a:blip xmlns:r="http://schemas.openxmlformats.org/officeDocument/2006/relationships" r:embed="rId1"/>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7316168" y="2950789"/>
          <a:ext cx="2388563" cy="487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11200">
            <a:lnSpc>
              <a:spcPct val="100000"/>
            </a:lnSpc>
            <a:spcBef>
              <a:spcPct val="0"/>
            </a:spcBef>
            <a:spcAft>
              <a:spcPct val="35000"/>
            </a:spcAft>
            <a:buNone/>
            <a:defRPr b="1" spc="20">
              <a:latin typeface="+mj-lt"/>
            </a:defRPr>
          </a:pPr>
          <a:r>
            <a:rPr lang="sv-SE" sz="1600" kern="1200" noProof="0" dirty="0">
              <a:solidFill>
                <a:schemeClr val="tx1"/>
              </a:solidFill>
            </a:rPr>
            <a:t>Jonas</a:t>
          </a:r>
          <a:br>
            <a:rPr lang="sv-SE" sz="1600" kern="1200" noProof="0" dirty="0">
              <a:solidFill>
                <a:schemeClr val="tx1"/>
              </a:solidFill>
            </a:rPr>
          </a:br>
          <a:r>
            <a:rPr lang="sv-SE" sz="1600" kern="1200" noProof="0" dirty="0" err="1">
              <a:solidFill>
                <a:schemeClr val="tx1"/>
              </a:solidFill>
            </a:rPr>
            <a:t>Robotic</a:t>
          </a:r>
          <a:r>
            <a:rPr lang="sv-SE" sz="1600" kern="1200" noProof="0" dirty="0">
              <a:solidFill>
                <a:schemeClr val="tx1"/>
              </a:solidFill>
            </a:rPr>
            <a:t> Student</a:t>
          </a:r>
          <a:endParaRPr lang="sv-SE" sz="1600" b="0" kern="1200" noProof="0" dirty="0">
            <a:solidFill>
              <a:schemeClr val="tx1"/>
            </a:solidFill>
            <a:latin typeface="+mn-lt"/>
          </a:endParaRPr>
        </a:p>
      </dsp:txBody>
      <dsp:txXfrm>
        <a:off x="7316168" y="2950789"/>
        <a:ext cx="2388563" cy="487349"/>
      </dsp:txXfrm>
    </dsp:sp>
    <dsp:sp modelId="{EE420F84-477D-4635-BEF8-66426E9A259D}">
      <dsp:nvSpPr>
        <dsp:cNvPr id="0" name=""/>
        <dsp:cNvSpPr/>
      </dsp:nvSpPr>
      <dsp:spPr>
        <a:xfrm>
          <a:off x="7652979" y="2539275"/>
          <a:ext cx="2388563" cy="60374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9/1/layout/PeoplePortraitsList">
  <dgm:title val="Lista med personporträtt"/>
  <dgm:desc val="Lista med personporträt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4AA98339-849B-4A1B-94AD-C4117A0FF4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a:p>
        </p:txBody>
      </p:sp>
      <p:sp>
        <p:nvSpPr>
          <p:cNvPr id="3" name="Platshållare för datum 2">
            <a:extLst>
              <a:ext uri="{FF2B5EF4-FFF2-40B4-BE49-F238E27FC236}">
                <a16:creationId xmlns:a16="http://schemas.microsoft.com/office/drawing/2014/main" id="{150D5E0A-DBC5-4154-AAB7-1A6EB3DE09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8F4D5C6-7E28-4594-A8B2-534CF0B244E9}" type="datetime1">
              <a:rPr lang="sv-SE" smtClean="0"/>
              <a:t>2025-03-19</a:t>
            </a:fld>
            <a:endParaRPr lang="sv-SE"/>
          </a:p>
        </p:txBody>
      </p:sp>
      <p:sp>
        <p:nvSpPr>
          <p:cNvPr id="4" name="Platshållare för sidfot 3">
            <a:extLst>
              <a:ext uri="{FF2B5EF4-FFF2-40B4-BE49-F238E27FC236}">
                <a16:creationId xmlns:a16="http://schemas.microsoft.com/office/drawing/2014/main" id="{7E10B103-107D-44C7-86CE-09C471DEAD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a:p>
        </p:txBody>
      </p:sp>
      <p:sp>
        <p:nvSpPr>
          <p:cNvPr id="5" name="Platshållare för bildnummer 4">
            <a:extLst>
              <a:ext uri="{FF2B5EF4-FFF2-40B4-BE49-F238E27FC236}">
                <a16:creationId xmlns:a16="http://schemas.microsoft.com/office/drawing/2014/main" id="{10E0EF81-D30D-4180-8B94-1BE4961093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051B87B-3F29-42F3-B07C-6AC1131073FA}" type="slidenum">
              <a:rPr lang="sv-SE" smtClean="0"/>
              <a:t>‹#›</a:t>
            </a:fld>
            <a:endParaRPr lang="sv-SE"/>
          </a:p>
        </p:txBody>
      </p:sp>
    </p:spTree>
    <p:extLst>
      <p:ext uri="{BB962C8B-B14F-4D97-AF65-F5344CB8AC3E}">
        <p14:creationId xmlns:p14="http://schemas.microsoft.com/office/powerpoint/2010/main" val="6105132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noProof="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70A9368-6A67-471A-9755-4139D32A53A4}" type="datetime1">
              <a:rPr lang="sv-SE" noProof="0" smtClean="0"/>
              <a:t>2025-03-19</a:t>
            </a:fld>
            <a:endParaRPr lang="sv-SE" noProof="0"/>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sv-SE" noProof="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noProof="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6FC84E0-A62F-42E1-8B0C-7D28DFB4787A}" type="slidenum">
              <a:rPr lang="sv-SE" noProof="0" smtClean="0"/>
              <a:t>‹#›</a:t>
            </a:fld>
            <a:endParaRPr lang="sv-SE" noProof="0"/>
          </a:p>
        </p:txBody>
      </p:sp>
    </p:spTree>
    <p:extLst>
      <p:ext uri="{BB962C8B-B14F-4D97-AF65-F5344CB8AC3E}">
        <p14:creationId xmlns:p14="http://schemas.microsoft.com/office/powerpoint/2010/main" val="28551751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EDA29696-2BE8-442F-AE32-06B5202A784A}" type="slidenum">
              <a:rPr lang="sv-SE" smtClean="0"/>
              <a:t>1</a:t>
            </a:fld>
            <a:endParaRPr lang="sv-SE"/>
          </a:p>
        </p:txBody>
      </p:sp>
    </p:spTree>
    <p:extLst>
      <p:ext uri="{BB962C8B-B14F-4D97-AF65-F5344CB8AC3E}">
        <p14:creationId xmlns:p14="http://schemas.microsoft.com/office/powerpoint/2010/main" val="1368113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41624F0E-DEC4-4055-BBC2-60E713F4A980}" type="slidenum">
              <a:rPr lang="sv-SE" smtClean="0"/>
              <a:t>2</a:t>
            </a:fld>
            <a:endParaRPr lang="sv-SE"/>
          </a:p>
        </p:txBody>
      </p:sp>
    </p:spTree>
    <p:extLst>
      <p:ext uri="{BB962C8B-B14F-4D97-AF65-F5344CB8AC3E}">
        <p14:creationId xmlns:p14="http://schemas.microsoft.com/office/powerpoint/2010/main" val="3470242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41624F0E-DEC4-4055-BBC2-60E713F4A980}" type="slidenum">
              <a:rPr lang="sv-SE" smtClean="0"/>
              <a:t>3</a:t>
            </a:fld>
            <a:endParaRPr lang="sv-SE"/>
          </a:p>
        </p:txBody>
      </p:sp>
    </p:spTree>
    <p:extLst>
      <p:ext uri="{BB962C8B-B14F-4D97-AF65-F5344CB8AC3E}">
        <p14:creationId xmlns:p14="http://schemas.microsoft.com/office/powerpoint/2010/main" val="1664122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41624F0E-DEC4-4055-BBC2-60E713F4A980}" type="slidenum">
              <a:rPr lang="sv-SE" smtClean="0"/>
              <a:t>4</a:t>
            </a:fld>
            <a:endParaRPr lang="sv-SE"/>
          </a:p>
        </p:txBody>
      </p:sp>
    </p:spTree>
    <p:extLst>
      <p:ext uri="{BB962C8B-B14F-4D97-AF65-F5344CB8AC3E}">
        <p14:creationId xmlns:p14="http://schemas.microsoft.com/office/powerpoint/2010/main" val="3470242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8A101-871D-291C-52BA-0F6A4A792381}"/>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4F3C3DEA-B3D9-C208-DEE8-3AD4EE268E06}"/>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7078198D-0CF4-6DA9-FC5B-D724B61B9DD8}"/>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a:extLst>
              <a:ext uri="{FF2B5EF4-FFF2-40B4-BE49-F238E27FC236}">
                <a16:creationId xmlns:a16="http://schemas.microsoft.com/office/drawing/2014/main" id="{5537DA04-035E-020E-C586-162E5331BAA0}"/>
              </a:ext>
            </a:extLst>
          </p:cNvPr>
          <p:cNvSpPr>
            <a:spLocks noGrp="1"/>
          </p:cNvSpPr>
          <p:nvPr>
            <p:ph type="sldNum" sz="quarter" idx="5"/>
          </p:nvPr>
        </p:nvSpPr>
        <p:spPr/>
        <p:txBody>
          <a:bodyPr rtlCol="0"/>
          <a:lstStyle/>
          <a:p>
            <a:pPr rtl="0"/>
            <a:fld id="{41624F0E-DEC4-4055-BBC2-60E713F4A980}" type="slidenum">
              <a:rPr lang="sv-SE" smtClean="0"/>
              <a:t>5</a:t>
            </a:fld>
            <a:endParaRPr lang="sv-SE"/>
          </a:p>
        </p:txBody>
      </p:sp>
    </p:spTree>
    <p:extLst>
      <p:ext uri="{BB962C8B-B14F-4D97-AF65-F5344CB8AC3E}">
        <p14:creationId xmlns:p14="http://schemas.microsoft.com/office/powerpoint/2010/main" val="627650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A6FC84E0-A62F-42E1-8B0C-7D28DFB4787A}" type="slidenum">
              <a:rPr lang="sv-SE" smtClean="0"/>
              <a:t>8</a:t>
            </a:fld>
            <a:endParaRPr lang="sv-SE"/>
          </a:p>
        </p:txBody>
      </p:sp>
    </p:spTree>
    <p:extLst>
      <p:ext uri="{BB962C8B-B14F-4D97-AF65-F5344CB8AC3E}">
        <p14:creationId xmlns:p14="http://schemas.microsoft.com/office/powerpoint/2010/main" val="1568238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41624F0E-DEC4-4055-BBC2-60E713F4A980}" type="slidenum">
              <a:rPr lang="sv-SE" smtClean="0"/>
              <a:t>9</a:t>
            </a:fld>
            <a:endParaRPr lang="sv-SE"/>
          </a:p>
        </p:txBody>
      </p:sp>
    </p:spTree>
    <p:extLst>
      <p:ext uri="{BB962C8B-B14F-4D97-AF65-F5344CB8AC3E}">
        <p14:creationId xmlns:p14="http://schemas.microsoft.com/office/powerpoint/2010/main" val="3470242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41624F0E-DEC4-4055-BBC2-60E713F4A980}" type="slidenum">
              <a:rPr lang="sv-SE" smtClean="0"/>
              <a:t>10</a:t>
            </a:fld>
            <a:endParaRPr lang="sv-SE"/>
          </a:p>
        </p:txBody>
      </p:sp>
    </p:spTree>
    <p:extLst>
      <p:ext uri="{BB962C8B-B14F-4D97-AF65-F5344CB8AC3E}">
        <p14:creationId xmlns:p14="http://schemas.microsoft.com/office/powerpoint/2010/main" val="3470242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EDA29696-2BE8-442F-AE32-06B5202A784A}" type="slidenum">
              <a:rPr lang="sv-SE" smtClean="0"/>
              <a:t>11</a:t>
            </a:fld>
            <a:endParaRPr lang="sv-SE"/>
          </a:p>
        </p:txBody>
      </p:sp>
    </p:spTree>
    <p:extLst>
      <p:ext uri="{BB962C8B-B14F-4D97-AF65-F5344CB8AC3E}">
        <p14:creationId xmlns:p14="http://schemas.microsoft.com/office/powerpoint/2010/main" val="977106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rtlCol="0"/>
          <a:lstStyle/>
          <a:p>
            <a:pPr rtl="0"/>
            <a:fld id="{EDA29696-2BE8-442F-AE32-06B5202A784A}" type="slidenum">
              <a:rPr lang="sv-SE" smtClean="0"/>
              <a:t>12</a:t>
            </a:fld>
            <a:endParaRPr lang="sv-SE"/>
          </a:p>
        </p:txBody>
      </p:sp>
    </p:spTree>
    <p:extLst>
      <p:ext uri="{BB962C8B-B14F-4D97-AF65-F5344CB8AC3E}">
        <p14:creationId xmlns:p14="http://schemas.microsoft.com/office/powerpoint/2010/main" val="188017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p:bg>
      <p:bgPr>
        <a:solidFill>
          <a:schemeClr val="accent5"/>
        </a:solidFill>
        <a:effectLst/>
      </p:bgPr>
    </p:bg>
    <p:spTree>
      <p:nvGrpSpPr>
        <p:cNvPr id="1" name=""/>
        <p:cNvGrpSpPr/>
        <p:nvPr/>
      </p:nvGrpSpPr>
      <p:grpSpPr>
        <a:xfrm>
          <a:off x="0" y="0"/>
          <a:ext cx="0" cy="0"/>
          <a:chOff x="0" y="0"/>
          <a:chExt cx="0" cy="0"/>
        </a:xfrm>
      </p:grpSpPr>
      <p:sp>
        <p:nvSpPr>
          <p:cNvPr id="23" name="Bild 10">
            <a:extLst>
              <a:ext uri="{FF2B5EF4-FFF2-40B4-BE49-F238E27FC236}">
                <a16:creationId xmlns:a16="http://schemas.microsoft.com/office/drawing/2014/main" id="{750609E5-CE3B-4880-AF1C-03AAE8F98B27}"/>
              </a:ext>
              <a:ext uri="{C183D7F6-B498-43B3-948B-1728B52AA6E4}">
                <adec:decorative xmlns:adec="http://schemas.microsoft.com/office/drawing/2017/decorative" val="1"/>
              </a:ext>
            </a:extLst>
          </p:cNvPr>
          <p:cNvSpPr/>
          <p:nvPr/>
        </p:nvSpPr>
        <p:spPr>
          <a:xfrm rot="2700000">
            <a:off x="175989" y="443117"/>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5"/>
          </a:solidFill>
          <a:ln w="3848" cap="flat">
            <a:noFill/>
            <a:prstDash val="solid"/>
            <a:miter/>
          </a:ln>
          <a:effectLst>
            <a:outerShdw blurRad="101600" dist="38100" dir="16200000" rotWithShape="0">
              <a:srgbClr val="000000">
                <a:alpha val="25000"/>
              </a:srgbClr>
            </a:outerShdw>
          </a:effectLst>
        </p:spPr>
        <p:txBody>
          <a:bodyPr rtlCol="0" anchor="ctr"/>
          <a:lstStyle/>
          <a:p>
            <a:pPr rtl="0"/>
            <a:endParaRPr lang="sv-SE" noProof="0"/>
          </a:p>
        </p:txBody>
      </p:sp>
      <p:sp>
        <p:nvSpPr>
          <p:cNvPr id="24" name="Bild 10">
            <a:extLst>
              <a:ext uri="{FF2B5EF4-FFF2-40B4-BE49-F238E27FC236}">
                <a16:creationId xmlns:a16="http://schemas.microsoft.com/office/drawing/2014/main" id="{30A1EBAD-5F9E-43E3-852F-53FD94BE234C}"/>
              </a:ext>
              <a:ext uri="{C183D7F6-B498-43B3-948B-1728B52AA6E4}">
                <adec:decorative xmlns:adec="http://schemas.microsoft.com/office/drawing/2017/decorative" val="1"/>
              </a:ext>
            </a:extLst>
          </p:cNvPr>
          <p:cNvSpPr/>
          <p:nvPr/>
        </p:nvSpPr>
        <p:spPr>
          <a:xfrm rot="2700000">
            <a:off x="3678849" y="710118"/>
            <a:ext cx="485348" cy="485348"/>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5"/>
          </a:solidFill>
          <a:ln w="3848" cap="flat">
            <a:noFill/>
            <a:prstDash val="solid"/>
            <a:miter/>
          </a:ln>
          <a:effectLst>
            <a:outerShdw blurRad="101600" dist="38100" dir="16200000" rotWithShape="0">
              <a:srgbClr val="000000">
                <a:alpha val="25000"/>
              </a:srgbClr>
            </a:outerShdw>
          </a:effectLst>
        </p:spPr>
        <p:txBody>
          <a:bodyPr rtlCol="0" anchor="ctr"/>
          <a:lstStyle/>
          <a:p>
            <a:pPr rtl="0"/>
            <a:endParaRPr lang="sv-SE" noProof="0"/>
          </a:p>
        </p:txBody>
      </p:sp>
      <p:sp>
        <p:nvSpPr>
          <p:cNvPr id="26" name="Ellips 25">
            <a:extLst>
              <a:ext uri="{FF2B5EF4-FFF2-40B4-BE49-F238E27FC236}">
                <a16:creationId xmlns:a16="http://schemas.microsoft.com/office/drawing/2014/main" id="{B12F733F-6A95-4365-941D-3C310EC06055}"/>
              </a:ext>
              <a:ext uri="{C183D7F6-B498-43B3-948B-1728B52AA6E4}">
                <adec:decorative xmlns:adec="http://schemas.microsoft.com/office/drawing/2017/decorative" val="1"/>
              </a:ext>
            </a:extLst>
          </p:cNvPr>
          <p:cNvSpPr/>
          <p:nvPr/>
        </p:nvSpPr>
        <p:spPr>
          <a:xfrm rot="10800000">
            <a:off x="1949364" y="328201"/>
            <a:ext cx="418430" cy="418430"/>
          </a:xfrm>
          <a:prstGeom prst="ellipse">
            <a:avLst/>
          </a:prstGeom>
          <a:solidFill>
            <a:schemeClr val="accent5"/>
          </a:solidFill>
          <a:ln w="3848" cap="flat">
            <a:noFill/>
            <a:prstDash val="solid"/>
            <a:miter/>
          </a:ln>
          <a:effectLst>
            <a:outerShdw blurRad="101600" dist="38100" dir="16200000" rotWithShape="0">
              <a:srgbClr val="000000">
                <a:alpha val="25000"/>
              </a:srgbClr>
            </a:outerShdw>
          </a:effectLst>
        </p:spPr>
        <p:txBody>
          <a:bodyPr rtlCol="0" anchor="ctr"/>
          <a:lstStyle/>
          <a:p>
            <a:pPr rtl="0"/>
            <a:endParaRPr lang="sv-SE" noProof="0"/>
          </a:p>
        </p:txBody>
      </p:sp>
      <p:sp>
        <p:nvSpPr>
          <p:cNvPr id="34" name="Rubrik 1">
            <a:extLst>
              <a:ext uri="{FF2B5EF4-FFF2-40B4-BE49-F238E27FC236}">
                <a16:creationId xmlns:a16="http://schemas.microsoft.com/office/drawing/2014/main" id="{1F2624E7-C182-4BF3-A1CE-10E080235268}"/>
              </a:ext>
            </a:extLst>
          </p:cNvPr>
          <p:cNvSpPr>
            <a:spLocks noGrp="1"/>
          </p:cNvSpPr>
          <p:nvPr>
            <p:ph type="ctrTitle"/>
          </p:nvPr>
        </p:nvSpPr>
        <p:spPr>
          <a:xfrm>
            <a:off x="485634" y="575423"/>
            <a:ext cx="5435027" cy="3234577"/>
          </a:xfrm>
        </p:spPr>
        <p:txBody>
          <a:bodyPr rtlCol="0" anchor="b">
            <a:normAutofit/>
          </a:bodyPr>
          <a:lstStyle>
            <a:lvl1pPr>
              <a:defRPr sz="5400">
                <a:solidFill>
                  <a:schemeClr val="bg1"/>
                </a:solidFill>
              </a:defRPr>
            </a:lvl1pPr>
          </a:lstStyle>
          <a:p>
            <a:pPr algn="l" rtl="0"/>
            <a:r>
              <a:rPr lang="en-GB" sz="5400" noProof="0">
                <a:solidFill>
                  <a:srgbClr val="FFFFFF"/>
                </a:solidFill>
              </a:rPr>
              <a:t>Click to edit Master title style</a:t>
            </a:r>
            <a:endParaRPr lang="sv-SE" sz="5400" noProof="0">
              <a:solidFill>
                <a:srgbClr val="FFFFFF"/>
              </a:solidFill>
            </a:endParaRPr>
          </a:p>
        </p:txBody>
      </p:sp>
      <p:sp>
        <p:nvSpPr>
          <p:cNvPr id="29" name="Underrubrik 2">
            <a:extLst>
              <a:ext uri="{FF2B5EF4-FFF2-40B4-BE49-F238E27FC236}">
                <a16:creationId xmlns:a16="http://schemas.microsoft.com/office/drawing/2014/main" id="{2E173997-1548-44F7-B0A4-108B77F0B820}"/>
              </a:ext>
            </a:extLst>
          </p:cNvPr>
          <p:cNvSpPr>
            <a:spLocks noGrp="1"/>
          </p:cNvSpPr>
          <p:nvPr>
            <p:ph type="subTitle" idx="1"/>
          </p:nvPr>
        </p:nvSpPr>
        <p:spPr>
          <a:xfrm>
            <a:off x="485636" y="4004423"/>
            <a:ext cx="5435026" cy="2278154"/>
          </a:xfrm>
        </p:spPr>
        <p:txBody>
          <a:bodyPr rtlCol="0" anchor="t">
            <a:normAutofit/>
          </a:bodyPr>
          <a:lstStyle>
            <a:lvl1pPr marL="0" indent="0">
              <a:buNone/>
              <a:defRPr sz="2400">
                <a:solidFill>
                  <a:schemeClr val="bg1"/>
                </a:solidFill>
              </a:defRPr>
            </a:lvl1pPr>
          </a:lstStyle>
          <a:p>
            <a:pPr algn="l" rtl="0"/>
            <a:r>
              <a:rPr lang="en-GB" noProof="0">
                <a:solidFill>
                  <a:srgbClr val="FFFFFF"/>
                </a:solidFill>
              </a:rPr>
              <a:t>Click to edit Master subtitle style</a:t>
            </a:r>
            <a:endParaRPr lang="sv-SE" noProof="0">
              <a:solidFill>
                <a:srgbClr val="FFFFFF"/>
              </a:solidFill>
            </a:endParaRPr>
          </a:p>
        </p:txBody>
      </p:sp>
      <p:sp>
        <p:nvSpPr>
          <p:cNvPr id="37" name="Platshållare för bild 34">
            <a:extLst>
              <a:ext uri="{FF2B5EF4-FFF2-40B4-BE49-F238E27FC236}">
                <a16:creationId xmlns:a16="http://schemas.microsoft.com/office/drawing/2014/main" id="{A37CD930-076A-4257-8800-922EDF1A0576}"/>
              </a:ext>
            </a:extLst>
          </p:cNvPr>
          <p:cNvSpPr>
            <a:spLocks noGrp="1"/>
          </p:cNvSpPr>
          <p:nvPr>
            <p:ph type="pic" sz="quarter" idx="13" hasCustomPrompt="1"/>
          </p:nvPr>
        </p:nvSpPr>
        <p:spPr>
          <a:xfrm>
            <a:off x="6197600" y="574675"/>
            <a:ext cx="5445125" cy="5749925"/>
          </a:xfrm>
        </p:spPr>
        <p:txBody>
          <a:bodyPr rtlCol="0">
            <a:normAutofit/>
          </a:bodyPr>
          <a:lstStyle>
            <a:lvl1pPr marL="0" indent="0" algn="ctr">
              <a:buNone/>
              <a:defRPr sz="2000">
                <a:solidFill>
                  <a:schemeClr val="bg1"/>
                </a:solidFill>
              </a:defRPr>
            </a:lvl1pPr>
          </a:lstStyle>
          <a:p>
            <a:pPr rtl="0"/>
            <a:r>
              <a:rPr lang="sv-SE" noProof="0"/>
              <a:t>Infoga fotot här</a:t>
            </a:r>
          </a:p>
        </p:txBody>
      </p:sp>
      <p:sp>
        <p:nvSpPr>
          <p:cNvPr id="31" name="Platshållare för datum 4">
            <a:extLst>
              <a:ext uri="{FF2B5EF4-FFF2-40B4-BE49-F238E27FC236}">
                <a16:creationId xmlns:a16="http://schemas.microsoft.com/office/drawing/2014/main" id="{B17F4254-E7F3-482D-83B2-F40E678DC31A}"/>
              </a:ext>
            </a:extLst>
          </p:cNvPr>
          <p:cNvSpPr>
            <a:spLocks noGrp="1"/>
          </p:cNvSpPr>
          <p:nvPr>
            <p:ph type="dt" sz="half" idx="10"/>
          </p:nvPr>
        </p:nvSpPr>
        <p:spPr>
          <a:xfrm>
            <a:off x="838200" y="6400800"/>
            <a:ext cx="2743200" cy="365125"/>
          </a:xfrm>
        </p:spPr>
        <p:txBody>
          <a:bodyPr rtlCol="0"/>
          <a:lstStyle/>
          <a:p>
            <a:pPr rtl="0"/>
            <a:r>
              <a:rPr lang="sv-SE" noProof="0">
                <a:solidFill>
                  <a:srgbClr val="FFFFFF"/>
                </a:solidFill>
              </a:rPr>
              <a:t>2/2/20XX</a:t>
            </a:r>
          </a:p>
        </p:txBody>
      </p:sp>
      <p:sp>
        <p:nvSpPr>
          <p:cNvPr id="32" name="Platshållare för sidfot 5">
            <a:extLst>
              <a:ext uri="{FF2B5EF4-FFF2-40B4-BE49-F238E27FC236}">
                <a16:creationId xmlns:a16="http://schemas.microsoft.com/office/drawing/2014/main" id="{69A3213B-8554-4293-925C-3977950B2FC8}"/>
              </a:ext>
            </a:extLst>
          </p:cNvPr>
          <p:cNvSpPr>
            <a:spLocks noGrp="1"/>
          </p:cNvSpPr>
          <p:nvPr>
            <p:ph type="ftr" sz="quarter" idx="11"/>
          </p:nvPr>
        </p:nvSpPr>
        <p:spPr>
          <a:xfrm>
            <a:off x="4038600" y="6400800"/>
            <a:ext cx="4114800" cy="365125"/>
          </a:xfrm>
        </p:spPr>
        <p:txBody>
          <a:bodyPr rtlCol="0"/>
          <a:lstStyle/>
          <a:p>
            <a:pPr rtl="0"/>
            <a:r>
              <a:rPr lang="sv-SE" noProof="0">
                <a:solidFill>
                  <a:srgbClr val="FFFFFF"/>
                </a:solidFill>
              </a:rPr>
              <a:t>PRESENTATIONENS RUBRIK</a:t>
            </a:r>
          </a:p>
        </p:txBody>
      </p:sp>
      <p:sp>
        <p:nvSpPr>
          <p:cNvPr id="33" name="Platshållare för bildnummer 6">
            <a:extLst>
              <a:ext uri="{FF2B5EF4-FFF2-40B4-BE49-F238E27FC236}">
                <a16:creationId xmlns:a16="http://schemas.microsoft.com/office/drawing/2014/main" id="{E6081EFA-FDDB-48B1-8F8F-506DAA8FB2BE}"/>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solidFill>
                  <a:srgbClr val="FFFFFF"/>
                </a:solidFill>
              </a:rPr>
              <a:pPr rtl="0"/>
              <a:t>‹#›</a:t>
            </a:fld>
            <a:endParaRPr lang="sv-SE" noProof="0">
              <a:solidFill>
                <a:srgbClr val="FFFFFF"/>
              </a:solidFill>
            </a:endParaRPr>
          </a:p>
        </p:txBody>
      </p:sp>
      <p:sp>
        <p:nvSpPr>
          <p:cNvPr id="39" name="Ellips 38">
            <a:extLst>
              <a:ext uri="{FF2B5EF4-FFF2-40B4-BE49-F238E27FC236}">
                <a16:creationId xmlns:a16="http://schemas.microsoft.com/office/drawing/2014/main" id="{7A5EAFD9-C10D-423D-877A-A7E344B82A86}"/>
              </a:ext>
              <a:ext uri="{C183D7F6-B498-43B3-948B-1728B52AA6E4}">
                <adec:decorative xmlns:adec="http://schemas.microsoft.com/office/drawing/2017/decorative" val="1"/>
              </a:ext>
            </a:extLst>
          </p:cNvPr>
          <p:cNvSpPr/>
          <p:nvPr userDrawn="1"/>
        </p:nvSpPr>
        <p:spPr>
          <a:xfrm rot="10800000">
            <a:off x="11725987" y="6085893"/>
            <a:ext cx="261660" cy="261660"/>
          </a:xfrm>
          <a:prstGeom prst="ellipse">
            <a:avLst/>
          </a:prstGeom>
          <a:solidFill>
            <a:schemeClr val="accent5"/>
          </a:solidFill>
          <a:ln w="3848" cap="flat">
            <a:noFill/>
            <a:prstDash val="solid"/>
            <a:miter/>
          </a:ln>
          <a:effectLst>
            <a:outerShdw blurRad="101600" dist="38100" dir="16200000" rotWithShape="0">
              <a:srgbClr val="000000">
                <a:alpha val="25000"/>
              </a:srgbClr>
            </a:outerShdw>
          </a:effectLst>
        </p:spPr>
        <p:txBody>
          <a:bodyPr rtlCol="0" anchor="ctr"/>
          <a:lstStyle/>
          <a:p>
            <a:pPr rtl="0"/>
            <a:endParaRPr lang="sv-SE" noProof="0"/>
          </a:p>
        </p:txBody>
      </p:sp>
      <p:sp>
        <p:nvSpPr>
          <p:cNvPr id="41" name="Ellips 40">
            <a:extLst>
              <a:ext uri="{FF2B5EF4-FFF2-40B4-BE49-F238E27FC236}">
                <a16:creationId xmlns:a16="http://schemas.microsoft.com/office/drawing/2014/main" id="{552E34FD-F45A-4FC4-A537-1CD327317B7F}"/>
              </a:ext>
              <a:ext uri="{C183D7F6-B498-43B3-948B-1728B52AA6E4}">
                <adec:decorative xmlns:adec="http://schemas.microsoft.com/office/drawing/2017/decorative" val="1"/>
              </a:ext>
            </a:extLst>
          </p:cNvPr>
          <p:cNvSpPr/>
          <p:nvPr userDrawn="1"/>
        </p:nvSpPr>
        <p:spPr>
          <a:xfrm rot="10800000">
            <a:off x="11234728" y="5325178"/>
            <a:ext cx="418430" cy="418430"/>
          </a:xfrm>
          <a:prstGeom prst="ellipse">
            <a:avLst/>
          </a:prstGeom>
          <a:solidFill>
            <a:schemeClr val="accent5"/>
          </a:solidFill>
          <a:ln w="3848" cap="flat">
            <a:noFill/>
            <a:prstDash val="solid"/>
            <a:miter/>
          </a:ln>
          <a:effectLst>
            <a:outerShdw blurRad="101600" dist="38100" dir="16200000" rotWithShape="0">
              <a:srgbClr val="000000">
                <a:alpha val="25000"/>
              </a:srgbClr>
            </a:outerShdw>
          </a:effectLst>
        </p:spPr>
        <p:txBody>
          <a:bodyPr rtlCol="0" anchor="ctr"/>
          <a:lstStyle/>
          <a:p>
            <a:pPr rtl="0"/>
            <a:endParaRPr lang="sv-SE" noProof="0"/>
          </a:p>
        </p:txBody>
      </p:sp>
    </p:spTree>
    <p:extLst>
      <p:ext uri="{BB962C8B-B14F-4D97-AF65-F5344CB8AC3E}">
        <p14:creationId xmlns:p14="http://schemas.microsoft.com/office/powerpoint/2010/main" val="3840208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9" name="Grupp 8">
            <a:extLst>
              <a:ext uri="{FF2B5EF4-FFF2-40B4-BE49-F238E27FC236}">
                <a16:creationId xmlns:a16="http://schemas.microsoft.com/office/drawing/2014/main" id="{0BE28B89-23CB-4E2C-9090-24A7CDF75E0C}"/>
              </a:ext>
              <a:ext uri="{C183D7F6-B498-43B3-948B-1728B52AA6E4}">
                <adec:decorative xmlns:adec="http://schemas.microsoft.com/office/drawing/2017/decorative" val="1"/>
              </a:ext>
            </a:extLst>
          </p:cNvPr>
          <p:cNvGrpSpPr/>
          <p:nvPr userDrawn="1"/>
        </p:nvGrpSpPr>
        <p:grpSpPr>
          <a:xfrm>
            <a:off x="127986" y="173174"/>
            <a:ext cx="11687253" cy="6145490"/>
            <a:chOff x="127986" y="173174"/>
            <a:chExt cx="11687253" cy="6145490"/>
          </a:xfrm>
        </p:grpSpPr>
        <p:sp useBgFill="1">
          <p:nvSpPr>
            <p:cNvPr id="10" name="Bild 10">
              <a:extLst>
                <a:ext uri="{FF2B5EF4-FFF2-40B4-BE49-F238E27FC236}">
                  <a16:creationId xmlns:a16="http://schemas.microsoft.com/office/drawing/2014/main" id="{26535BF8-E789-4325-8C4F-264426E02116}"/>
                </a:ext>
              </a:extLst>
            </p:cNvPr>
            <p:cNvSpPr/>
            <p:nvPr/>
          </p:nvSpPr>
          <p:spPr>
            <a:xfrm rot="18900000" flipH="1">
              <a:off x="10799652" y="173174"/>
              <a:ext cx="1015587" cy="10155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1" name="Ellips 10">
              <a:extLst>
                <a:ext uri="{FF2B5EF4-FFF2-40B4-BE49-F238E27FC236}">
                  <a16:creationId xmlns:a16="http://schemas.microsoft.com/office/drawing/2014/main" id="{B78DBD66-1754-4720-8E59-A61B23F58E27}"/>
                </a:ext>
              </a:extLst>
            </p:cNvPr>
            <p:cNvSpPr/>
            <p:nvPr/>
          </p:nvSpPr>
          <p:spPr>
            <a:xfrm rot="10800000" flipH="1">
              <a:off x="10187575" y="200771"/>
              <a:ext cx="175876" cy="17587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2" name="Ellips 11">
              <a:extLst>
                <a:ext uri="{FF2B5EF4-FFF2-40B4-BE49-F238E27FC236}">
                  <a16:creationId xmlns:a16="http://schemas.microsoft.com/office/drawing/2014/main" id="{75D17540-387A-482A-B432-46A1EFB58756}"/>
                </a:ext>
              </a:extLst>
            </p:cNvPr>
            <p:cNvSpPr/>
            <p:nvPr/>
          </p:nvSpPr>
          <p:spPr>
            <a:xfrm rot="10800000" flipH="1">
              <a:off x="127986" y="6031517"/>
              <a:ext cx="287147" cy="28714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3" name="Ellips 12">
              <a:extLst>
                <a:ext uri="{FF2B5EF4-FFF2-40B4-BE49-F238E27FC236}">
                  <a16:creationId xmlns:a16="http://schemas.microsoft.com/office/drawing/2014/main" id="{E29BA681-D191-4B3E-B7AD-D4DD1956C66B}"/>
                </a:ext>
              </a:extLst>
            </p:cNvPr>
            <p:cNvSpPr/>
            <p:nvPr/>
          </p:nvSpPr>
          <p:spPr>
            <a:xfrm rot="10800000" flipH="1">
              <a:off x="9714204" y="733387"/>
              <a:ext cx="348801" cy="34880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4" name="Rubrik 1">
            <a:extLst>
              <a:ext uri="{FF2B5EF4-FFF2-40B4-BE49-F238E27FC236}">
                <a16:creationId xmlns:a16="http://schemas.microsoft.com/office/drawing/2014/main" id="{B0E8379E-F532-476C-8A66-79F96DB2E7A9}"/>
              </a:ext>
            </a:extLst>
          </p:cNvPr>
          <p:cNvSpPr>
            <a:spLocks noGrp="1"/>
          </p:cNvSpPr>
          <p:nvPr>
            <p:ph type="title"/>
          </p:nvPr>
        </p:nvSpPr>
        <p:spPr>
          <a:xfrm>
            <a:off x="5178252" y="544786"/>
            <a:ext cx="6400800" cy="1683971"/>
          </a:xfrm>
        </p:spPr>
        <p:txBody>
          <a:bodyPr rtlCol="0" anchor="b">
            <a:normAutofit/>
          </a:bodyPr>
          <a:lstStyle/>
          <a:p>
            <a:pPr rtl="0"/>
            <a:r>
              <a:rPr lang="en-GB" noProof="0">
                <a:cs typeface="Segoe UI" panose="020B0502040204020203" pitchFamily="34" charset="0"/>
              </a:rPr>
              <a:t>Click to edit Master title style</a:t>
            </a:r>
            <a:endParaRPr lang="sv-SE" noProof="0">
              <a:cs typeface="Segoe UI" panose="020B0502040204020203" pitchFamily="34" charset="0"/>
            </a:endParaRPr>
          </a:p>
        </p:txBody>
      </p:sp>
      <p:sp>
        <p:nvSpPr>
          <p:cNvPr id="28" name="Platshållare för bild 22">
            <a:extLst>
              <a:ext uri="{FF2B5EF4-FFF2-40B4-BE49-F238E27FC236}">
                <a16:creationId xmlns:a16="http://schemas.microsoft.com/office/drawing/2014/main" id="{C1B7FDD6-4D3A-4AE1-B7D0-86DC45B0EA39}"/>
              </a:ext>
            </a:extLst>
          </p:cNvPr>
          <p:cNvSpPr>
            <a:spLocks noGrp="1"/>
          </p:cNvSpPr>
          <p:nvPr>
            <p:ph type="pic" sz="quarter" idx="13" hasCustomPrompt="1"/>
          </p:nvPr>
        </p:nvSpPr>
        <p:spPr>
          <a:xfrm>
            <a:off x="542925" y="574675"/>
            <a:ext cx="4022725" cy="1867360"/>
          </a:xfrm>
        </p:spPr>
        <p:txBody>
          <a:bodyPr rtlCol="0">
            <a:normAutofit/>
          </a:bodyPr>
          <a:lstStyle>
            <a:lvl1pPr marL="0" indent="0" algn="ctr">
              <a:buNone/>
              <a:defRPr sz="2000"/>
            </a:lvl1pPr>
          </a:lstStyle>
          <a:p>
            <a:pPr rtl="0"/>
            <a:r>
              <a:rPr lang="sv-SE" noProof="0"/>
              <a:t>Infoga fotot här</a:t>
            </a:r>
          </a:p>
        </p:txBody>
      </p:sp>
      <p:sp>
        <p:nvSpPr>
          <p:cNvPr id="29" name="Platshållare för bild 24">
            <a:extLst>
              <a:ext uri="{FF2B5EF4-FFF2-40B4-BE49-F238E27FC236}">
                <a16:creationId xmlns:a16="http://schemas.microsoft.com/office/drawing/2014/main" id="{31A33AED-20A4-4373-814A-DA708A6CBE47}"/>
              </a:ext>
            </a:extLst>
          </p:cNvPr>
          <p:cNvSpPr>
            <a:spLocks noGrp="1"/>
          </p:cNvSpPr>
          <p:nvPr>
            <p:ph type="pic" sz="quarter" idx="14" hasCustomPrompt="1"/>
          </p:nvPr>
        </p:nvSpPr>
        <p:spPr>
          <a:xfrm>
            <a:off x="542925" y="2519163"/>
            <a:ext cx="4022725" cy="1843040"/>
          </a:xfrm>
        </p:spPr>
        <p:txBody>
          <a:bodyPr rtlCol="0">
            <a:normAutofit/>
          </a:bodyPr>
          <a:lstStyle>
            <a:lvl1pPr marL="0" indent="0" algn="ctr">
              <a:buNone/>
              <a:defRPr sz="2000"/>
            </a:lvl1pPr>
          </a:lstStyle>
          <a:p>
            <a:pPr rtl="0"/>
            <a:r>
              <a:rPr lang="sv-SE" noProof="0"/>
              <a:t>Infoga fotot här</a:t>
            </a:r>
          </a:p>
        </p:txBody>
      </p:sp>
      <p:sp>
        <p:nvSpPr>
          <p:cNvPr id="30" name="Platshållare för bild 26">
            <a:extLst>
              <a:ext uri="{FF2B5EF4-FFF2-40B4-BE49-F238E27FC236}">
                <a16:creationId xmlns:a16="http://schemas.microsoft.com/office/drawing/2014/main" id="{912C8FB0-089E-45C8-820C-1DB37CF6EDD2}"/>
              </a:ext>
            </a:extLst>
          </p:cNvPr>
          <p:cNvSpPr>
            <a:spLocks noGrp="1"/>
          </p:cNvSpPr>
          <p:nvPr>
            <p:ph type="pic" sz="quarter" idx="15" hasCustomPrompt="1"/>
          </p:nvPr>
        </p:nvSpPr>
        <p:spPr>
          <a:xfrm>
            <a:off x="542925" y="4439331"/>
            <a:ext cx="4022725" cy="1879333"/>
          </a:xfrm>
        </p:spPr>
        <p:txBody>
          <a:bodyPr rtlCol="0">
            <a:normAutofit/>
          </a:bodyPr>
          <a:lstStyle>
            <a:lvl1pPr marL="0" indent="0" algn="ctr">
              <a:buNone/>
              <a:defRPr sz="2000"/>
            </a:lvl1pPr>
          </a:lstStyle>
          <a:p>
            <a:pPr rtl="0"/>
            <a:r>
              <a:rPr lang="sv-SE" noProof="0"/>
              <a:t>Infoga fotot här</a:t>
            </a:r>
          </a:p>
        </p:txBody>
      </p:sp>
      <p:sp>
        <p:nvSpPr>
          <p:cNvPr id="18" name="Platshållare för innehåll 2">
            <a:extLst>
              <a:ext uri="{FF2B5EF4-FFF2-40B4-BE49-F238E27FC236}">
                <a16:creationId xmlns:a16="http://schemas.microsoft.com/office/drawing/2014/main" id="{27E06B4D-C658-4E45-A3F7-F9764B1970D4}"/>
              </a:ext>
            </a:extLst>
          </p:cNvPr>
          <p:cNvSpPr>
            <a:spLocks noGrp="1"/>
          </p:cNvSpPr>
          <p:nvPr>
            <p:ph idx="1"/>
          </p:nvPr>
        </p:nvSpPr>
        <p:spPr>
          <a:xfrm>
            <a:off x="5178252" y="2409776"/>
            <a:ext cx="6400800" cy="3714837"/>
          </a:xfrm>
        </p:spPr>
        <p:txBody>
          <a:bodyPr rtlCol="0" anchor="t">
            <a:normAutofit/>
          </a:bodyPr>
          <a:lstStyle>
            <a:lvl1pPr>
              <a:lnSpc>
                <a:spcPct val="100000"/>
              </a:lnSpc>
              <a:buClr>
                <a:schemeClr val="accent6"/>
              </a:buClr>
              <a:defRPr/>
            </a:lvl1pPr>
          </a:lstStyle>
          <a:p>
            <a:pPr lvl="0" rtl="0">
              <a:lnSpc>
                <a:spcPct val="120000"/>
              </a:lnSpc>
              <a:buFont typeface="Aller" panose="020B0603020203020204" pitchFamily="34" charset="0"/>
              <a:buChar char="+"/>
            </a:pPr>
            <a:r>
              <a:rPr lang="en-GB" sz="1800" noProof="0">
                <a:cs typeface="Segoe UI" panose="020B0502040204020203" pitchFamily="34" charset="0"/>
              </a:rPr>
              <a:t>Click to edit Master text styles</a:t>
            </a:r>
          </a:p>
        </p:txBody>
      </p:sp>
      <p:sp>
        <p:nvSpPr>
          <p:cNvPr id="19" name="Platshållare för datum 4">
            <a:extLst>
              <a:ext uri="{FF2B5EF4-FFF2-40B4-BE49-F238E27FC236}">
                <a16:creationId xmlns:a16="http://schemas.microsoft.com/office/drawing/2014/main" id="{15A75550-8D38-4A9F-85E4-7A0AAC044353}"/>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20" name="Platshållare för sidfot 5">
            <a:extLst>
              <a:ext uri="{FF2B5EF4-FFF2-40B4-BE49-F238E27FC236}">
                <a16:creationId xmlns:a16="http://schemas.microsoft.com/office/drawing/2014/main" id="{38B8FA61-4080-4FE6-A841-33EBEFFA7F0E}"/>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21" name="Platshållare för bildnummer 6">
            <a:extLst>
              <a:ext uri="{FF2B5EF4-FFF2-40B4-BE49-F238E27FC236}">
                <a16:creationId xmlns:a16="http://schemas.microsoft.com/office/drawing/2014/main" id="{D100CF52-3E48-4F45-8364-508D4B714566}"/>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Tree>
    <p:extLst>
      <p:ext uri="{BB962C8B-B14F-4D97-AF65-F5344CB8AC3E}">
        <p14:creationId xmlns:p14="http://schemas.microsoft.com/office/powerpoint/2010/main" val="109126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ledning">
    <p:spTree>
      <p:nvGrpSpPr>
        <p:cNvPr id="1" name=""/>
        <p:cNvGrpSpPr/>
        <p:nvPr/>
      </p:nvGrpSpPr>
      <p:grpSpPr>
        <a:xfrm>
          <a:off x="0" y="0"/>
          <a:ext cx="0" cy="0"/>
          <a:chOff x="0" y="0"/>
          <a:chExt cx="0" cy="0"/>
        </a:xfrm>
      </p:grpSpPr>
      <p:sp useBgFill="1">
        <p:nvSpPr>
          <p:cNvPr id="9" name="Bild 10">
            <a:extLst>
              <a:ext uri="{FF2B5EF4-FFF2-40B4-BE49-F238E27FC236}">
                <a16:creationId xmlns:a16="http://schemas.microsoft.com/office/drawing/2014/main" id="{700F5C96-E2D7-4D19-99B6-D56001B8D3D4}"/>
              </a:ext>
              <a:ext uri="{C183D7F6-B498-43B3-948B-1728B52AA6E4}">
                <adec:decorative xmlns:adec="http://schemas.microsoft.com/office/drawing/2017/decorative" val="1"/>
              </a:ext>
            </a:extLst>
          </p:cNvPr>
          <p:cNvSpPr/>
          <p:nvPr userDrawn="1"/>
        </p:nvSpPr>
        <p:spPr>
          <a:xfrm rot="2700000">
            <a:off x="10891156" y="241085"/>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0" name="Ellips 9">
            <a:extLst>
              <a:ext uri="{FF2B5EF4-FFF2-40B4-BE49-F238E27FC236}">
                <a16:creationId xmlns:a16="http://schemas.microsoft.com/office/drawing/2014/main" id="{C3AFF211-012D-43E4-B59F-BAFA07FEE0EF}"/>
              </a:ext>
              <a:ext uri="{C183D7F6-B498-43B3-948B-1728B52AA6E4}">
                <adec:decorative xmlns:adec="http://schemas.microsoft.com/office/drawing/2017/decorative" val="1"/>
              </a:ext>
            </a:extLst>
          </p:cNvPr>
          <p:cNvSpPr/>
          <p:nvPr userDrawn="1"/>
        </p:nvSpPr>
        <p:spPr>
          <a:xfrm rot="10800000">
            <a:off x="10734076" y="1394142"/>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p:nvSpPr>
          <p:cNvPr id="11" name="Rubrik 1">
            <a:extLst>
              <a:ext uri="{FF2B5EF4-FFF2-40B4-BE49-F238E27FC236}">
                <a16:creationId xmlns:a16="http://schemas.microsoft.com/office/drawing/2014/main" id="{6525CA5D-5FF0-4FEA-A2FC-2239486D981A}"/>
              </a:ext>
            </a:extLst>
          </p:cNvPr>
          <p:cNvSpPr>
            <a:spLocks noGrp="1"/>
          </p:cNvSpPr>
          <p:nvPr>
            <p:ph type="title"/>
          </p:nvPr>
        </p:nvSpPr>
        <p:spPr>
          <a:xfrm>
            <a:off x="457199" y="566490"/>
            <a:ext cx="11238347" cy="1502704"/>
          </a:xfrm>
        </p:spPr>
        <p:txBody>
          <a:bodyPr rtlCol="0" anchor="ctr">
            <a:normAutofit/>
          </a:bodyPr>
          <a:lstStyle/>
          <a:p>
            <a:pPr rtl="0"/>
            <a:r>
              <a:rPr lang="en-GB" noProof="0">
                <a:cs typeface="Segoe UI" panose="020B0502040204020203" pitchFamily="34" charset="0"/>
              </a:rPr>
              <a:t>Click to edit Master title style</a:t>
            </a:r>
            <a:endParaRPr lang="sv-SE" noProof="0">
              <a:cs typeface="Segoe UI" panose="020B0502040204020203" pitchFamily="34" charset="0"/>
            </a:endParaRPr>
          </a:p>
        </p:txBody>
      </p:sp>
      <p:sp>
        <p:nvSpPr>
          <p:cNvPr id="3" name="Platshållare för innehåll 2">
            <a:extLst>
              <a:ext uri="{FF2B5EF4-FFF2-40B4-BE49-F238E27FC236}">
                <a16:creationId xmlns:a16="http://schemas.microsoft.com/office/drawing/2014/main" id="{A3976CE4-35AA-4B7D-B1D9-AFEC56F1F97C}"/>
              </a:ext>
            </a:extLst>
          </p:cNvPr>
          <p:cNvSpPr>
            <a:spLocks noGrp="1"/>
          </p:cNvSpPr>
          <p:nvPr>
            <p:ph sz="quarter" idx="14" hasCustomPrompt="1"/>
          </p:nvPr>
        </p:nvSpPr>
        <p:spPr>
          <a:xfrm>
            <a:off x="457201" y="2286000"/>
            <a:ext cx="5435600" cy="4005263"/>
          </a:xfrm>
        </p:spPr>
        <p:txBody>
          <a:bodyPr rtlCol="0">
            <a:normAutofit/>
          </a:bodyPr>
          <a:lstStyle>
            <a:lvl1pPr marL="0" indent="0">
              <a:lnSpc>
                <a:spcPct val="100000"/>
              </a:lnSpc>
              <a:spcBef>
                <a:spcPts val="1000"/>
              </a:spcBef>
              <a:buNone/>
              <a:defRPr sz="1800" baseline="0"/>
            </a:lvl1pPr>
            <a:lvl2pPr marL="457200" indent="0">
              <a:lnSpc>
                <a:spcPct val="100000"/>
              </a:lnSpc>
              <a:spcBef>
                <a:spcPts val="1000"/>
              </a:spcBef>
              <a:buNone/>
              <a:defRPr/>
            </a:lvl2pPr>
            <a:lvl3pPr marL="914400" indent="0">
              <a:lnSpc>
                <a:spcPct val="100000"/>
              </a:lnSpc>
              <a:spcBef>
                <a:spcPts val="1000"/>
              </a:spcBef>
              <a:buNone/>
              <a:defRPr/>
            </a:lvl3pPr>
            <a:lvl4pPr marL="1371600" indent="0">
              <a:lnSpc>
                <a:spcPct val="100000"/>
              </a:lnSpc>
              <a:spcBef>
                <a:spcPts val="1000"/>
              </a:spcBef>
              <a:buNone/>
              <a:defRPr/>
            </a:lvl4pPr>
            <a:lvl5pPr marL="1828800" indent="0">
              <a:lnSpc>
                <a:spcPct val="100000"/>
              </a:lnSpc>
              <a:spcBef>
                <a:spcPts val="1000"/>
              </a:spcBef>
              <a:buNone/>
              <a:defRPr/>
            </a:lvl5pPr>
          </a:lstStyle>
          <a:p>
            <a:pPr lvl="0" rtl="0"/>
            <a:r>
              <a:rPr lang="sv-SE" noProof="0"/>
              <a:t>Objekt</a:t>
            </a:r>
          </a:p>
        </p:txBody>
      </p:sp>
      <p:sp>
        <p:nvSpPr>
          <p:cNvPr id="20" name="Platshållare för bild 18">
            <a:extLst>
              <a:ext uri="{FF2B5EF4-FFF2-40B4-BE49-F238E27FC236}">
                <a16:creationId xmlns:a16="http://schemas.microsoft.com/office/drawing/2014/main" id="{CA50A35E-7645-4F70-8ADA-229A6593E79D}"/>
              </a:ext>
            </a:extLst>
          </p:cNvPr>
          <p:cNvSpPr>
            <a:spLocks noGrp="1"/>
          </p:cNvSpPr>
          <p:nvPr>
            <p:ph type="pic" sz="quarter" idx="13" hasCustomPrompt="1"/>
          </p:nvPr>
        </p:nvSpPr>
        <p:spPr>
          <a:xfrm>
            <a:off x="6207125" y="2286000"/>
            <a:ext cx="5435600" cy="4038600"/>
          </a:xfrm>
        </p:spPr>
        <p:txBody>
          <a:bodyPr rtlCol="0">
            <a:normAutofit/>
          </a:bodyPr>
          <a:lstStyle>
            <a:lvl1pPr marL="0" indent="0" algn="ctr">
              <a:buNone/>
              <a:defRPr sz="2000"/>
            </a:lvl1pPr>
          </a:lstStyle>
          <a:p>
            <a:pPr rtl="0"/>
            <a:r>
              <a:rPr lang="sv-SE" noProof="0"/>
              <a:t>Infoga fotot här</a:t>
            </a:r>
          </a:p>
        </p:txBody>
      </p:sp>
      <p:sp>
        <p:nvSpPr>
          <p:cNvPr id="15" name="Platshållare för datum 4">
            <a:extLst>
              <a:ext uri="{FF2B5EF4-FFF2-40B4-BE49-F238E27FC236}">
                <a16:creationId xmlns:a16="http://schemas.microsoft.com/office/drawing/2014/main" id="{0190A104-68BF-4430-B596-8DF4AAFD6BA4}"/>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6" name="Platshållare för sidfot 5">
            <a:extLst>
              <a:ext uri="{FF2B5EF4-FFF2-40B4-BE49-F238E27FC236}">
                <a16:creationId xmlns:a16="http://schemas.microsoft.com/office/drawing/2014/main" id="{8CCC4275-F340-400B-8C07-11B2A7B22D7D}"/>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17" name="Platshållare för bildnummer 6">
            <a:extLst>
              <a:ext uri="{FF2B5EF4-FFF2-40B4-BE49-F238E27FC236}">
                <a16:creationId xmlns:a16="http://schemas.microsoft.com/office/drawing/2014/main" id="{9C38366E-8B47-475F-9F64-91C075E2FE0A}"/>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Tree>
    <p:extLst>
      <p:ext uri="{BB962C8B-B14F-4D97-AF65-F5344CB8AC3E}">
        <p14:creationId xmlns:p14="http://schemas.microsoft.com/office/powerpoint/2010/main" val="123074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vsnittsbrytning">
    <p:spTree>
      <p:nvGrpSpPr>
        <p:cNvPr id="1" name=""/>
        <p:cNvGrpSpPr/>
        <p:nvPr/>
      </p:nvGrpSpPr>
      <p:grpSpPr>
        <a:xfrm>
          <a:off x="0" y="0"/>
          <a:ext cx="0" cy="0"/>
          <a:chOff x="0" y="0"/>
          <a:chExt cx="0" cy="0"/>
        </a:xfrm>
      </p:grpSpPr>
      <p:sp>
        <p:nvSpPr>
          <p:cNvPr id="10" name="Rubrik 1">
            <a:extLst>
              <a:ext uri="{FF2B5EF4-FFF2-40B4-BE49-F238E27FC236}">
                <a16:creationId xmlns:a16="http://schemas.microsoft.com/office/drawing/2014/main" id="{DDDE94BA-93DF-4A00-A48C-185D23B2FF6B}"/>
              </a:ext>
            </a:extLst>
          </p:cNvPr>
          <p:cNvSpPr>
            <a:spLocks noGrp="1"/>
          </p:cNvSpPr>
          <p:nvPr>
            <p:ph type="ctrTitle"/>
          </p:nvPr>
        </p:nvSpPr>
        <p:spPr>
          <a:xfrm>
            <a:off x="5430848" y="728905"/>
            <a:ext cx="5922952" cy="3184274"/>
          </a:xfrm>
        </p:spPr>
        <p:txBody>
          <a:bodyPr rtlCol="0" anchor="b">
            <a:normAutofit/>
          </a:bodyPr>
          <a:lstStyle/>
          <a:p>
            <a:pPr algn="l" rtl="0"/>
            <a:r>
              <a:rPr lang="en-GB" sz="5400" noProof="0"/>
              <a:t>Click to edit Master title style</a:t>
            </a:r>
            <a:endParaRPr lang="sv-SE" sz="5400" noProof="0"/>
          </a:p>
        </p:txBody>
      </p:sp>
      <p:sp>
        <p:nvSpPr>
          <p:cNvPr id="11" name="Underrubrik 2">
            <a:extLst>
              <a:ext uri="{FF2B5EF4-FFF2-40B4-BE49-F238E27FC236}">
                <a16:creationId xmlns:a16="http://schemas.microsoft.com/office/drawing/2014/main" id="{4DBB12C2-98A6-4E7C-8122-E2EE21BFC7E7}"/>
              </a:ext>
            </a:extLst>
          </p:cNvPr>
          <p:cNvSpPr>
            <a:spLocks noGrp="1"/>
          </p:cNvSpPr>
          <p:nvPr>
            <p:ph type="subTitle" idx="1"/>
          </p:nvPr>
        </p:nvSpPr>
        <p:spPr>
          <a:xfrm>
            <a:off x="5397967" y="4072044"/>
            <a:ext cx="5942079" cy="1495379"/>
          </a:xfrm>
        </p:spPr>
        <p:txBody>
          <a:bodyPr rtlCol="0"/>
          <a:lstStyle>
            <a:lvl1pPr marL="0" indent="0">
              <a:buClr>
                <a:schemeClr val="accent6"/>
              </a:buClr>
              <a:buNone/>
              <a:defRPr/>
            </a:lvl1pPr>
          </a:lstStyle>
          <a:p>
            <a:pPr algn="l" rtl="0"/>
            <a:r>
              <a:rPr lang="en-GB" noProof="0"/>
              <a:t>Click to edit Master subtitle style</a:t>
            </a:r>
            <a:endParaRPr lang="sv-SE" noProof="0"/>
          </a:p>
        </p:txBody>
      </p:sp>
      <p:sp>
        <p:nvSpPr>
          <p:cNvPr id="18" name="Platshållare för datum 10">
            <a:extLst>
              <a:ext uri="{FF2B5EF4-FFF2-40B4-BE49-F238E27FC236}">
                <a16:creationId xmlns:a16="http://schemas.microsoft.com/office/drawing/2014/main" id="{AC49D1E9-8FDA-48E9-88F2-80DF0F22B64A}"/>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9" name="Platshållare för sidfot 11">
            <a:extLst>
              <a:ext uri="{FF2B5EF4-FFF2-40B4-BE49-F238E27FC236}">
                <a16:creationId xmlns:a16="http://schemas.microsoft.com/office/drawing/2014/main" id="{C4FC0EA3-7981-40EF-88D1-1AAF5E60F28B}"/>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20" name="Platshållare för bildnummer 12">
            <a:extLst>
              <a:ext uri="{FF2B5EF4-FFF2-40B4-BE49-F238E27FC236}">
                <a16:creationId xmlns:a16="http://schemas.microsoft.com/office/drawing/2014/main" id="{E6BA146E-DA8D-460D-962E-8D54A903DF6D}"/>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
        <p:nvSpPr>
          <p:cNvPr id="16" name="Platshållare för bild 15">
            <a:extLst>
              <a:ext uri="{FF2B5EF4-FFF2-40B4-BE49-F238E27FC236}">
                <a16:creationId xmlns:a16="http://schemas.microsoft.com/office/drawing/2014/main" id="{3D93F340-CFEF-4E87-A7A5-E9177B914DB5}"/>
              </a:ext>
            </a:extLst>
          </p:cNvPr>
          <p:cNvSpPr>
            <a:spLocks noGrp="1"/>
          </p:cNvSpPr>
          <p:nvPr>
            <p:ph type="pic" sz="quarter" idx="13" hasCustomPrompt="1"/>
          </p:nvPr>
        </p:nvSpPr>
        <p:spPr>
          <a:xfrm>
            <a:off x="679450" y="574675"/>
            <a:ext cx="4311650" cy="2820988"/>
          </a:xfrm>
          <a:custGeom>
            <a:avLst/>
            <a:gdLst>
              <a:gd name="connsiteX0" fmla="*/ 337233 w 4311650"/>
              <a:gd name="connsiteY0" fmla="*/ 0 h 2820988"/>
              <a:gd name="connsiteX1" fmla="*/ 1035594 w 4311650"/>
              <a:gd name="connsiteY1" fmla="*/ 0 h 2820988"/>
              <a:gd name="connsiteX2" fmla="*/ 1035443 w 4311650"/>
              <a:gd name="connsiteY2" fmla="*/ 749 h 2820988"/>
              <a:gd name="connsiteX3" fmla="*/ 1209844 w 4311650"/>
              <a:gd name="connsiteY3" fmla="*/ 175150 h 2820988"/>
              <a:gd name="connsiteX4" fmla="*/ 1384245 w 4311650"/>
              <a:gd name="connsiteY4" fmla="*/ 749 h 2820988"/>
              <a:gd name="connsiteX5" fmla="*/ 1384094 w 4311650"/>
              <a:gd name="connsiteY5" fmla="*/ 0 h 2820988"/>
              <a:gd name="connsiteX6" fmla="*/ 4311650 w 4311650"/>
              <a:gd name="connsiteY6" fmla="*/ 0 h 2820988"/>
              <a:gd name="connsiteX7" fmla="*/ 4311650 w 4311650"/>
              <a:gd name="connsiteY7" fmla="*/ 2820988 h 2820988"/>
              <a:gd name="connsiteX8" fmla="*/ 0 w 4311650"/>
              <a:gd name="connsiteY8" fmla="*/ 2820988 h 2820988"/>
              <a:gd name="connsiteX9" fmla="*/ 0 w 4311650"/>
              <a:gd name="connsiteY9" fmla="*/ 337233 h 2820988"/>
              <a:gd name="connsiteX10" fmla="*/ 100372 w 4311650"/>
              <a:gd name="connsiteY10" fmla="*/ 236861 h 2820988"/>
              <a:gd name="connsiteX11" fmla="*/ 328865 w 4311650"/>
              <a:gd name="connsiteY11" fmla="*/ 465355 h 2820988"/>
              <a:gd name="connsiteX12" fmla="*/ 459438 w 4311650"/>
              <a:gd name="connsiteY12" fmla="*/ 465355 h 2820988"/>
              <a:gd name="connsiteX13" fmla="*/ 459438 w 4311650"/>
              <a:gd name="connsiteY13" fmla="*/ 334783 h 2820988"/>
              <a:gd name="connsiteX14" fmla="*/ 230944 w 4311650"/>
              <a:gd name="connsiteY14" fmla="*/ 106289 h 2820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11650" h="2820988">
                <a:moveTo>
                  <a:pt x="337233" y="0"/>
                </a:moveTo>
                <a:lnTo>
                  <a:pt x="1035594" y="0"/>
                </a:lnTo>
                <a:lnTo>
                  <a:pt x="1035443" y="749"/>
                </a:lnTo>
                <a:cubicBezTo>
                  <a:pt x="1035443" y="97068"/>
                  <a:pt x="1113525" y="175150"/>
                  <a:pt x="1209844" y="175150"/>
                </a:cubicBezTo>
                <a:cubicBezTo>
                  <a:pt x="1306163" y="175150"/>
                  <a:pt x="1384245" y="97068"/>
                  <a:pt x="1384245" y="749"/>
                </a:cubicBezTo>
                <a:lnTo>
                  <a:pt x="1384094" y="0"/>
                </a:lnTo>
                <a:lnTo>
                  <a:pt x="4311650" y="0"/>
                </a:lnTo>
                <a:lnTo>
                  <a:pt x="4311650" y="2820988"/>
                </a:lnTo>
                <a:lnTo>
                  <a:pt x="0" y="2820988"/>
                </a:lnTo>
                <a:lnTo>
                  <a:pt x="0" y="337233"/>
                </a:lnTo>
                <a:lnTo>
                  <a:pt x="100372" y="236861"/>
                </a:lnTo>
                <a:lnTo>
                  <a:pt x="328865" y="465355"/>
                </a:lnTo>
                <a:cubicBezTo>
                  <a:pt x="364921" y="501411"/>
                  <a:pt x="423382" y="501411"/>
                  <a:pt x="459438" y="465355"/>
                </a:cubicBezTo>
                <a:cubicBezTo>
                  <a:pt x="495494" y="429299"/>
                  <a:pt x="495498" y="370842"/>
                  <a:pt x="459438" y="334783"/>
                </a:cubicBezTo>
                <a:lnTo>
                  <a:pt x="230944" y="106289"/>
                </a:lnTo>
                <a:close/>
              </a:path>
            </a:pathLst>
          </a:custGeom>
        </p:spPr>
        <p:txBody>
          <a:bodyPr wrap="square" rtlCol="0">
            <a:noAutofit/>
          </a:bodyPr>
          <a:lstStyle>
            <a:lvl1pPr marL="0" indent="0" algn="ctr">
              <a:buNone/>
              <a:defRPr sz="2000"/>
            </a:lvl1pPr>
          </a:lstStyle>
          <a:p>
            <a:pPr rtl="0"/>
            <a:r>
              <a:rPr lang="sv-SE" noProof="0"/>
              <a:t>Infoga fotot här</a:t>
            </a:r>
          </a:p>
        </p:txBody>
      </p:sp>
      <p:sp>
        <p:nvSpPr>
          <p:cNvPr id="26" name="Platshållare för bild 23">
            <a:extLst>
              <a:ext uri="{FF2B5EF4-FFF2-40B4-BE49-F238E27FC236}">
                <a16:creationId xmlns:a16="http://schemas.microsoft.com/office/drawing/2014/main" id="{CE34FBF6-A149-4B42-B3B9-271F169AFFA8}"/>
              </a:ext>
            </a:extLst>
          </p:cNvPr>
          <p:cNvSpPr>
            <a:spLocks noGrp="1"/>
          </p:cNvSpPr>
          <p:nvPr>
            <p:ph type="pic" sz="quarter" idx="14" hasCustomPrompt="1"/>
          </p:nvPr>
        </p:nvSpPr>
        <p:spPr>
          <a:xfrm>
            <a:off x="679450" y="3487738"/>
            <a:ext cx="4311650" cy="2833687"/>
          </a:xfrm>
        </p:spPr>
        <p:txBody>
          <a:bodyPr rtlCol="0">
            <a:normAutofit/>
          </a:bodyPr>
          <a:lstStyle>
            <a:lvl1pPr marL="0" indent="0" algn="ctr">
              <a:buNone/>
              <a:defRPr sz="2000"/>
            </a:lvl1pPr>
          </a:lstStyle>
          <a:p>
            <a:pPr rtl="0"/>
            <a:r>
              <a:rPr lang="sv-SE" noProof="0"/>
              <a:t>Infoga fotot här</a:t>
            </a:r>
          </a:p>
        </p:txBody>
      </p:sp>
      <p:grpSp>
        <p:nvGrpSpPr>
          <p:cNvPr id="17" name="Grupp 16">
            <a:extLst>
              <a:ext uri="{FF2B5EF4-FFF2-40B4-BE49-F238E27FC236}">
                <a16:creationId xmlns:a16="http://schemas.microsoft.com/office/drawing/2014/main" id="{7CDB6B12-76FD-4280-86DE-B351366A1BC9}"/>
              </a:ext>
              <a:ext uri="{C183D7F6-B498-43B3-948B-1728B52AA6E4}">
                <adec:decorative xmlns:adec="http://schemas.microsoft.com/office/drawing/2017/decorative" val="1"/>
              </a:ext>
            </a:extLst>
          </p:cNvPr>
          <p:cNvGrpSpPr/>
          <p:nvPr userDrawn="1"/>
        </p:nvGrpSpPr>
        <p:grpSpPr>
          <a:xfrm>
            <a:off x="265908" y="173174"/>
            <a:ext cx="1797787" cy="1668695"/>
            <a:chOff x="265908" y="173174"/>
            <a:chExt cx="1797787" cy="1668695"/>
          </a:xfrm>
        </p:grpSpPr>
        <p:sp useBgFill="1">
          <p:nvSpPr>
            <p:cNvPr id="21" name="Bild 10">
              <a:extLst>
                <a:ext uri="{FF2B5EF4-FFF2-40B4-BE49-F238E27FC236}">
                  <a16:creationId xmlns:a16="http://schemas.microsoft.com/office/drawing/2014/main" id="{0DCFA73E-0BBC-4BDD-A0D3-396BC9C659B0}"/>
                </a:ext>
              </a:extLst>
            </p:cNvPr>
            <p:cNvSpPr/>
            <p:nvPr/>
          </p:nvSpPr>
          <p:spPr>
            <a:xfrm rot="2700000">
              <a:off x="272028" y="173174"/>
              <a:ext cx="1015587" cy="10155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22" name="Ellips 21">
              <a:extLst>
                <a:ext uri="{FF2B5EF4-FFF2-40B4-BE49-F238E27FC236}">
                  <a16:creationId xmlns:a16="http://schemas.microsoft.com/office/drawing/2014/main" id="{CA1CA5DB-AEE4-4355-8599-F7BD50C85C79}"/>
                </a:ext>
              </a:extLst>
            </p:cNvPr>
            <p:cNvSpPr/>
            <p:nvPr/>
          </p:nvSpPr>
          <p:spPr>
            <a:xfrm rot="10800000">
              <a:off x="265908" y="1557961"/>
              <a:ext cx="283908" cy="283908"/>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23" name="Ellips 22">
              <a:extLst>
                <a:ext uri="{FF2B5EF4-FFF2-40B4-BE49-F238E27FC236}">
                  <a16:creationId xmlns:a16="http://schemas.microsoft.com/office/drawing/2014/main" id="{2005B60E-16D1-4A97-8788-9718DAF6AA95}"/>
                </a:ext>
              </a:extLst>
            </p:cNvPr>
            <p:cNvSpPr/>
            <p:nvPr/>
          </p:nvSpPr>
          <p:spPr>
            <a:xfrm rot="10800000">
              <a:off x="1714894" y="401024"/>
              <a:ext cx="348801" cy="34880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Tree>
    <p:extLst>
      <p:ext uri="{BB962C8B-B14F-4D97-AF65-F5344CB8AC3E}">
        <p14:creationId xmlns:p14="http://schemas.microsoft.com/office/powerpoint/2010/main" val="1542671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2" name="Rubrik 1">
            <a:extLst>
              <a:ext uri="{FF2B5EF4-FFF2-40B4-BE49-F238E27FC236}">
                <a16:creationId xmlns:a16="http://schemas.microsoft.com/office/drawing/2014/main" id="{FFE2DC9A-7C93-4FE3-B388-FB7A243D948E}"/>
              </a:ext>
            </a:extLst>
          </p:cNvPr>
          <p:cNvSpPr>
            <a:spLocks noGrp="1"/>
          </p:cNvSpPr>
          <p:nvPr>
            <p:ph type="title"/>
          </p:nvPr>
        </p:nvSpPr>
        <p:spPr>
          <a:xfrm>
            <a:off x="822352" y="566127"/>
            <a:ext cx="10531448" cy="1386498"/>
          </a:xfrm>
        </p:spPr>
        <p:txBody>
          <a:bodyPr rtlCol="0" anchor="ctr">
            <a:normAutofit/>
          </a:bodyPr>
          <a:lstStyle>
            <a:lvl1pPr algn="ctr">
              <a:defRPr/>
            </a:lvl1pPr>
          </a:lstStyle>
          <a:p>
            <a:pPr algn="ctr" rtl="0"/>
            <a:r>
              <a:rPr lang="en-GB" noProof="0">
                <a:latin typeface="Aller" panose="020B0603020203020204" pitchFamily="34" charset="0"/>
                <a:cs typeface="Segoe UI" panose="020B0502040204020203" pitchFamily="34" charset="0"/>
              </a:rPr>
              <a:t>Click to edit Master title style</a:t>
            </a:r>
            <a:endParaRPr lang="sv-SE" noProof="0">
              <a:latin typeface="Aller" panose="020B0603020203020204" pitchFamily="34" charset="0"/>
              <a:cs typeface="Segoe UI" panose="020B0502040204020203" pitchFamily="34" charset="0"/>
            </a:endParaRPr>
          </a:p>
        </p:txBody>
      </p:sp>
      <p:grpSp>
        <p:nvGrpSpPr>
          <p:cNvPr id="13" name="Grupp 12">
            <a:extLst>
              <a:ext uri="{FF2B5EF4-FFF2-40B4-BE49-F238E27FC236}">
                <a16:creationId xmlns:a16="http://schemas.microsoft.com/office/drawing/2014/main" id="{128A406E-B859-428A-BEC7-33F294F0F71D}"/>
              </a:ext>
              <a:ext uri="{C183D7F6-B498-43B3-948B-1728B52AA6E4}">
                <adec:decorative xmlns:adec="http://schemas.microsoft.com/office/drawing/2017/decorative" val="1"/>
              </a:ext>
            </a:extLst>
          </p:cNvPr>
          <p:cNvGrpSpPr/>
          <p:nvPr userDrawn="1"/>
        </p:nvGrpSpPr>
        <p:grpSpPr>
          <a:xfrm>
            <a:off x="9969500" y="206142"/>
            <a:ext cx="2102143" cy="1530997"/>
            <a:chOff x="9969500" y="206142"/>
            <a:chExt cx="2102143" cy="1530997"/>
          </a:xfrm>
        </p:grpSpPr>
        <p:sp useBgFill="1">
          <p:nvSpPr>
            <p:cNvPr id="14" name="Bild 10">
              <a:extLst>
                <a:ext uri="{FF2B5EF4-FFF2-40B4-BE49-F238E27FC236}">
                  <a16:creationId xmlns:a16="http://schemas.microsoft.com/office/drawing/2014/main" id="{3B215ABC-BA07-4988-85DE-DE8F4BC0E073}"/>
                </a:ext>
              </a:extLst>
            </p:cNvPr>
            <p:cNvSpPr/>
            <p:nvPr/>
          </p:nvSpPr>
          <p:spPr>
            <a:xfrm rot="2700000">
              <a:off x="11146356" y="206142"/>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5" name="Ellips 14">
              <a:extLst>
                <a:ext uri="{FF2B5EF4-FFF2-40B4-BE49-F238E27FC236}">
                  <a16:creationId xmlns:a16="http://schemas.microsoft.com/office/drawing/2014/main" id="{D909885A-5D3C-4D71-A937-69B3D935C302}"/>
                </a:ext>
              </a:extLst>
            </p:cNvPr>
            <p:cNvSpPr/>
            <p:nvPr/>
          </p:nvSpPr>
          <p:spPr>
            <a:xfrm rot="10800000">
              <a:off x="10972800" y="1475479"/>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6" name="Ellips 15">
              <a:extLst>
                <a:ext uri="{FF2B5EF4-FFF2-40B4-BE49-F238E27FC236}">
                  <a16:creationId xmlns:a16="http://schemas.microsoft.com/office/drawing/2014/main" id="{1C2CCEA3-5FBC-4911-BC8F-47522E1C7A48}"/>
                </a:ext>
              </a:extLst>
            </p:cNvPr>
            <p:cNvSpPr/>
            <p:nvPr/>
          </p:nvSpPr>
          <p:spPr>
            <a:xfrm rot="10800000">
              <a:off x="9969500" y="380388"/>
              <a:ext cx="642322" cy="64232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8" name="Platshållare för datum 2">
            <a:extLst>
              <a:ext uri="{FF2B5EF4-FFF2-40B4-BE49-F238E27FC236}">
                <a16:creationId xmlns:a16="http://schemas.microsoft.com/office/drawing/2014/main" id="{CEBDC8E3-DB7D-444D-B9B6-36628B962FB7}"/>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9" name="Platshållare för sidfot 5">
            <a:extLst>
              <a:ext uri="{FF2B5EF4-FFF2-40B4-BE49-F238E27FC236}">
                <a16:creationId xmlns:a16="http://schemas.microsoft.com/office/drawing/2014/main" id="{04CF7828-4D00-4A80-A2C2-488A6CBE1601}"/>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20" name="Platshållare för bildnummer 6">
            <a:extLst>
              <a:ext uri="{FF2B5EF4-FFF2-40B4-BE49-F238E27FC236}">
                <a16:creationId xmlns:a16="http://schemas.microsoft.com/office/drawing/2014/main" id="{1A7427F8-39B8-4BCB-8133-43D6D1ABAA7C}"/>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
        <p:nvSpPr>
          <p:cNvPr id="3" name="Platshållare för innehåll 2">
            <a:extLst>
              <a:ext uri="{FF2B5EF4-FFF2-40B4-BE49-F238E27FC236}">
                <a16:creationId xmlns:a16="http://schemas.microsoft.com/office/drawing/2014/main" id="{E2EEF69E-6727-40D9-9752-CE0768FA0791}"/>
              </a:ext>
            </a:extLst>
          </p:cNvPr>
          <p:cNvSpPr>
            <a:spLocks noGrp="1"/>
          </p:cNvSpPr>
          <p:nvPr>
            <p:ph sz="quarter" idx="13" hasCustomPrompt="1"/>
          </p:nvPr>
        </p:nvSpPr>
        <p:spPr>
          <a:xfrm>
            <a:off x="1335088" y="1952625"/>
            <a:ext cx="9521825" cy="4049713"/>
          </a:xfrm>
        </p:spPr>
        <p:txBody>
          <a:bodyPr rtlCol="0">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sv-SE" noProof="0"/>
              <a:t>Innehåll</a:t>
            </a:r>
          </a:p>
        </p:txBody>
      </p:sp>
    </p:spTree>
    <p:extLst>
      <p:ext uri="{BB962C8B-B14F-4D97-AF65-F5344CB8AC3E}">
        <p14:creationId xmlns:p14="http://schemas.microsoft.com/office/powerpoint/2010/main" val="1142033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rd">
    <p:spTree>
      <p:nvGrpSpPr>
        <p:cNvPr id="1" name=""/>
        <p:cNvGrpSpPr/>
        <p:nvPr/>
      </p:nvGrpSpPr>
      <p:grpSpPr>
        <a:xfrm>
          <a:off x="0" y="0"/>
          <a:ext cx="0" cy="0"/>
          <a:chOff x="0" y="0"/>
          <a:chExt cx="0" cy="0"/>
        </a:xfrm>
      </p:grpSpPr>
      <p:sp>
        <p:nvSpPr>
          <p:cNvPr id="6" name="Rubrik 1">
            <a:extLst>
              <a:ext uri="{FF2B5EF4-FFF2-40B4-BE49-F238E27FC236}">
                <a16:creationId xmlns:a16="http://schemas.microsoft.com/office/drawing/2014/main" id="{6693AFB7-EE11-42A5-A443-CEE872841BD5}"/>
              </a:ext>
            </a:extLst>
          </p:cNvPr>
          <p:cNvSpPr>
            <a:spLocks noGrp="1"/>
          </p:cNvSpPr>
          <p:nvPr>
            <p:ph type="title"/>
          </p:nvPr>
        </p:nvSpPr>
        <p:spPr>
          <a:xfrm>
            <a:off x="822352" y="566127"/>
            <a:ext cx="10531448" cy="1386498"/>
          </a:xfrm>
        </p:spPr>
        <p:txBody>
          <a:bodyPr rtlCol="0" anchor="ctr">
            <a:normAutofit/>
          </a:bodyPr>
          <a:lstStyle>
            <a:lvl1pPr algn="ctr">
              <a:defRPr/>
            </a:lvl1pPr>
          </a:lstStyle>
          <a:p>
            <a:pPr algn="ctr" rtl="0"/>
            <a:r>
              <a:rPr lang="en-GB" noProof="0">
                <a:latin typeface="Aller" panose="020B0603020203020204" pitchFamily="34" charset="0"/>
                <a:cs typeface="Segoe UI" panose="020B0502040204020203" pitchFamily="34" charset="0"/>
              </a:rPr>
              <a:t>Click to edit Master title style</a:t>
            </a:r>
            <a:endParaRPr lang="sv-SE" noProof="0">
              <a:latin typeface="Aller" panose="020B0603020203020204" pitchFamily="34" charset="0"/>
              <a:cs typeface="Segoe UI" panose="020B0502040204020203" pitchFamily="34" charset="0"/>
            </a:endParaRPr>
          </a:p>
        </p:txBody>
      </p:sp>
      <p:grpSp>
        <p:nvGrpSpPr>
          <p:cNvPr id="7" name="Grupp 6">
            <a:extLst>
              <a:ext uri="{FF2B5EF4-FFF2-40B4-BE49-F238E27FC236}">
                <a16:creationId xmlns:a16="http://schemas.microsoft.com/office/drawing/2014/main" id="{24365C1B-8502-4C76-A183-977A61681004}"/>
              </a:ext>
              <a:ext uri="{C183D7F6-B498-43B3-948B-1728B52AA6E4}">
                <adec:decorative xmlns:adec="http://schemas.microsoft.com/office/drawing/2017/decorative" val="1"/>
              </a:ext>
            </a:extLst>
          </p:cNvPr>
          <p:cNvGrpSpPr/>
          <p:nvPr userDrawn="1"/>
        </p:nvGrpSpPr>
        <p:grpSpPr>
          <a:xfrm>
            <a:off x="9969500" y="206142"/>
            <a:ext cx="2102143" cy="1530997"/>
            <a:chOff x="9969500" y="206142"/>
            <a:chExt cx="2102143" cy="1530997"/>
          </a:xfrm>
        </p:grpSpPr>
        <p:sp useBgFill="1">
          <p:nvSpPr>
            <p:cNvPr id="8" name="Bild 10">
              <a:extLst>
                <a:ext uri="{FF2B5EF4-FFF2-40B4-BE49-F238E27FC236}">
                  <a16:creationId xmlns:a16="http://schemas.microsoft.com/office/drawing/2014/main" id="{8B301D95-DC48-420E-A7BA-A8B0209F7CC6}"/>
                </a:ext>
              </a:extLst>
            </p:cNvPr>
            <p:cNvSpPr/>
            <p:nvPr/>
          </p:nvSpPr>
          <p:spPr>
            <a:xfrm rot="2700000">
              <a:off x="11146356" y="206142"/>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9" name="Ellips 8">
              <a:extLst>
                <a:ext uri="{FF2B5EF4-FFF2-40B4-BE49-F238E27FC236}">
                  <a16:creationId xmlns:a16="http://schemas.microsoft.com/office/drawing/2014/main" id="{4437A3E9-B343-4F63-8EB3-E20E196ADA6F}"/>
                </a:ext>
              </a:extLst>
            </p:cNvPr>
            <p:cNvSpPr/>
            <p:nvPr/>
          </p:nvSpPr>
          <p:spPr>
            <a:xfrm rot="10800000">
              <a:off x="10972800" y="1475479"/>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0" name="Ellips 9">
              <a:extLst>
                <a:ext uri="{FF2B5EF4-FFF2-40B4-BE49-F238E27FC236}">
                  <a16:creationId xmlns:a16="http://schemas.microsoft.com/office/drawing/2014/main" id="{1CE068AC-F212-42BF-A1F0-707A57D7DE65}"/>
                </a:ext>
              </a:extLst>
            </p:cNvPr>
            <p:cNvSpPr/>
            <p:nvPr/>
          </p:nvSpPr>
          <p:spPr>
            <a:xfrm rot="10800000">
              <a:off x="9969500" y="380388"/>
              <a:ext cx="642322" cy="64232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1" name="Platshållare för datum 2">
            <a:extLst>
              <a:ext uri="{FF2B5EF4-FFF2-40B4-BE49-F238E27FC236}">
                <a16:creationId xmlns:a16="http://schemas.microsoft.com/office/drawing/2014/main" id="{0538589D-580E-49A3-9B5F-41A31152C491}"/>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2" name="Platshållare för sidfot 5">
            <a:extLst>
              <a:ext uri="{FF2B5EF4-FFF2-40B4-BE49-F238E27FC236}">
                <a16:creationId xmlns:a16="http://schemas.microsoft.com/office/drawing/2014/main" id="{9AFEC8BE-6E4C-4E48-A75A-8F63DDB25739}"/>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13" name="Platshållare för bildnummer 6">
            <a:extLst>
              <a:ext uri="{FF2B5EF4-FFF2-40B4-BE49-F238E27FC236}">
                <a16:creationId xmlns:a16="http://schemas.microsoft.com/office/drawing/2014/main" id="{3CE8A72A-AC7D-4CE3-9724-0A703AEEB0F5}"/>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
        <p:nvSpPr>
          <p:cNvPr id="3" name="Platshållare för innehåll 2">
            <a:extLst>
              <a:ext uri="{FF2B5EF4-FFF2-40B4-BE49-F238E27FC236}">
                <a16:creationId xmlns:a16="http://schemas.microsoft.com/office/drawing/2014/main" id="{8450B9E2-00B0-4447-A8A1-C344DC673C6B}"/>
              </a:ext>
            </a:extLst>
          </p:cNvPr>
          <p:cNvSpPr>
            <a:spLocks noGrp="1"/>
          </p:cNvSpPr>
          <p:nvPr>
            <p:ph sz="quarter" idx="13" hasCustomPrompt="1"/>
          </p:nvPr>
        </p:nvSpPr>
        <p:spPr>
          <a:xfrm>
            <a:off x="1762125" y="2362200"/>
            <a:ext cx="8639175" cy="3314700"/>
          </a:xfrm>
        </p:spPr>
        <p:txBody>
          <a:bodyPr rtlCol="0">
            <a:norm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rtl="0"/>
            <a:r>
              <a:rPr lang="sv-SE" noProof="0"/>
              <a:t>Innehåll</a:t>
            </a:r>
          </a:p>
        </p:txBody>
      </p:sp>
    </p:spTree>
    <p:extLst>
      <p:ext uri="{BB962C8B-B14F-4D97-AF65-F5344CB8AC3E}">
        <p14:creationId xmlns:p14="http://schemas.microsoft.com/office/powerpoint/2010/main" val="244336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t">
    <p:spTree>
      <p:nvGrpSpPr>
        <p:cNvPr id="1" name=""/>
        <p:cNvGrpSpPr/>
        <p:nvPr/>
      </p:nvGrpSpPr>
      <p:grpSpPr>
        <a:xfrm>
          <a:off x="0" y="0"/>
          <a:ext cx="0" cy="0"/>
          <a:chOff x="0" y="0"/>
          <a:chExt cx="0" cy="0"/>
        </a:xfrm>
      </p:grpSpPr>
      <p:sp>
        <p:nvSpPr>
          <p:cNvPr id="15" name="Platshållare för bild 14">
            <a:extLst>
              <a:ext uri="{FF2B5EF4-FFF2-40B4-BE49-F238E27FC236}">
                <a16:creationId xmlns:a16="http://schemas.microsoft.com/office/drawing/2014/main" id="{D4A9F27B-681F-4AFD-B774-93B4D7E7C4AB}"/>
              </a:ext>
            </a:extLst>
          </p:cNvPr>
          <p:cNvSpPr>
            <a:spLocks noGrp="1"/>
          </p:cNvSpPr>
          <p:nvPr>
            <p:ph type="pic" sz="quarter" idx="13" hasCustomPrompt="1"/>
          </p:nvPr>
        </p:nvSpPr>
        <p:spPr>
          <a:xfrm>
            <a:off x="542925" y="0"/>
            <a:ext cx="11106150" cy="6303588"/>
          </a:xfrm>
          <a:custGeom>
            <a:avLst/>
            <a:gdLst>
              <a:gd name="connsiteX0" fmla="*/ 0 w 11106150"/>
              <a:gd name="connsiteY0" fmla="*/ 0 h 6303588"/>
              <a:gd name="connsiteX1" fmla="*/ 11106150 w 11106150"/>
              <a:gd name="connsiteY1" fmla="*/ 0 h 6303588"/>
              <a:gd name="connsiteX2" fmla="*/ 11106150 w 11106150"/>
              <a:gd name="connsiteY2" fmla="*/ 5562639 h 6303588"/>
              <a:gd name="connsiteX3" fmla="*/ 11105955 w 11106150"/>
              <a:gd name="connsiteY3" fmla="*/ 5562599 h 6303588"/>
              <a:gd name="connsiteX4" fmla="*/ 10938762 w 11106150"/>
              <a:gd name="connsiteY4" fmla="*/ 5729792 h 6303588"/>
              <a:gd name="connsiteX5" fmla="*/ 11105955 w 11106150"/>
              <a:gd name="connsiteY5" fmla="*/ 5896985 h 6303588"/>
              <a:gd name="connsiteX6" fmla="*/ 11106150 w 11106150"/>
              <a:gd name="connsiteY6" fmla="*/ 5896946 h 6303588"/>
              <a:gd name="connsiteX7" fmla="*/ 11106150 w 11106150"/>
              <a:gd name="connsiteY7" fmla="*/ 6303588 h 6303588"/>
              <a:gd name="connsiteX8" fmla="*/ 0 w 11106150"/>
              <a:gd name="connsiteY8" fmla="*/ 6303588 h 6303588"/>
              <a:gd name="connsiteX9" fmla="*/ 0 w 11106150"/>
              <a:gd name="connsiteY9" fmla="*/ 1178324 h 6303588"/>
              <a:gd name="connsiteX10" fmla="*/ 195 w 11106150"/>
              <a:gd name="connsiteY10" fmla="*/ 1178130 h 6303588"/>
              <a:gd name="connsiteX11" fmla="*/ 194290 w 11106150"/>
              <a:gd name="connsiteY11" fmla="*/ 1372225 h 6303588"/>
              <a:gd name="connsiteX12" fmla="*/ 305205 w 11106150"/>
              <a:gd name="connsiteY12" fmla="*/ 1372225 h 6303588"/>
              <a:gd name="connsiteX13" fmla="*/ 305205 w 11106150"/>
              <a:gd name="connsiteY13" fmla="*/ 1261310 h 6303588"/>
              <a:gd name="connsiteX14" fmla="*/ 111110 w 11106150"/>
              <a:gd name="connsiteY14" fmla="*/ 1067214 h 6303588"/>
              <a:gd name="connsiteX15" fmla="*/ 305202 w 11106150"/>
              <a:gd name="connsiteY15" fmla="*/ 873123 h 6303588"/>
              <a:gd name="connsiteX16" fmla="*/ 305202 w 11106150"/>
              <a:gd name="connsiteY16" fmla="*/ 762207 h 6303588"/>
              <a:gd name="connsiteX17" fmla="*/ 194286 w 11106150"/>
              <a:gd name="connsiteY17" fmla="*/ 762207 h 6303588"/>
              <a:gd name="connsiteX18" fmla="*/ 191 w 11106150"/>
              <a:gd name="connsiteY18" fmla="*/ 956302 h 6303588"/>
              <a:gd name="connsiteX19" fmla="*/ 0 w 11106150"/>
              <a:gd name="connsiteY19" fmla="*/ 956111 h 630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106150" h="6303588">
                <a:moveTo>
                  <a:pt x="0" y="0"/>
                </a:moveTo>
                <a:lnTo>
                  <a:pt x="11106150" y="0"/>
                </a:lnTo>
                <a:lnTo>
                  <a:pt x="11106150" y="5562639"/>
                </a:lnTo>
                <a:lnTo>
                  <a:pt x="11105955" y="5562599"/>
                </a:lnTo>
                <a:cubicBezTo>
                  <a:pt x="11013617" y="5562599"/>
                  <a:pt x="10938762" y="5637454"/>
                  <a:pt x="10938762" y="5729792"/>
                </a:cubicBezTo>
                <a:cubicBezTo>
                  <a:pt x="10938762" y="5822130"/>
                  <a:pt x="11013617" y="5896985"/>
                  <a:pt x="11105955" y="5896985"/>
                </a:cubicBezTo>
                <a:lnTo>
                  <a:pt x="11106150" y="5896946"/>
                </a:lnTo>
                <a:lnTo>
                  <a:pt x="11106150" y="6303588"/>
                </a:lnTo>
                <a:lnTo>
                  <a:pt x="0" y="6303588"/>
                </a:lnTo>
                <a:lnTo>
                  <a:pt x="0" y="1178324"/>
                </a:lnTo>
                <a:lnTo>
                  <a:pt x="195" y="1178130"/>
                </a:lnTo>
                <a:lnTo>
                  <a:pt x="194290" y="1372225"/>
                </a:lnTo>
                <a:cubicBezTo>
                  <a:pt x="224917" y="1402853"/>
                  <a:pt x="274577" y="1402853"/>
                  <a:pt x="305205" y="1372225"/>
                </a:cubicBezTo>
                <a:cubicBezTo>
                  <a:pt x="335833" y="1341597"/>
                  <a:pt x="335836" y="1291941"/>
                  <a:pt x="305205" y="1261310"/>
                </a:cubicBezTo>
                <a:lnTo>
                  <a:pt x="111110" y="1067214"/>
                </a:lnTo>
                <a:lnTo>
                  <a:pt x="305202" y="873123"/>
                </a:lnTo>
                <a:cubicBezTo>
                  <a:pt x="335830" y="842495"/>
                  <a:pt x="335833" y="792838"/>
                  <a:pt x="305202" y="762207"/>
                </a:cubicBezTo>
                <a:cubicBezTo>
                  <a:pt x="274574" y="731580"/>
                  <a:pt x="224914" y="731580"/>
                  <a:pt x="194286" y="762207"/>
                </a:cubicBezTo>
                <a:lnTo>
                  <a:pt x="191" y="956302"/>
                </a:lnTo>
                <a:lnTo>
                  <a:pt x="0" y="956111"/>
                </a:lnTo>
                <a:close/>
              </a:path>
            </a:pathLst>
          </a:custGeom>
        </p:spPr>
        <p:txBody>
          <a:bodyPr wrap="square" rtlCol="0">
            <a:noAutofit/>
          </a:bodyPr>
          <a:lstStyle>
            <a:lvl1pPr marL="0" indent="0" algn="ctr">
              <a:buNone/>
              <a:defRPr sz="2000"/>
            </a:lvl1pPr>
          </a:lstStyle>
          <a:p>
            <a:pPr rtl="0"/>
            <a:r>
              <a:rPr lang="sv-SE" noProof="0"/>
              <a:t>Infoga fotot här</a:t>
            </a:r>
          </a:p>
        </p:txBody>
      </p:sp>
      <p:sp>
        <p:nvSpPr>
          <p:cNvPr id="2" name="Rubrik 1">
            <a:extLst>
              <a:ext uri="{FF2B5EF4-FFF2-40B4-BE49-F238E27FC236}">
                <a16:creationId xmlns:a16="http://schemas.microsoft.com/office/drawing/2014/main" id="{C5CF2BD1-012F-4FC1-8150-5ABFB71D8000}"/>
              </a:ext>
            </a:extLst>
          </p:cNvPr>
          <p:cNvSpPr>
            <a:spLocks noGrp="1"/>
          </p:cNvSpPr>
          <p:nvPr>
            <p:ph type="title" hasCustomPrompt="1"/>
          </p:nvPr>
        </p:nvSpPr>
        <p:spPr>
          <a:xfrm>
            <a:off x="1209675" y="1188084"/>
            <a:ext cx="4886325" cy="3353435"/>
          </a:xfrm>
        </p:spPr>
        <p:txBody>
          <a:bodyPr rtlCol="0" anchor="t"/>
          <a:lstStyle>
            <a:lvl1pPr>
              <a:lnSpc>
                <a:spcPct val="110000"/>
              </a:lnSpc>
              <a:spcBef>
                <a:spcPts val="1000"/>
              </a:spcBef>
              <a:defRPr>
                <a:solidFill>
                  <a:schemeClr val="bg1"/>
                </a:solidFill>
                <a:effectLst>
                  <a:outerShdw blurRad="38100" dist="38100" dir="2700000" algn="tl">
                    <a:srgbClr val="000000">
                      <a:alpha val="43137"/>
                    </a:srgbClr>
                  </a:outerShdw>
                </a:effectLst>
              </a:defRPr>
            </a:lvl1pPr>
          </a:lstStyle>
          <a:p>
            <a:pPr rtl="0"/>
            <a:r>
              <a:rPr lang="sv-SE" noProof="0"/>
              <a:t>Klicka för att infoga rubrik</a:t>
            </a:r>
          </a:p>
        </p:txBody>
      </p:sp>
      <p:sp>
        <p:nvSpPr>
          <p:cNvPr id="19" name="Platshållare för text 17">
            <a:extLst>
              <a:ext uri="{FF2B5EF4-FFF2-40B4-BE49-F238E27FC236}">
                <a16:creationId xmlns:a16="http://schemas.microsoft.com/office/drawing/2014/main" id="{CA5CDEBD-7143-4A5E-8992-1CC22CCB7DAC}"/>
              </a:ext>
            </a:extLst>
          </p:cNvPr>
          <p:cNvSpPr>
            <a:spLocks noGrp="1"/>
          </p:cNvSpPr>
          <p:nvPr>
            <p:ph type="body" sz="quarter" idx="15" hasCustomPrompt="1"/>
          </p:nvPr>
        </p:nvSpPr>
        <p:spPr>
          <a:xfrm>
            <a:off x="1209675" y="4744720"/>
            <a:ext cx="4886325" cy="802640"/>
          </a:xfrm>
        </p:spPr>
        <p:txBody>
          <a:bodyPr rtlCol="0">
            <a:normAutofit/>
          </a:bodyPr>
          <a:lstStyle>
            <a:lvl1pPr marL="0" indent="0">
              <a:buNone/>
              <a:defRPr sz="2800">
                <a:solidFill>
                  <a:schemeClr val="bg1"/>
                </a:solidFill>
                <a:effectLst>
                  <a:outerShdw blurRad="38100" dist="38100" dir="2700000" algn="tl">
                    <a:srgbClr val="000000">
                      <a:alpha val="43137"/>
                    </a:srgbClr>
                  </a:outerShdw>
                </a:effectLst>
              </a:defRPr>
            </a:lvl1pPr>
          </a:lstStyle>
          <a:p>
            <a:pPr lvl="0" rtl="0"/>
            <a:r>
              <a:rPr lang="sv-SE" noProof="0"/>
              <a:t>Klicka för att infoga underrubrik</a:t>
            </a:r>
          </a:p>
        </p:txBody>
      </p:sp>
      <p:sp>
        <p:nvSpPr>
          <p:cNvPr id="11" name="Platshållare för datum 4">
            <a:extLst>
              <a:ext uri="{FF2B5EF4-FFF2-40B4-BE49-F238E27FC236}">
                <a16:creationId xmlns:a16="http://schemas.microsoft.com/office/drawing/2014/main" id="{3310B848-1DD7-4FAE-9A29-A903AB28D510}"/>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2" name="Platshållare för sidfot 10">
            <a:extLst>
              <a:ext uri="{FF2B5EF4-FFF2-40B4-BE49-F238E27FC236}">
                <a16:creationId xmlns:a16="http://schemas.microsoft.com/office/drawing/2014/main" id="{C4EABCE6-B9A0-4478-8470-10FE3275E97D}"/>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13" name="Platshållare för bildnummer 11">
            <a:extLst>
              <a:ext uri="{FF2B5EF4-FFF2-40B4-BE49-F238E27FC236}">
                <a16:creationId xmlns:a16="http://schemas.microsoft.com/office/drawing/2014/main" id="{7BC00746-548B-44E3-BCF4-D999C0384B32}"/>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grpSp>
        <p:nvGrpSpPr>
          <p:cNvPr id="17" name="Grupp 16">
            <a:extLst>
              <a:ext uri="{FF2B5EF4-FFF2-40B4-BE49-F238E27FC236}">
                <a16:creationId xmlns:a16="http://schemas.microsoft.com/office/drawing/2014/main" id="{0C47AB42-9344-4388-8186-987D011AC256}"/>
              </a:ext>
              <a:ext uri="{C183D7F6-B498-43B3-948B-1728B52AA6E4}">
                <adec:decorative xmlns:adec="http://schemas.microsoft.com/office/drawing/2017/decorative" val="1"/>
              </a:ext>
            </a:extLst>
          </p:cNvPr>
          <p:cNvGrpSpPr/>
          <p:nvPr userDrawn="1"/>
        </p:nvGrpSpPr>
        <p:grpSpPr>
          <a:xfrm>
            <a:off x="111772" y="635870"/>
            <a:ext cx="11704301" cy="5261115"/>
            <a:chOff x="111772" y="635870"/>
            <a:chExt cx="11704301" cy="5261115"/>
          </a:xfrm>
        </p:grpSpPr>
        <p:sp useBgFill="1">
          <p:nvSpPr>
            <p:cNvPr id="18" name="Bild 10">
              <a:extLst>
                <a:ext uri="{FF2B5EF4-FFF2-40B4-BE49-F238E27FC236}">
                  <a16:creationId xmlns:a16="http://schemas.microsoft.com/office/drawing/2014/main" id="{AF670C5B-6404-41AC-9E4B-7079704AD98F}"/>
                </a:ext>
              </a:extLst>
            </p:cNvPr>
            <p:cNvSpPr/>
            <p:nvPr/>
          </p:nvSpPr>
          <p:spPr>
            <a:xfrm rot="2700000">
              <a:off x="111772" y="635870"/>
              <a:ext cx="862695" cy="862695"/>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20" name="Ellips 19">
              <a:extLst>
                <a:ext uri="{FF2B5EF4-FFF2-40B4-BE49-F238E27FC236}">
                  <a16:creationId xmlns:a16="http://schemas.microsoft.com/office/drawing/2014/main" id="{06EEC11D-FD72-4E2C-9BE7-0ADDCC1FCDA0}"/>
                </a:ext>
              </a:extLst>
            </p:cNvPr>
            <p:cNvSpPr/>
            <p:nvPr/>
          </p:nvSpPr>
          <p:spPr>
            <a:xfrm rot="10800000">
              <a:off x="11481688" y="5562600"/>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Tree>
    <p:extLst>
      <p:ext uri="{BB962C8B-B14F-4D97-AF65-F5344CB8AC3E}">
        <p14:creationId xmlns:p14="http://schemas.microsoft.com/office/powerpoint/2010/main" val="11757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Rubrik 1">
            <a:extLst>
              <a:ext uri="{FF2B5EF4-FFF2-40B4-BE49-F238E27FC236}">
                <a16:creationId xmlns:a16="http://schemas.microsoft.com/office/drawing/2014/main" id="{BC926DD1-2816-4B16-9809-3DD34B7DD0BA}"/>
              </a:ext>
            </a:extLst>
          </p:cNvPr>
          <p:cNvSpPr>
            <a:spLocks noGrp="1"/>
          </p:cNvSpPr>
          <p:nvPr>
            <p:ph type="title"/>
          </p:nvPr>
        </p:nvSpPr>
        <p:spPr>
          <a:xfrm>
            <a:off x="457200" y="544786"/>
            <a:ext cx="11238346" cy="836339"/>
          </a:xfrm>
        </p:spPr>
        <p:txBody>
          <a:bodyPr rtlCol="0" anchor="t">
            <a:normAutofit/>
          </a:bodyPr>
          <a:lstStyle/>
          <a:p>
            <a:pPr rtl="0"/>
            <a:r>
              <a:rPr lang="en-GB" noProof="0">
                <a:cs typeface="Segoe UI" panose="020B0502040204020203" pitchFamily="34" charset="0"/>
              </a:rPr>
              <a:t>Click to edit Master title style</a:t>
            </a:r>
            <a:endParaRPr lang="sv-SE" noProof="0">
              <a:cs typeface="Segoe UI" panose="020B0502040204020203" pitchFamily="34" charset="0"/>
            </a:endParaRPr>
          </a:p>
        </p:txBody>
      </p:sp>
      <p:grpSp>
        <p:nvGrpSpPr>
          <p:cNvPr id="10" name="Grupp 9">
            <a:extLst>
              <a:ext uri="{FF2B5EF4-FFF2-40B4-BE49-F238E27FC236}">
                <a16:creationId xmlns:a16="http://schemas.microsoft.com/office/drawing/2014/main" id="{C3584E3F-FDB4-479B-BC59-3152EAFFA139}"/>
              </a:ext>
              <a:ext uri="{C183D7F6-B498-43B3-948B-1728B52AA6E4}">
                <adec:decorative xmlns:adec="http://schemas.microsoft.com/office/drawing/2017/decorative" val="1"/>
              </a:ext>
            </a:extLst>
          </p:cNvPr>
          <p:cNvGrpSpPr/>
          <p:nvPr userDrawn="1"/>
        </p:nvGrpSpPr>
        <p:grpSpPr>
          <a:xfrm>
            <a:off x="10134054" y="381222"/>
            <a:ext cx="1776608" cy="1547254"/>
            <a:chOff x="10134054" y="381222"/>
            <a:chExt cx="1776608" cy="1547254"/>
          </a:xfrm>
        </p:grpSpPr>
        <p:sp useBgFill="1">
          <p:nvSpPr>
            <p:cNvPr id="11" name="Bild 10">
              <a:extLst>
                <a:ext uri="{FF2B5EF4-FFF2-40B4-BE49-F238E27FC236}">
                  <a16:creationId xmlns:a16="http://schemas.microsoft.com/office/drawing/2014/main" id="{192E3F94-4B07-4FE3-90A9-AF47C6013652}"/>
                </a:ext>
              </a:extLst>
            </p:cNvPr>
            <p:cNvSpPr/>
            <p:nvPr/>
          </p:nvSpPr>
          <p:spPr>
            <a:xfrm rot="2700000">
              <a:off x="10895075" y="863805"/>
              <a:ext cx="1015587" cy="10155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2" name="Ellips 11">
              <a:extLst>
                <a:ext uri="{FF2B5EF4-FFF2-40B4-BE49-F238E27FC236}">
                  <a16:creationId xmlns:a16="http://schemas.microsoft.com/office/drawing/2014/main" id="{62F713CE-DF71-4FAD-B02B-77E8F93B0926}"/>
                </a:ext>
              </a:extLst>
            </p:cNvPr>
            <p:cNvSpPr/>
            <p:nvPr/>
          </p:nvSpPr>
          <p:spPr>
            <a:xfrm rot="10800000">
              <a:off x="10318364" y="1752600"/>
              <a:ext cx="175876" cy="17587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3" name="Ellips 12">
              <a:extLst>
                <a:ext uri="{FF2B5EF4-FFF2-40B4-BE49-F238E27FC236}">
                  <a16:creationId xmlns:a16="http://schemas.microsoft.com/office/drawing/2014/main" id="{CC3EC1C1-7E3D-4CDF-A1AA-25385A5AA5D8}"/>
                </a:ext>
              </a:extLst>
            </p:cNvPr>
            <p:cNvSpPr/>
            <p:nvPr/>
          </p:nvSpPr>
          <p:spPr>
            <a:xfrm rot="10800000">
              <a:off x="10134054" y="381222"/>
              <a:ext cx="544496" cy="54449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4" name="Platshållare för datum 2">
            <a:extLst>
              <a:ext uri="{FF2B5EF4-FFF2-40B4-BE49-F238E27FC236}">
                <a16:creationId xmlns:a16="http://schemas.microsoft.com/office/drawing/2014/main" id="{8B388008-154C-4BD4-8E16-D1CB0E1DD63B}"/>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5" name="Platshållare för sidfot 5">
            <a:extLst>
              <a:ext uri="{FF2B5EF4-FFF2-40B4-BE49-F238E27FC236}">
                <a16:creationId xmlns:a16="http://schemas.microsoft.com/office/drawing/2014/main" id="{355FD3E6-3F42-47F9-9F0F-A5E7C7CBFBA5}"/>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16" name="Platshållare för bildnummer 6">
            <a:extLst>
              <a:ext uri="{FF2B5EF4-FFF2-40B4-BE49-F238E27FC236}">
                <a16:creationId xmlns:a16="http://schemas.microsoft.com/office/drawing/2014/main" id="{585F908B-6798-4558-9125-E8DBC196B5EA}"/>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
        <p:nvSpPr>
          <p:cNvPr id="3" name="Platshållare för innehåll 2">
            <a:extLst>
              <a:ext uri="{FF2B5EF4-FFF2-40B4-BE49-F238E27FC236}">
                <a16:creationId xmlns:a16="http://schemas.microsoft.com/office/drawing/2014/main" id="{14F1084A-D16F-4367-BA81-D50E03436FD9}"/>
              </a:ext>
            </a:extLst>
          </p:cNvPr>
          <p:cNvSpPr>
            <a:spLocks noGrp="1"/>
          </p:cNvSpPr>
          <p:nvPr>
            <p:ph sz="quarter" idx="13" hasCustomPrompt="1"/>
          </p:nvPr>
        </p:nvSpPr>
        <p:spPr>
          <a:xfrm>
            <a:off x="390525" y="1962150"/>
            <a:ext cx="11407775" cy="4351338"/>
          </a:xfrm>
        </p:spPr>
        <p:txBody>
          <a:bodyPr rtlCol="0">
            <a:norm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rtl="0"/>
            <a:r>
              <a:rPr lang="sv-SE" noProof="0"/>
              <a:t>Innehåll</a:t>
            </a:r>
          </a:p>
        </p:txBody>
      </p:sp>
    </p:spTree>
    <p:extLst>
      <p:ext uri="{BB962C8B-B14F-4D97-AF65-F5344CB8AC3E}">
        <p14:creationId xmlns:p14="http://schemas.microsoft.com/office/powerpoint/2010/main" val="943515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dslinje">
    <p:spTree>
      <p:nvGrpSpPr>
        <p:cNvPr id="1" name=""/>
        <p:cNvGrpSpPr/>
        <p:nvPr/>
      </p:nvGrpSpPr>
      <p:grpSpPr>
        <a:xfrm>
          <a:off x="0" y="0"/>
          <a:ext cx="0" cy="0"/>
          <a:chOff x="0" y="0"/>
          <a:chExt cx="0" cy="0"/>
        </a:xfrm>
      </p:grpSpPr>
      <p:sp>
        <p:nvSpPr>
          <p:cNvPr id="8" name="Rubrik 1">
            <a:extLst>
              <a:ext uri="{FF2B5EF4-FFF2-40B4-BE49-F238E27FC236}">
                <a16:creationId xmlns:a16="http://schemas.microsoft.com/office/drawing/2014/main" id="{D85333DF-B319-4AE9-B2FF-17CB683E9911}"/>
              </a:ext>
            </a:extLst>
          </p:cNvPr>
          <p:cNvSpPr>
            <a:spLocks noGrp="1"/>
          </p:cNvSpPr>
          <p:nvPr>
            <p:ph type="title"/>
          </p:nvPr>
        </p:nvSpPr>
        <p:spPr>
          <a:xfrm>
            <a:off x="457200" y="544786"/>
            <a:ext cx="11238346" cy="836339"/>
          </a:xfrm>
        </p:spPr>
        <p:txBody>
          <a:bodyPr rtlCol="0" anchor="t">
            <a:normAutofit/>
          </a:bodyPr>
          <a:lstStyle/>
          <a:p>
            <a:pPr rtl="0"/>
            <a:r>
              <a:rPr lang="en-GB" noProof="0">
                <a:cs typeface="Segoe UI" panose="020B0502040204020203" pitchFamily="34" charset="0"/>
              </a:rPr>
              <a:t>Click to edit Master title style</a:t>
            </a:r>
            <a:endParaRPr lang="sv-SE" noProof="0">
              <a:cs typeface="Segoe UI" panose="020B0502040204020203" pitchFamily="34" charset="0"/>
            </a:endParaRPr>
          </a:p>
        </p:txBody>
      </p:sp>
      <p:grpSp>
        <p:nvGrpSpPr>
          <p:cNvPr id="9" name="Grupp 8">
            <a:extLst>
              <a:ext uri="{FF2B5EF4-FFF2-40B4-BE49-F238E27FC236}">
                <a16:creationId xmlns:a16="http://schemas.microsoft.com/office/drawing/2014/main" id="{F3F11C6D-F71D-4B7F-AD15-0A80B92C5286}"/>
              </a:ext>
              <a:ext uri="{C183D7F6-B498-43B3-948B-1728B52AA6E4}">
                <adec:decorative xmlns:adec="http://schemas.microsoft.com/office/drawing/2017/decorative" val="1"/>
              </a:ext>
            </a:extLst>
          </p:cNvPr>
          <p:cNvGrpSpPr/>
          <p:nvPr userDrawn="1"/>
        </p:nvGrpSpPr>
        <p:grpSpPr>
          <a:xfrm>
            <a:off x="10134054" y="381222"/>
            <a:ext cx="1776608" cy="1547254"/>
            <a:chOff x="10134054" y="381222"/>
            <a:chExt cx="1776608" cy="1547254"/>
          </a:xfrm>
        </p:grpSpPr>
        <p:sp useBgFill="1">
          <p:nvSpPr>
            <p:cNvPr id="10" name="Bild 10">
              <a:extLst>
                <a:ext uri="{FF2B5EF4-FFF2-40B4-BE49-F238E27FC236}">
                  <a16:creationId xmlns:a16="http://schemas.microsoft.com/office/drawing/2014/main" id="{F52E1B51-6BF3-46E9-83D0-40BE41AA989E}"/>
                </a:ext>
              </a:extLst>
            </p:cNvPr>
            <p:cNvSpPr/>
            <p:nvPr/>
          </p:nvSpPr>
          <p:spPr>
            <a:xfrm rot="2700000">
              <a:off x="10895075" y="863805"/>
              <a:ext cx="1015587" cy="10155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1" name="Ellips 10">
              <a:extLst>
                <a:ext uri="{FF2B5EF4-FFF2-40B4-BE49-F238E27FC236}">
                  <a16:creationId xmlns:a16="http://schemas.microsoft.com/office/drawing/2014/main" id="{C1A0293A-61AB-498F-82D7-9E412D08B068}"/>
                </a:ext>
              </a:extLst>
            </p:cNvPr>
            <p:cNvSpPr/>
            <p:nvPr/>
          </p:nvSpPr>
          <p:spPr>
            <a:xfrm rot="10800000">
              <a:off x="10318364" y="1752600"/>
              <a:ext cx="175876" cy="17587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2" name="Ellips 11">
              <a:extLst>
                <a:ext uri="{FF2B5EF4-FFF2-40B4-BE49-F238E27FC236}">
                  <a16:creationId xmlns:a16="http://schemas.microsoft.com/office/drawing/2014/main" id="{CB8032AC-458F-4F48-BA3C-C13B0F57919F}"/>
                </a:ext>
              </a:extLst>
            </p:cNvPr>
            <p:cNvSpPr/>
            <p:nvPr/>
          </p:nvSpPr>
          <p:spPr>
            <a:xfrm rot="10800000">
              <a:off x="10134054" y="381222"/>
              <a:ext cx="544496" cy="54449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3" name="Platshållare för datum 2">
            <a:extLst>
              <a:ext uri="{FF2B5EF4-FFF2-40B4-BE49-F238E27FC236}">
                <a16:creationId xmlns:a16="http://schemas.microsoft.com/office/drawing/2014/main" id="{CAE2E565-A9C5-4946-9768-81039DDDCC66}"/>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4" name="Platshållare för sidfot 5">
            <a:extLst>
              <a:ext uri="{FF2B5EF4-FFF2-40B4-BE49-F238E27FC236}">
                <a16:creationId xmlns:a16="http://schemas.microsoft.com/office/drawing/2014/main" id="{9F6BD62A-8CCF-46F6-87F7-FCCDDA6576B6}"/>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15" name="Platshållare för bildnummer 6">
            <a:extLst>
              <a:ext uri="{FF2B5EF4-FFF2-40B4-BE49-F238E27FC236}">
                <a16:creationId xmlns:a16="http://schemas.microsoft.com/office/drawing/2014/main" id="{0B6E5353-4510-49A8-9DF3-C3BD16C5E7AC}"/>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
        <p:nvSpPr>
          <p:cNvPr id="3" name="Platshållare för innehåll 2">
            <a:extLst>
              <a:ext uri="{FF2B5EF4-FFF2-40B4-BE49-F238E27FC236}">
                <a16:creationId xmlns:a16="http://schemas.microsoft.com/office/drawing/2014/main" id="{913017C2-1A42-4672-97A5-440ECADBAD7B}"/>
              </a:ext>
            </a:extLst>
          </p:cNvPr>
          <p:cNvSpPr>
            <a:spLocks noGrp="1"/>
          </p:cNvSpPr>
          <p:nvPr>
            <p:ph sz="quarter" idx="13" hasCustomPrompt="1"/>
          </p:nvPr>
        </p:nvSpPr>
        <p:spPr>
          <a:xfrm>
            <a:off x="533401" y="2105024"/>
            <a:ext cx="11125200" cy="4010025"/>
          </a:xfrm>
        </p:spPr>
        <p:txBody>
          <a:bodyPr rtlCol="0">
            <a:norm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rtl="0"/>
            <a:r>
              <a:rPr lang="sv-SE" noProof="0"/>
              <a:t>Innehåll</a:t>
            </a:r>
          </a:p>
        </p:txBody>
      </p:sp>
    </p:spTree>
    <p:extLst>
      <p:ext uri="{BB962C8B-B14F-4D97-AF65-F5344CB8AC3E}">
        <p14:creationId xmlns:p14="http://schemas.microsoft.com/office/powerpoint/2010/main" val="270666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olumn för innehåll 2">
    <p:bg>
      <p:bgPr>
        <a:solidFill>
          <a:schemeClr val="accent5"/>
        </a:solidFill>
        <a:effectLst/>
      </p:bgPr>
    </p:bg>
    <p:spTree>
      <p:nvGrpSpPr>
        <p:cNvPr id="1" name=""/>
        <p:cNvGrpSpPr/>
        <p:nvPr/>
      </p:nvGrpSpPr>
      <p:grpSpPr>
        <a:xfrm>
          <a:off x="0" y="0"/>
          <a:ext cx="0" cy="0"/>
          <a:chOff x="0" y="0"/>
          <a:chExt cx="0" cy="0"/>
        </a:xfrm>
      </p:grpSpPr>
      <p:grpSp>
        <p:nvGrpSpPr>
          <p:cNvPr id="10" name="Grupp 9">
            <a:extLst>
              <a:ext uri="{FF2B5EF4-FFF2-40B4-BE49-F238E27FC236}">
                <a16:creationId xmlns:a16="http://schemas.microsoft.com/office/drawing/2014/main" id="{01B714E7-4FD4-46B0-8831-48EB663CFE50}"/>
              </a:ext>
              <a:ext uri="{C183D7F6-B498-43B3-948B-1728B52AA6E4}">
                <adec:decorative xmlns:adec="http://schemas.microsoft.com/office/drawing/2017/decorative" val="1"/>
              </a:ext>
            </a:extLst>
          </p:cNvPr>
          <p:cNvGrpSpPr/>
          <p:nvPr userDrawn="1"/>
        </p:nvGrpSpPr>
        <p:grpSpPr>
          <a:xfrm>
            <a:off x="183404" y="225822"/>
            <a:ext cx="1847971" cy="2438142"/>
            <a:chOff x="183404" y="225822"/>
            <a:chExt cx="1847971" cy="2438142"/>
          </a:xfrm>
        </p:grpSpPr>
        <p:sp useBgFill="1">
          <p:nvSpPr>
            <p:cNvPr id="11" name="Bild 10">
              <a:extLst>
                <a:ext uri="{FF2B5EF4-FFF2-40B4-BE49-F238E27FC236}">
                  <a16:creationId xmlns:a16="http://schemas.microsoft.com/office/drawing/2014/main" id="{28748170-3B03-4983-B18A-BD3434F6A1E0}"/>
                </a:ext>
              </a:extLst>
            </p:cNvPr>
            <p:cNvSpPr/>
            <p:nvPr/>
          </p:nvSpPr>
          <p:spPr>
            <a:xfrm rot="2700000">
              <a:off x="304800" y="965970"/>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2" name="Ellips 11">
              <a:extLst>
                <a:ext uri="{FF2B5EF4-FFF2-40B4-BE49-F238E27FC236}">
                  <a16:creationId xmlns:a16="http://schemas.microsoft.com/office/drawing/2014/main" id="{8763577F-7D99-42DD-8DEE-6CC576187D1E}"/>
                </a:ext>
              </a:extLst>
            </p:cNvPr>
            <p:cNvSpPr/>
            <p:nvPr/>
          </p:nvSpPr>
          <p:spPr>
            <a:xfrm rot="10800000">
              <a:off x="1815651" y="1342540"/>
              <a:ext cx="215724" cy="21572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3" name="Ellips 12">
              <a:extLst>
                <a:ext uri="{FF2B5EF4-FFF2-40B4-BE49-F238E27FC236}">
                  <a16:creationId xmlns:a16="http://schemas.microsoft.com/office/drawing/2014/main" id="{4EF5F2E5-90C0-417E-8B26-0927E3086B9A}"/>
                </a:ext>
              </a:extLst>
            </p:cNvPr>
            <p:cNvSpPr/>
            <p:nvPr/>
          </p:nvSpPr>
          <p:spPr>
            <a:xfrm rot="10800000">
              <a:off x="183404" y="225822"/>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4" name="Ellips 13">
              <a:extLst>
                <a:ext uri="{FF2B5EF4-FFF2-40B4-BE49-F238E27FC236}">
                  <a16:creationId xmlns:a16="http://schemas.microsoft.com/office/drawing/2014/main" id="{648150F6-4F74-4696-AF2C-455208042AA2}"/>
                </a:ext>
              </a:extLst>
            </p:cNvPr>
            <p:cNvSpPr/>
            <p:nvPr/>
          </p:nvSpPr>
          <p:spPr>
            <a:xfrm rot="10800000">
              <a:off x="583574" y="2333139"/>
              <a:ext cx="330825" cy="33082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6" name="Rubrik 1">
            <a:extLst>
              <a:ext uri="{FF2B5EF4-FFF2-40B4-BE49-F238E27FC236}">
                <a16:creationId xmlns:a16="http://schemas.microsoft.com/office/drawing/2014/main" id="{DF341ACE-BA74-497F-B0A2-112DCBB28EDA}"/>
              </a:ext>
            </a:extLst>
          </p:cNvPr>
          <p:cNvSpPr>
            <a:spLocks noGrp="1"/>
          </p:cNvSpPr>
          <p:nvPr>
            <p:ph type="title"/>
          </p:nvPr>
        </p:nvSpPr>
        <p:spPr>
          <a:xfrm>
            <a:off x="822352" y="566127"/>
            <a:ext cx="10531448" cy="1490825"/>
          </a:xfrm>
        </p:spPr>
        <p:txBody>
          <a:bodyPr rtlCol="0" anchor="ctr">
            <a:normAutofit/>
          </a:bodyPr>
          <a:lstStyle>
            <a:lvl1pPr algn="ctr">
              <a:defRPr>
                <a:solidFill>
                  <a:schemeClr val="bg1"/>
                </a:solidFill>
                <a:effectLst>
                  <a:outerShdw blurRad="50800" dist="38100" dir="2700000" algn="tl" rotWithShape="0">
                    <a:prstClr val="black">
                      <a:alpha val="40000"/>
                    </a:prstClr>
                  </a:outerShdw>
                </a:effectLst>
              </a:defRPr>
            </a:lvl1pPr>
          </a:lstStyle>
          <a:p>
            <a:pPr algn="ctr" rtl="0"/>
            <a:r>
              <a:rPr lang="en-GB" noProof="0">
                <a:solidFill>
                  <a:srgbClr val="FFFFFF"/>
                </a:solidFill>
                <a:effectLst>
                  <a:outerShdw blurRad="38100" dist="38100" dir="2700000" algn="tl">
                    <a:srgbClr val="000000">
                      <a:alpha val="43137"/>
                    </a:srgbClr>
                  </a:outerShdw>
                </a:effectLst>
                <a:cs typeface="Segoe UI" panose="020B0502040204020203" pitchFamily="34" charset="0"/>
              </a:rPr>
              <a:t>Click to edit Master title style</a:t>
            </a:r>
            <a:endParaRPr lang="sv-SE" noProof="0">
              <a:solidFill>
                <a:srgbClr val="FFFFFF"/>
              </a:solidFill>
              <a:effectLst>
                <a:outerShdw blurRad="38100" dist="38100" dir="2700000" algn="tl">
                  <a:srgbClr val="000000">
                    <a:alpha val="43137"/>
                  </a:srgbClr>
                </a:outerShdw>
              </a:effectLst>
              <a:cs typeface="Segoe UI" panose="020B0502040204020203" pitchFamily="34" charset="0"/>
            </a:endParaRPr>
          </a:p>
        </p:txBody>
      </p:sp>
      <p:sp>
        <p:nvSpPr>
          <p:cNvPr id="24" name="Platshållare för text 23">
            <a:extLst>
              <a:ext uri="{FF2B5EF4-FFF2-40B4-BE49-F238E27FC236}">
                <a16:creationId xmlns:a16="http://schemas.microsoft.com/office/drawing/2014/main" id="{03858BEB-3028-46B2-A113-0312EFEC2187}"/>
              </a:ext>
            </a:extLst>
          </p:cNvPr>
          <p:cNvSpPr>
            <a:spLocks noGrp="1"/>
          </p:cNvSpPr>
          <p:nvPr>
            <p:ph type="body" sz="quarter" idx="13" hasCustomPrompt="1"/>
          </p:nvPr>
        </p:nvSpPr>
        <p:spPr>
          <a:xfrm>
            <a:off x="1592541" y="2346854"/>
            <a:ext cx="4360512" cy="552450"/>
          </a:xfrm>
        </p:spPr>
        <p:txBody>
          <a:bodyPr rtlCol="0">
            <a:normAutofit/>
          </a:bodyPr>
          <a:lstStyle>
            <a:lvl1pPr marL="0" indent="0">
              <a:buNone/>
              <a:defRPr sz="2000" b="1">
                <a:solidFill>
                  <a:schemeClr val="bg1"/>
                </a:solidFill>
                <a:effectLst>
                  <a:outerShdw blurRad="38100" dist="38100" dir="2700000" algn="tl">
                    <a:srgbClr val="000000">
                      <a:alpha val="43137"/>
                    </a:srgbClr>
                  </a:outerShdw>
                </a:effectLst>
              </a:defRPr>
            </a:lvl1pPr>
          </a:lstStyle>
          <a:p>
            <a:pPr lvl="0" rtl="0"/>
            <a:r>
              <a:rPr lang="sv-SE" noProof="0"/>
              <a:t>Klicka här för att lägga till underrubrik</a:t>
            </a:r>
          </a:p>
        </p:txBody>
      </p:sp>
      <p:sp>
        <p:nvSpPr>
          <p:cNvPr id="28" name="Platshållare för text 25">
            <a:extLst>
              <a:ext uri="{FF2B5EF4-FFF2-40B4-BE49-F238E27FC236}">
                <a16:creationId xmlns:a16="http://schemas.microsoft.com/office/drawing/2014/main" id="{04B6002D-221D-4D66-93ED-DAD87E6478D3}"/>
              </a:ext>
            </a:extLst>
          </p:cNvPr>
          <p:cNvSpPr>
            <a:spLocks noGrp="1"/>
          </p:cNvSpPr>
          <p:nvPr>
            <p:ph type="body" sz="quarter" idx="14" hasCustomPrompt="1"/>
          </p:nvPr>
        </p:nvSpPr>
        <p:spPr>
          <a:xfrm>
            <a:off x="1592191" y="2899269"/>
            <a:ext cx="4360862" cy="3215781"/>
          </a:xfrm>
        </p:spPr>
        <p:txBody>
          <a:bodyPr rtlCol="0">
            <a:normAutofit/>
          </a:bodyPr>
          <a:lstStyle>
            <a:lvl1pPr marL="285750" indent="-285750">
              <a:buClr>
                <a:schemeClr val="accent3"/>
              </a:buClr>
              <a:buFontTx/>
              <a:buChar char="+"/>
              <a:defRPr sz="1800">
                <a:solidFill>
                  <a:schemeClr val="bg1"/>
                </a:solidFill>
              </a:defRPr>
            </a:lvl1pPr>
          </a:lstStyle>
          <a:p>
            <a:pPr lvl="0" rtl="0"/>
            <a:r>
              <a:rPr lang="sv-SE" noProof="0"/>
              <a:t>Klicka för att infoga text</a:t>
            </a:r>
          </a:p>
        </p:txBody>
      </p:sp>
      <p:sp>
        <p:nvSpPr>
          <p:cNvPr id="31" name="Platshållare för text 23">
            <a:extLst>
              <a:ext uri="{FF2B5EF4-FFF2-40B4-BE49-F238E27FC236}">
                <a16:creationId xmlns:a16="http://schemas.microsoft.com/office/drawing/2014/main" id="{37B583B4-9EAA-4C7A-8DE1-DF310A0D2442}"/>
              </a:ext>
            </a:extLst>
          </p:cNvPr>
          <p:cNvSpPr>
            <a:spLocks noGrp="1"/>
          </p:cNvSpPr>
          <p:nvPr>
            <p:ph type="body" sz="quarter" idx="15" hasCustomPrompt="1"/>
          </p:nvPr>
        </p:nvSpPr>
        <p:spPr>
          <a:xfrm>
            <a:off x="6287397" y="2346854"/>
            <a:ext cx="4360512" cy="552450"/>
          </a:xfrm>
        </p:spPr>
        <p:txBody>
          <a:bodyPr rtlCol="0">
            <a:normAutofit/>
          </a:bodyPr>
          <a:lstStyle>
            <a:lvl1pPr marL="0" indent="0">
              <a:buNone/>
              <a:defRPr sz="2000" b="1">
                <a:solidFill>
                  <a:schemeClr val="bg1"/>
                </a:solidFill>
                <a:effectLst>
                  <a:outerShdw blurRad="38100" dist="38100" dir="2700000" algn="tl">
                    <a:srgbClr val="000000">
                      <a:alpha val="43137"/>
                    </a:srgbClr>
                  </a:outerShdw>
                </a:effectLst>
              </a:defRPr>
            </a:lvl1pPr>
          </a:lstStyle>
          <a:p>
            <a:pPr lvl="0" rtl="0"/>
            <a:r>
              <a:rPr lang="sv-SE" noProof="0"/>
              <a:t>Klicka här för att lägga till underrubrik</a:t>
            </a:r>
          </a:p>
        </p:txBody>
      </p:sp>
      <p:sp>
        <p:nvSpPr>
          <p:cNvPr id="32" name="Platshållare för text 25">
            <a:extLst>
              <a:ext uri="{FF2B5EF4-FFF2-40B4-BE49-F238E27FC236}">
                <a16:creationId xmlns:a16="http://schemas.microsoft.com/office/drawing/2014/main" id="{694B9F6A-3683-47F2-8548-EA26CEADE524}"/>
              </a:ext>
            </a:extLst>
          </p:cNvPr>
          <p:cNvSpPr>
            <a:spLocks noGrp="1"/>
          </p:cNvSpPr>
          <p:nvPr>
            <p:ph type="body" sz="quarter" idx="16" hasCustomPrompt="1"/>
          </p:nvPr>
        </p:nvSpPr>
        <p:spPr>
          <a:xfrm>
            <a:off x="6287047" y="2899269"/>
            <a:ext cx="4360862" cy="3215781"/>
          </a:xfrm>
        </p:spPr>
        <p:txBody>
          <a:bodyPr rtlCol="0">
            <a:normAutofit/>
          </a:bodyPr>
          <a:lstStyle>
            <a:lvl1pPr marL="285750" indent="-285750">
              <a:buClr>
                <a:schemeClr val="accent3"/>
              </a:buClr>
              <a:buFontTx/>
              <a:buChar char="+"/>
              <a:defRPr sz="1800">
                <a:solidFill>
                  <a:schemeClr val="bg1"/>
                </a:solidFill>
              </a:defRPr>
            </a:lvl1pPr>
          </a:lstStyle>
          <a:p>
            <a:pPr lvl="0" rtl="0"/>
            <a:r>
              <a:rPr lang="sv-SE" noProof="0"/>
              <a:t>Klicka för att infoga text</a:t>
            </a:r>
          </a:p>
        </p:txBody>
      </p:sp>
      <p:sp>
        <p:nvSpPr>
          <p:cNvPr id="18" name="Platshållare för datum 4">
            <a:extLst>
              <a:ext uri="{FF2B5EF4-FFF2-40B4-BE49-F238E27FC236}">
                <a16:creationId xmlns:a16="http://schemas.microsoft.com/office/drawing/2014/main" id="{1FDFCFD6-336A-4319-8946-39E7EC2CD1B3}"/>
              </a:ext>
            </a:extLst>
          </p:cNvPr>
          <p:cNvSpPr>
            <a:spLocks noGrp="1"/>
          </p:cNvSpPr>
          <p:nvPr>
            <p:ph type="dt" sz="half" idx="10"/>
          </p:nvPr>
        </p:nvSpPr>
        <p:spPr>
          <a:xfrm>
            <a:off x="838200" y="6400800"/>
            <a:ext cx="2743200" cy="365125"/>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sv-SE" noProof="0"/>
              <a:t>2/2/20XX</a:t>
            </a:r>
          </a:p>
        </p:txBody>
      </p:sp>
      <p:sp>
        <p:nvSpPr>
          <p:cNvPr id="19" name="Platshållare för sidfot 5">
            <a:extLst>
              <a:ext uri="{FF2B5EF4-FFF2-40B4-BE49-F238E27FC236}">
                <a16:creationId xmlns:a16="http://schemas.microsoft.com/office/drawing/2014/main" id="{EDA87BDB-4AAD-4508-9D8E-9413194A6FB5}"/>
              </a:ext>
            </a:extLst>
          </p:cNvPr>
          <p:cNvSpPr>
            <a:spLocks noGrp="1"/>
          </p:cNvSpPr>
          <p:nvPr>
            <p:ph type="ftr" sz="quarter" idx="11"/>
          </p:nvPr>
        </p:nvSpPr>
        <p:spPr>
          <a:xfrm>
            <a:off x="4038600" y="6400800"/>
            <a:ext cx="4114800" cy="365125"/>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sv-SE" noProof="0"/>
              <a:t>PRESENTATIONENS RUBRIK</a:t>
            </a:r>
          </a:p>
        </p:txBody>
      </p:sp>
      <p:sp>
        <p:nvSpPr>
          <p:cNvPr id="20" name="Platshållare för bildnummer 6">
            <a:extLst>
              <a:ext uri="{FF2B5EF4-FFF2-40B4-BE49-F238E27FC236}">
                <a16:creationId xmlns:a16="http://schemas.microsoft.com/office/drawing/2014/main" id="{972B28B4-16BA-417A-B46D-DBD7D41F7650}"/>
              </a:ext>
            </a:extLst>
          </p:cNvPr>
          <p:cNvSpPr>
            <a:spLocks noGrp="1"/>
          </p:cNvSpPr>
          <p:nvPr>
            <p:ph type="sldNum" sz="quarter" idx="12"/>
          </p:nvPr>
        </p:nvSpPr>
        <p:spPr>
          <a:xfrm>
            <a:off x="8610600" y="6400800"/>
            <a:ext cx="2743200" cy="365125"/>
          </a:xfrm>
        </p:spPr>
        <p:txBody>
          <a:bodyPr rtlCol="0"/>
          <a:lstStyle>
            <a:lvl1pPr>
              <a:defRPr>
                <a:solidFill>
                  <a:schemeClr val="bg1"/>
                </a:solidFill>
                <a:effectLst>
                  <a:outerShdw blurRad="38100" dist="38100" dir="2700000" algn="tl">
                    <a:srgbClr val="000000">
                      <a:alpha val="43137"/>
                    </a:srgbClr>
                  </a:outerShdw>
                </a:effectLst>
              </a:defRPr>
            </a:lvl1pPr>
          </a:lstStyle>
          <a:p>
            <a:pPr rtl="0"/>
            <a:fld id="{DFA5D71E-5CDF-4C93-8A75-5B916FDC5BEA}" type="slidenum">
              <a:rPr lang="sv-SE" noProof="0" smtClean="0"/>
              <a:pPr rtl="0"/>
              <a:t>‹#›</a:t>
            </a:fld>
            <a:endParaRPr lang="sv-SE" noProof="0"/>
          </a:p>
        </p:txBody>
      </p:sp>
    </p:spTree>
    <p:extLst>
      <p:ext uri="{BB962C8B-B14F-4D97-AF65-F5344CB8AC3E}">
        <p14:creationId xmlns:p14="http://schemas.microsoft.com/office/powerpoint/2010/main" val="164250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nehåll i kolumn 3">
    <p:bg>
      <p:bgPr>
        <a:solidFill>
          <a:schemeClr val="accent5"/>
        </a:solidFill>
        <a:effectLst/>
      </p:bgPr>
    </p:bg>
    <p:spTree>
      <p:nvGrpSpPr>
        <p:cNvPr id="1" name=""/>
        <p:cNvGrpSpPr/>
        <p:nvPr/>
      </p:nvGrpSpPr>
      <p:grpSpPr>
        <a:xfrm>
          <a:off x="0" y="0"/>
          <a:ext cx="0" cy="0"/>
          <a:chOff x="0" y="0"/>
          <a:chExt cx="0" cy="0"/>
        </a:xfrm>
      </p:grpSpPr>
      <p:grpSp>
        <p:nvGrpSpPr>
          <p:cNvPr id="10" name="Grupp 9">
            <a:extLst>
              <a:ext uri="{FF2B5EF4-FFF2-40B4-BE49-F238E27FC236}">
                <a16:creationId xmlns:a16="http://schemas.microsoft.com/office/drawing/2014/main" id="{D8A1D0A1-1FD1-4F94-B2C0-06C2E2030D53}"/>
              </a:ext>
              <a:ext uri="{C183D7F6-B498-43B3-948B-1728B52AA6E4}">
                <adec:decorative xmlns:adec="http://schemas.microsoft.com/office/drawing/2017/decorative" val="1"/>
              </a:ext>
            </a:extLst>
          </p:cNvPr>
          <p:cNvGrpSpPr/>
          <p:nvPr userDrawn="1"/>
        </p:nvGrpSpPr>
        <p:grpSpPr>
          <a:xfrm>
            <a:off x="183404" y="225822"/>
            <a:ext cx="1847971" cy="2438142"/>
            <a:chOff x="183404" y="225822"/>
            <a:chExt cx="1847971" cy="2438142"/>
          </a:xfrm>
        </p:grpSpPr>
        <p:sp useBgFill="1">
          <p:nvSpPr>
            <p:cNvPr id="11" name="Bild 10">
              <a:extLst>
                <a:ext uri="{FF2B5EF4-FFF2-40B4-BE49-F238E27FC236}">
                  <a16:creationId xmlns:a16="http://schemas.microsoft.com/office/drawing/2014/main" id="{58CFF91A-90A9-4CD1-A803-636F9F1304A4}"/>
                </a:ext>
              </a:extLst>
            </p:cNvPr>
            <p:cNvSpPr/>
            <p:nvPr/>
          </p:nvSpPr>
          <p:spPr>
            <a:xfrm rot="2700000">
              <a:off x="304800" y="965970"/>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2" name="Ellips 11">
              <a:extLst>
                <a:ext uri="{FF2B5EF4-FFF2-40B4-BE49-F238E27FC236}">
                  <a16:creationId xmlns:a16="http://schemas.microsoft.com/office/drawing/2014/main" id="{4FBC4BC7-0780-43F3-A67A-65EB564F696D}"/>
                </a:ext>
              </a:extLst>
            </p:cNvPr>
            <p:cNvSpPr/>
            <p:nvPr/>
          </p:nvSpPr>
          <p:spPr>
            <a:xfrm rot="10800000">
              <a:off x="1815651" y="1342540"/>
              <a:ext cx="215724" cy="21572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3" name="Ellips 12">
              <a:extLst>
                <a:ext uri="{FF2B5EF4-FFF2-40B4-BE49-F238E27FC236}">
                  <a16:creationId xmlns:a16="http://schemas.microsoft.com/office/drawing/2014/main" id="{1CE0ABAF-CF8C-4E0D-A844-F01B6E85B2E3}"/>
                </a:ext>
              </a:extLst>
            </p:cNvPr>
            <p:cNvSpPr/>
            <p:nvPr/>
          </p:nvSpPr>
          <p:spPr>
            <a:xfrm rot="10800000">
              <a:off x="183404" y="225822"/>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4" name="Ellips 13">
              <a:extLst>
                <a:ext uri="{FF2B5EF4-FFF2-40B4-BE49-F238E27FC236}">
                  <a16:creationId xmlns:a16="http://schemas.microsoft.com/office/drawing/2014/main" id="{5E894DEB-17BA-46D9-AF52-DFC04FC4E93A}"/>
                </a:ext>
              </a:extLst>
            </p:cNvPr>
            <p:cNvSpPr/>
            <p:nvPr/>
          </p:nvSpPr>
          <p:spPr>
            <a:xfrm rot="10800000">
              <a:off x="583574" y="2333139"/>
              <a:ext cx="330825" cy="33082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grpSp>
      <p:sp>
        <p:nvSpPr>
          <p:cNvPr id="16" name="Rubrik 1">
            <a:extLst>
              <a:ext uri="{FF2B5EF4-FFF2-40B4-BE49-F238E27FC236}">
                <a16:creationId xmlns:a16="http://schemas.microsoft.com/office/drawing/2014/main" id="{30AFDACD-10D0-493F-9AA6-0C0AC8835228}"/>
              </a:ext>
            </a:extLst>
          </p:cNvPr>
          <p:cNvSpPr>
            <a:spLocks noGrp="1"/>
          </p:cNvSpPr>
          <p:nvPr>
            <p:ph type="title"/>
          </p:nvPr>
        </p:nvSpPr>
        <p:spPr>
          <a:xfrm>
            <a:off x="822352" y="566127"/>
            <a:ext cx="10531448" cy="1490825"/>
          </a:xfrm>
        </p:spPr>
        <p:txBody>
          <a:bodyPr rtlCol="0" anchor="ctr">
            <a:normAutofit/>
          </a:bodyPr>
          <a:lstStyle>
            <a:lvl1pPr algn="ctr">
              <a:defRPr>
                <a:solidFill>
                  <a:schemeClr val="bg1"/>
                </a:solidFill>
                <a:effectLst>
                  <a:outerShdw blurRad="50800" dist="38100" dir="2700000" algn="tl" rotWithShape="0">
                    <a:prstClr val="black">
                      <a:alpha val="40000"/>
                    </a:prstClr>
                  </a:outerShdw>
                </a:effectLst>
              </a:defRPr>
            </a:lvl1pPr>
          </a:lstStyle>
          <a:p>
            <a:pPr algn="ctr" rtl="0"/>
            <a:r>
              <a:rPr lang="en-GB" noProof="0">
                <a:solidFill>
                  <a:srgbClr val="FFFFFF"/>
                </a:solidFill>
                <a:effectLst>
                  <a:outerShdw blurRad="38100" dist="38100" dir="2700000" algn="tl">
                    <a:srgbClr val="000000">
                      <a:alpha val="43137"/>
                    </a:srgbClr>
                  </a:outerShdw>
                </a:effectLst>
                <a:cs typeface="Segoe UI" panose="020B0502040204020203" pitchFamily="34" charset="0"/>
              </a:rPr>
              <a:t>Click to edit Master title style</a:t>
            </a:r>
            <a:endParaRPr lang="sv-SE" noProof="0">
              <a:solidFill>
                <a:srgbClr val="FFFFFF"/>
              </a:solidFill>
              <a:effectLst>
                <a:outerShdw blurRad="38100" dist="38100" dir="2700000" algn="tl">
                  <a:srgbClr val="000000">
                    <a:alpha val="43137"/>
                  </a:srgbClr>
                </a:outerShdw>
              </a:effectLst>
              <a:cs typeface="Segoe UI" panose="020B0502040204020203" pitchFamily="34" charset="0"/>
            </a:endParaRPr>
          </a:p>
        </p:txBody>
      </p:sp>
      <p:sp>
        <p:nvSpPr>
          <p:cNvPr id="20" name="Platshållare för text 23">
            <a:extLst>
              <a:ext uri="{FF2B5EF4-FFF2-40B4-BE49-F238E27FC236}">
                <a16:creationId xmlns:a16="http://schemas.microsoft.com/office/drawing/2014/main" id="{FCFF65AC-D857-44D4-8C75-42685EEC828C}"/>
              </a:ext>
            </a:extLst>
          </p:cNvPr>
          <p:cNvSpPr>
            <a:spLocks noGrp="1"/>
          </p:cNvSpPr>
          <p:nvPr>
            <p:ph type="body" sz="quarter" idx="13" hasCustomPrompt="1"/>
          </p:nvPr>
        </p:nvSpPr>
        <p:spPr>
          <a:xfrm>
            <a:off x="1001992" y="2346854"/>
            <a:ext cx="3303394" cy="552450"/>
          </a:xfrm>
        </p:spPr>
        <p:txBody>
          <a:bodyPr rtlCol="0">
            <a:normAutofit/>
          </a:bodyPr>
          <a:lstStyle>
            <a:lvl1pPr marL="0" indent="0">
              <a:buNone/>
              <a:defRPr sz="2000" b="1">
                <a:solidFill>
                  <a:schemeClr val="bg1"/>
                </a:solidFill>
                <a:effectLst>
                  <a:outerShdw blurRad="38100" dist="38100" dir="2700000" algn="tl">
                    <a:srgbClr val="000000">
                      <a:alpha val="43137"/>
                    </a:srgbClr>
                  </a:outerShdw>
                </a:effectLst>
              </a:defRPr>
            </a:lvl1pPr>
          </a:lstStyle>
          <a:p>
            <a:pPr lvl="0" rtl="0"/>
            <a:r>
              <a:rPr lang="sv-SE" noProof="0"/>
              <a:t>Klicka här för att lägga till underrubrik</a:t>
            </a:r>
          </a:p>
        </p:txBody>
      </p:sp>
      <p:sp>
        <p:nvSpPr>
          <p:cNvPr id="21" name="Platshållare för text 25">
            <a:extLst>
              <a:ext uri="{FF2B5EF4-FFF2-40B4-BE49-F238E27FC236}">
                <a16:creationId xmlns:a16="http://schemas.microsoft.com/office/drawing/2014/main" id="{CBC02743-732C-4B86-AB3D-5C05A02D0D11}"/>
              </a:ext>
            </a:extLst>
          </p:cNvPr>
          <p:cNvSpPr>
            <a:spLocks noGrp="1"/>
          </p:cNvSpPr>
          <p:nvPr>
            <p:ph type="body" sz="quarter" idx="14" hasCustomPrompt="1"/>
          </p:nvPr>
        </p:nvSpPr>
        <p:spPr>
          <a:xfrm>
            <a:off x="1001641" y="2899269"/>
            <a:ext cx="3303659" cy="3215781"/>
          </a:xfrm>
        </p:spPr>
        <p:txBody>
          <a:bodyPr rtlCol="0">
            <a:normAutofit/>
          </a:bodyPr>
          <a:lstStyle>
            <a:lvl1pPr marL="285750" indent="-285750">
              <a:buClr>
                <a:schemeClr val="accent3"/>
              </a:buClr>
              <a:buFontTx/>
              <a:buChar char="+"/>
              <a:defRPr sz="1800">
                <a:solidFill>
                  <a:schemeClr val="bg1"/>
                </a:solidFill>
              </a:defRPr>
            </a:lvl1pPr>
          </a:lstStyle>
          <a:p>
            <a:pPr lvl="0" rtl="0"/>
            <a:r>
              <a:rPr lang="sv-SE" noProof="0"/>
              <a:t>Klicka för att infoga text</a:t>
            </a:r>
          </a:p>
        </p:txBody>
      </p:sp>
      <p:sp>
        <p:nvSpPr>
          <p:cNvPr id="32" name="Platshållare för text 23">
            <a:extLst>
              <a:ext uri="{FF2B5EF4-FFF2-40B4-BE49-F238E27FC236}">
                <a16:creationId xmlns:a16="http://schemas.microsoft.com/office/drawing/2014/main" id="{01F8B39A-529F-4E49-AE13-52EC4704DEB0}"/>
              </a:ext>
            </a:extLst>
          </p:cNvPr>
          <p:cNvSpPr>
            <a:spLocks noGrp="1"/>
          </p:cNvSpPr>
          <p:nvPr>
            <p:ph type="body" sz="quarter" idx="15" hasCustomPrompt="1"/>
          </p:nvPr>
        </p:nvSpPr>
        <p:spPr>
          <a:xfrm>
            <a:off x="4453829" y="2346854"/>
            <a:ext cx="3303394" cy="552450"/>
          </a:xfrm>
        </p:spPr>
        <p:txBody>
          <a:bodyPr rtlCol="0">
            <a:normAutofit/>
          </a:bodyPr>
          <a:lstStyle>
            <a:lvl1pPr marL="0" indent="0">
              <a:buNone/>
              <a:defRPr sz="2000" b="1">
                <a:solidFill>
                  <a:schemeClr val="bg1"/>
                </a:solidFill>
                <a:effectLst>
                  <a:outerShdw blurRad="38100" dist="38100" dir="2700000" algn="tl">
                    <a:srgbClr val="000000">
                      <a:alpha val="43137"/>
                    </a:srgbClr>
                  </a:outerShdw>
                </a:effectLst>
              </a:defRPr>
            </a:lvl1pPr>
          </a:lstStyle>
          <a:p>
            <a:pPr lvl="0" rtl="0"/>
            <a:r>
              <a:rPr lang="sv-SE" noProof="0"/>
              <a:t>Klicka här för att lägga till underrubrik</a:t>
            </a:r>
          </a:p>
        </p:txBody>
      </p:sp>
      <p:sp>
        <p:nvSpPr>
          <p:cNvPr id="33" name="Platshållare för text 25">
            <a:extLst>
              <a:ext uri="{FF2B5EF4-FFF2-40B4-BE49-F238E27FC236}">
                <a16:creationId xmlns:a16="http://schemas.microsoft.com/office/drawing/2014/main" id="{2A6AE7B0-4281-44CE-83E8-FF70EB548ACA}"/>
              </a:ext>
            </a:extLst>
          </p:cNvPr>
          <p:cNvSpPr>
            <a:spLocks noGrp="1"/>
          </p:cNvSpPr>
          <p:nvPr>
            <p:ph type="body" sz="quarter" idx="16" hasCustomPrompt="1"/>
          </p:nvPr>
        </p:nvSpPr>
        <p:spPr>
          <a:xfrm>
            <a:off x="4453478" y="2899269"/>
            <a:ext cx="3303659" cy="3215781"/>
          </a:xfrm>
        </p:spPr>
        <p:txBody>
          <a:bodyPr rtlCol="0">
            <a:normAutofit/>
          </a:bodyPr>
          <a:lstStyle>
            <a:lvl1pPr marL="285750" indent="-285750">
              <a:buClr>
                <a:schemeClr val="accent3"/>
              </a:buClr>
              <a:buFontTx/>
              <a:buChar char="+"/>
              <a:defRPr sz="1800">
                <a:solidFill>
                  <a:schemeClr val="bg1"/>
                </a:solidFill>
              </a:defRPr>
            </a:lvl1pPr>
          </a:lstStyle>
          <a:p>
            <a:pPr lvl="0" rtl="0"/>
            <a:r>
              <a:rPr lang="sv-SE" noProof="0"/>
              <a:t>Klicka för att infoga text</a:t>
            </a:r>
          </a:p>
        </p:txBody>
      </p:sp>
      <p:sp>
        <p:nvSpPr>
          <p:cNvPr id="34" name="Platshållare för text 23">
            <a:extLst>
              <a:ext uri="{FF2B5EF4-FFF2-40B4-BE49-F238E27FC236}">
                <a16:creationId xmlns:a16="http://schemas.microsoft.com/office/drawing/2014/main" id="{9D1E92C6-323C-467F-8117-84624685E70D}"/>
              </a:ext>
            </a:extLst>
          </p:cNvPr>
          <p:cNvSpPr>
            <a:spLocks noGrp="1"/>
          </p:cNvSpPr>
          <p:nvPr>
            <p:ph type="body" sz="quarter" idx="17" hasCustomPrompt="1"/>
          </p:nvPr>
        </p:nvSpPr>
        <p:spPr>
          <a:xfrm>
            <a:off x="7906017" y="2333139"/>
            <a:ext cx="3303394" cy="552450"/>
          </a:xfrm>
        </p:spPr>
        <p:txBody>
          <a:bodyPr rtlCol="0">
            <a:normAutofit/>
          </a:bodyPr>
          <a:lstStyle>
            <a:lvl1pPr marL="0" indent="0">
              <a:buNone/>
              <a:defRPr sz="2000" b="1">
                <a:solidFill>
                  <a:schemeClr val="bg1"/>
                </a:solidFill>
                <a:effectLst>
                  <a:outerShdw blurRad="38100" dist="38100" dir="2700000" algn="tl">
                    <a:srgbClr val="000000">
                      <a:alpha val="43137"/>
                    </a:srgbClr>
                  </a:outerShdw>
                </a:effectLst>
              </a:defRPr>
            </a:lvl1pPr>
          </a:lstStyle>
          <a:p>
            <a:pPr lvl="0" rtl="0"/>
            <a:r>
              <a:rPr lang="sv-SE" noProof="0"/>
              <a:t>Klicka här för att lägga till underrubrik</a:t>
            </a:r>
          </a:p>
        </p:txBody>
      </p:sp>
      <p:sp>
        <p:nvSpPr>
          <p:cNvPr id="35" name="Platshållare för text 25">
            <a:extLst>
              <a:ext uri="{FF2B5EF4-FFF2-40B4-BE49-F238E27FC236}">
                <a16:creationId xmlns:a16="http://schemas.microsoft.com/office/drawing/2014/main" id="{E292D7CF-B506-4D5A-9747-949D5607895B}"/>
              </a:ext>
            </a:extLst>
          </p:cNvPr>
          <p:cNvSpPr>
            <a:spLocks noGrp="1"/>
          </p:cNvSpPr>
          <p:nvPr>
            <p:ph type="body" sz="quarter" idx="18" hasCustomPrompt="1"/>
          </p:nvPr>
        </p:nvSpPr>
        <p:spPr>
          <a:xfrm>
            <a:off x="7905666" y="2885554"/>
            <a:ext cx="3303659" cy="3215781"/>
          </a:xfrm>
        </p:spPr>
        <p:txBody>
          <a:bodyPr rtlCol="0">
            <a:normAutofit/>
          </a:bodyPr>
          <a:lstStyle>
            <a:lvl1pPr marL="285750" indent="-285750">
              <a:buClr>
                <a:schemeClr val="accent3"/>
              </a:buClr>
              <a:buFontTx/>
              <a:buChar char="+"/>
              <a:defRPr sz="1800">
                <a:solidFill>
                  <a:schemeClr val="bg1"/>
                </a:solidFill>
              </a:defRPr>
            </a:lvl1pPr>
          </a:lstStyle>
          <a:p>
            <a:pPr lvl="0" rtl="0"/>
            <a:r>
              <a:rPr lang="sv-SE" noProof="0"/>
              <a:t>Klicka för att infoga text</a:t>
            </a:r>
          </a:p>
        </p:txBody>
      </p:sp>
      <p:sp>
        <p:nvSpPr>
          <p:cNvPr id="17" name="Platshållare för datum 4">
            <a:extLst>
              <a:ext uri="{FF2B5EF4-FFF2-40B4-BE49-F238E27FC236}">
                <a16:creationId xmlns:a16="http://schemas.microsoft.com/office/drawing/2014/main" id="{39C4FF29-BCBF-4D15-B2D8-AE2E1F3891F7}"/>
              </a:ext>
            </a:extLst>
          </p:cNvPr>
          <p:cNvSpPr>
            <a:spLocks noGrp="1"/>
          </p:cNvSpPr>
          <p:nvPr>
            <p:ph type="dt" sz="half" idx="10"/>
          </p:nvPr>
        </p:nvSpPr>
        <p:spPr>
          <a:xfrm>
            <a:off x="838200" y="6400800"/>
            <a:ext cx="2743200" cy="365125"/>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sv-SE" noProof="0"/>
              <a:t>2/2/20XX</a:t>
            </a:r>
          </a:p>
        </p:txBody>
      </p:sp>
      <p:sp>
        <p:nvSpPr>
          <p:cNvPr id="18" name="Platshållare för sidfot 5">
            <a:extLst>
              <a:ext uri="{FF2B5EF4-FFF2-40B4-BE49-F238E27FC236}">
                <a16:creationId xmlns:a16="http://schemas.microsoft.com/office/drawing/2014/main" id="{308F6E4A-924F-4513-8E2C-B2815410DE94}"/>
              </a:ext>
            </a:extLst>
          </p:cNvPr>
          <p:cNvSpPr>
            <a:spLocks noGrp="1"/>
          </p:cNvSpPr>
          <p:nvPr>
            <p:ph type="ftr" sz="quarter" idx="11"/>
          </p:nvPr>
        </p:nvSpPr>
        <p:spPr>
          <a:xfrm>
            <a:off x="4038600" y="6400800"/>
            <a:ext cx="4114800" cy="365125"/>
          </a:xfrm>
        </p:spPr>
        <p:txBody>
          <a:bodyPr rtlCol="0"/>
          <a:lstStyle>
            <a:lvl1pPr>
              <a:defRPr>
                <a:solidFill>
                  <a:schemeClr val="bg1"/>
                </a:solidFill>
                <a:effectLst>
                  <a:outerShdw blurRad="38100" dist="38100" dir="2700000" algn="tl">
                    <a:srgbClr val="000000">
                      <a:alpha val="43137"/>
                    </a:srgbClr>
                  </a:outerShdw>
                </a:effectLst>
              </a:defRPr>
            </a:lvl1pPr>
          </a:lstStyle>
          <a:p>
            <a:pPr rtl="0"/>
            <a:r>
              <a:rPr lang="sv-SE" noProof="0"/>
              <a:t>PRESENTATIONENS RUBRIK</a:t>
            </a:r>
          </a:p>
        </p:txBody>
      </p:sp>
      <p:sp>
        <p:nvSpPr>
          <p:cNvPr id="19" name="Platshållare för bildnummer 6">
            <a:extLst>
              <a:ext uri="{FF2B5EF4-FFF2-40B4-BE49-F238E27FC236}">
                <a16:creationId xmlns:a16="http://schemas.microsoft.com/office/drawing/2014/main" id="{54E5349C-86B2-431A-A9BA-60665D1797BD}"/>
              </a:ext>
            </a:extLst>
          </p:cNvPr>
          <p:cNvSpPr>
            <a:spLocks noGrp="1"/>
          </p:cNvSpPr>
          <p:nvPr>
            <p:ph type="sldNum" sz="quarter" idx="12"/>
          </p:nvPr>
        </p:nvSpPr>
        <p:spPr>
          <a:xfrm>
            <a:off x="8610600" y="6400800"/>
            <a:ext cx="2743200" cy="365125"/>
          </a:xfrm>
        </p:spPr>
        <p:txBody>
          <a:bodyPr rtlCol="0"/>
          <a:lstStyle>
            <a:lvl1pPr>
              <a:defRPr>
                <a:solidFill>
                  <a:schemeClr val="bg1"/>
                </a:solidFill>
                <a:effectLst>
                  <a:outerShdw blurRad="38100" dist="38100" dir="2700000" algn="tl">
                    <a:srgbClr val="000000">
                      <a:alpha val="43137"/>
                    </a:srgbClr>
                  </a:outerShdw>
                </a:effectLst>
              </a:defRPr>
            </a:lvl1pPr>
          </a:lstStyle>
          <a:p>
            <a:pPr rtl="0"/>
            <a:fld id="{DFA5D71E-5CDF-4C93-8A75-5B916FDC5BEA}" type="slidenum">
              <a:rPr lang="sv-SE" noProof="0" smtClean="0"/>
              <a:pPr rtl="0"/>
              <a:t>‹#›</a:t>
            </a:fld>
            <a:endParaRPr lang="sv-SE" noProof="0"/>
          </a:p>
        </p:txBody>
      </p:sp>
    </p:spTree>
    <p:extLst>
      <p:ext uri="{BB962C8B-B14F-4D97-AF65-F5344CB8AC3E}">
        <p14:creationId xmlns:p14="http://schemas.microsoft.com/office/powerpoint/2010/main" val="4212544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ammanfattning">
    <p:spTree>
      <p:nvGrpSpPr>
        <p:cNvPr id="1" name=""/>
        <p:cNvGrpSpPr/>
        <p:nvPr/>
      </p:nvGrpSpPr>
      <p:grpSpPr>
        <a:xfrm>
          <a:off x="0" y="0"/>
          <a:ext cx="0" cy="0"/>
          <a:chOff x="0" y="0"/>
          <a:chExt cx="0" cy="0"/>
        </a:xfrm>
      </p:grpSpPr>
      <p:sp>
        <p:nvSpPr>
          <p:cNvPr id="10" name="Rubrik 1">
            <a:extLst>
              <a:ext uri="{FF2B5EF4-FFF2-40B4-BE49-F238E27FC236}">
                <a16:creationId xmlns:a16="http://schemas.microsoft.com/office/drawing/2014/main" id="{67E5D41C-AF53-4BB3-B90C-55B007BC4CDE}"/>
              </a:ext>
            </a:extLst>
          </p:cNvPr>
          <p:cNvSpPr>
            <a:spLocks noGrp="1"/>
          </p:cNvSpPr>
          <p:nvPr>
            <p:ph type="title"/>
          </p:nvPr>
        </p:nvSpPr>
        <p:spPr>
          <a:xfrm>
            <a:off x="580403" y="4038599"/>
            <a:ext cx="4715498" cy="2235494"/>
          </a:xfrm>
        </p:spPr>
        <p:txBody>
          <a:bodyPr rtlCol="0" anchor="ctr">
            <a:normAutofit/>
          </a:bodyPr>
          <a:lstStyle/>
          <a:p>
            <a:pPr rtl="0"/>
            <a:r>
              <a:rPr lang="en-GB" noProof="0">
                <a:latin typeface="Aller" panose="020B0603020203020204" pitchFamily="34" charset="0"/>
                <a:cs typeface="Segoe UI" panose="020B0502040204020203" pitchFamily="34" charset="0"/>
              </a:rPr>
              <a:t>Click to edit Master title style</a:t>
            </a:r>
            <a:endParaRPr lang="sv-SE" noProof="0">
              <a:latin typeface="Aller" panose="020B0603020203020204" pitchFamily="34" charset="0"/>
              <a:cs typeface="Segoe UI" panose="020B0502040204020203" pitchFamily="34" charset="0"/>
            </a:endParaRPr>
          </a:p>
        </p:txBody>
      </p:sp>
      <p:sp>
        <p:nvSpPr>
          <p:cNvPr id="15" name="Platshållare för bild 14">
            <a:extLst>
              <a:ext uri="{FF2B5EF4-FFF2-40B4-BE49-F238E27FC236}">
                <a16:creationId xmlns:a16="http://schemas.microsoft.com/office/drawing/2014/main" id="{2F6A086D-145E-4C1B-B127-20F3EB745519}"/>
              </a:ext>
            </a:extLst>
          </p:cNvPr>
          <p:cNvSpPr>
            <a:spLocks noGrp="1"/>
          </p:cNvSpPr>
          <p:nvPr>
            <p:ph type="pic" sz="quarter" idx="14" hasCustomPrompt="1"/>
          </p:nvPr>
        </p:nvSpPr>
        <p:spPr>
          <a:xfrm>
            <a:off x="581025" y="533400"/>
            <a:ext cx="3628551" cy="3297238"/>
          </a:xfrm>
          <a:custGeom>
            <a:avLst/>
            <a:gdLst>
              <a:gd name="connsiteX0" fmla="*/ 318559 w 3628551"/>
              <a:gd name="connsiteY0" fmla="*/ 1414022 h 3297238"/>
              <a:gd name="connsiteX1" fmla="*/ 187729 w 3628551"/>
              <a:gd name="connsiteY1" fmla="*/ 1544852 h 3297238"/>
              <a:gd name="connsiteX2" fmla="*/ 318559 w 3628551"/>
              <a:gd name="connsiteY2" fmla="*/ 1675682 h 3297238"/>
              <a:gd name="connsiteX3" fmla="*/ 449389 w 3628551"/>
              <a:gd name="connsiteY3" fmla="*/ 1544852 h 3297238"/>
              <a:gd name="connsiteX4" fmla="*/ 318559 w 3628551"/>
              <a:gd name="connsiteY4" fmla="*/ 1414022 h 3297238"/>
              <a:gd name="connsiteX5" fmla="*/ 0 w 3628551"/>
              <a:gd name="connsiteY5" fmla="*/ 0 h 3297238"/>
              <a:gd name="connsiteX6" fmla="*/ 3628551 w 3628551"/>
              <a:gd name="connsiteY6" fmla="*/ 0 h 3297238"/>
              <a:gd name="connsiteX7" fmla="*/ 3628551 w 3628551"/>
              <a:gd name="connsiteY7" fmla="*/ 3297238 h 3297238"/>
              <a:gd name="connsiteX8" fmla="*/ 0 w 3628551"/>
              <a:gd name="connsiteY8" fmla="*/ 3297238 h 3297238"/>
              <a:gd name="connsiteX9" fmla="*/ 0 w 3628551"/>
              <a:gd name="connsiteY9" fmla="*/ 1060944 h 3297238"/>
              <a:gd name="connsiteX10" fmla="*/ 93526 w 3628551"/>
              <a:gd name="connsiteY10" fmla="*/ 1154470 h 3297238"/>
              <a:gd name="connsiteX11" fmla="*/ 185334 w 3628551"/>
              <a:gd name="connsiteY11" fmla="*/ 1152160 h 3297238"/>
              <a:gd name="connsiteX12" fmla="*/ 187645 w 3628551"/>
              <a:gd name="connsiteY12" fmla="*/ 1060352 h 3297238"/>
              <a:gd name="connsiteX13" fmla="*/ 31028 w 3628551"/>
              <a:gd name="connsiteY13" fmla="*/ 903736 h 3297238"/>
              <a:gd name="connsiteX14" fmla="*/ 195727 w 3628551"/>
              <a:gd name="connsiteY14" fmla="*/ 739037 h 3297238"/>
              <a:gd name="connsiteX15" fmla="*/ 198037 w 3628551"/>
              <a:gd name="connsiteY15" fmla="*/ 647229 h 3297238"/>
              <a:gd name="connsiteX16" fmla="*/ 106229 w 3628551"/>
              <a:gd name="connsiteY16" fmla="*/ 649539 h 3297238"/>
              <a:gd name="connsiteX17" fmla="*/ 0 w 3628551"/>
              <a:gd name="connsiteY17" fmla="*/ 755768 h 329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28551" h="3297238">
                <a:moveTo>
                  <a:pt x="318559" y="1414022"/>
                </a:moveTo>
                <a:cubicBezTo>
                  <a:pt x="246304" y="1414022"/>
                  <a:pt x="187729" y="1472597"/>
                  <a:pt x="187729" y="1544852"/>
                </a:cubicBezTo>
                <a:cubicBezTo>
                  <a:pt x="187729" y="1617107"/>
                  <a:pt x="246304" y="1675682"/>
                  <a:pt x="318559" y="1675682"/>
                </a:cubicBezTo>
                <a:cubicBezTo>
                  <a:pt x="390814" y="1675682"/>
                  <a:pt x="449389" y="1617107"/>
                  <a:pt x="449389" y="1544852"/>
                </a:cubicBezTo>
                <a:cubicBezTo>
                  <a:pt x="449389" y="1472597"/>
                  <a:pt x="390814" y="1414022"/>
                  <a:pt x="318559" y="1414022"/>
                </a:cubicBezTo>
                <a:close/>
                <a:moveTo>
                  <a:pt x="0" y="0"/>
                </a:moveTo>
                <a:lnTo>
                  <a:pt x="3628551" y="0"/>
                </a:lnTo>
                <a:lnTo>
                  <a:pt x="3628551" y="3297238"/>
                </a:lnTo>
                <a:lnTo>
                  <a:pt x="0" y="3297238"/>
                </a:lnTo>
                <a:lnTo>
                  <a:pt x="0" y="1060944"/>
                </a:lnTo>
                <a:lnTo>
                  <a:pt x="93526" y="1154470"/>
                </a:lnTo>
                <a:cubicBezTo>
                  <a:pt x="118240" y="1179184"/>
                  <a:pt x="159345" y="1178149"/>
                  <a:pt x="185334" y="1152160"/>
                </a:cubicBezTo>
                <a:cubicBezTo>
                  <a:pt x="211324" y="1126171"/>
                  <a:pt x="212361" y="1085068"/>
                  <a:pt x="187645" y="1060352"/>
                </a:cubicBezTo>
                <a:lnTo>
                  <a:pt x="31028" y="903736"/>
                </a:lnTo>
                <a:lnTo>
                  <a:pt x="195727" y="739037"/>
                </a:lnTo>
                <a:cubicBezTo>
                  <a:pt x="221716" y="713048"/>
                  <a:pt x="222754" y="671945"/>
                  <a:pt x="198037" y="647229"/>
                </a:cubicBezTo>
                <a:cubicBezTo>
                  <a:pt x="173324" y="622515"/>
                  <a:pt x="132218" y="623550"/>
                  <a:pt x="106229" y="649539"/>
                </a:cubicBezTo>
                <a:lnTo>
                  <a:pt x="0" y="755768"/>
                </a:lnTo>
                <a:close/>
              </a:path>
            </a:pathLst>
          </a:custGeom>
        </p:spPr>
        <p:txBody>
          <a:bodyPr wrap="square" rtlCol="0">
            <a:noAutofit/>
          </a:bodyPr>
          <a:lstStyle>
            <a:lvl1pPr marL="0" indent="0" algn="ctr">
              <a:buNone/>
              <a:defRPr sz="2000"/>
            </a:lvl1pPr>
          </a:lstStyle>
          <a:p>
            <a:pPr rtl="0"/>
            <a:r>
              <a:rPr lang="sv-SE" noProof="0"/>
              <a:t>Klicka för att lägga till ett foto</a:t>
            </a:r>
          </a:p>
        </p:txBody>
      </p:sp>
      <p:sp>
        <p:nvSpPr>
          <p:cNvPr id="32" name="Platshållare för bild 27">
            <a:extLst>
              <a:ext uri="{FF2B5EF4-FFF2-40B4-BE49-F238E27FC236}">
                <a16:creationId xmlns:a16="http://schemas.microsoft.com/office/drawing/2014/main" id="{7F0E1CD0-7716-4ECA-95A0-1DAD5D7BB0E4}"/>
              </a:ext>
            </a:extLst>
          </p:cNvPr>
          <p:cNvSpPr>
            <a:spLocks noGrp="1"/>
          </p:cNvSpPr>
          <p:nvPr>
            <p:ph type="pic" sz="quarter" idx="15" hasCustomPrompt="1"/>
          </p:nvPr>
        </p:nvSpPr>
        <p:spPr>
          <a:xfrm>
            <a:off x="4291941" y="533400"/>
            <a:ext cx="3663496" cy="3297238"/>
          </a:xfrm>
        </p:spPr>
        <p:txBody>
          <a:bodyPr rtlCol="0">
            <a:normAutofit/>
          </a:bodyPr>
          <a:lstStyle>
            <a:lvl1pPr marL="0" indent="0" algn="ctr">
              <a:buNone/>
              <a:defRPr sz="2000"/>
            </a:lvl1pPr>
          </a:lstStyle>
          <a:p>
            <a:pPr rtl="0"/>
            <a:r>
              <a:rPr lang="sv-SE" noProof="0"/>
              <a:t>Klicka för att lägga till ett foto</a:t>
            </a:r>
          </a:p>
        </p:txBody>
      </p:sp>
      <p:sp>
        <p:nvSpPr>
          <p:cNvPr id="33" name="Platshållare för bild 29">
            <a:extLst>
              <a:ext uri="{FF2B5EF4-FFF2-40B4-BE49-F238E27FC236}">
                <a16:creationId xmlns:a16="http://schemas.microsoft.com/office/drawing/2014/main" id="{DA591C55-F69F-4200-828A-2D6335F0513A}"/>
              </a:ext>
            </a:extLst>
          </p:cNvPr>
          <p:cNvSpPr>
            <a:spLocks noGrp="1"/>
          </p:cNvSpPr>
          <p:nvPr>
            <p:ph type="pic" sz="quarter" idx="16" hasCustomPrompt="1"/>
          </p:nvPr>
        </p:nvSpPr>
        <p:spPr>
          <a:xfrm>
            <a:off x="8032564" y="533400"/>
            <a:ext cx="3653023" cy="3297238"/>
          </a:xfrm>
        </p:spPr>
        <p:txBody>
          <a:bodyPr rtlCol="0">
            <a:normAutofit/>
          </a:bodyPr>
          <a:lstStyle>
            <a:lvl1pPr marL="0" indent="0" algn="ctr">
              <a:buNone/>
              <a:defRPr sz="2000"/>
            </a:lvl1pPr>
          </a:lstStyle>
          <a:p>
            <a:pPr rtl="0"/>
            <a:r>
              <a:rPr lang="sv-SE" noProof="0"/>
              <a:t>Klicka för att lägga till ett foto</a:t>
            </a:r>
          </a:p>
        </p:txBody>
      </p:sp>
      <p:sp>
        <p:nvSpPr>
          <p:cNvPr id="24" name="Platshållare för text 21">
            <a:extLst>
              <a:ext uri="{FF2B5EF4-FFF2-40B4-BE49-F238E27FC236}">
                <a16:creationId xmlns:a16="http://schemas.microsoft.com/office/drawing/2014/main" id="{6A0E906F-C44E-4A99-AFF8-D3402964E5A0}"/>
              </a:ext>
            </a:extLst>
          </p:cNvPr>
          <p:cNvSpPr>
            <a:spLocks noGrp="1"/>
          </p:cNvSpPr>
          <p:nvPr>
            <p:ph type="body" sz="quarter" idx="13" hasCustomPrompt="1"/>
          </p:nvPr>
        </p:nvSpPr>
        <p:spPr>
          <a:xfrm>
            <a:off x="5486400" y="4038600"/>
            <a:ext cx="6199189" cy="2235200"/>
          </a:xfrm>
        </p:spPr>
        <p:txBody>
          <a:bodyPr rtlCol="0" anchor="ctr">
            <a:normAutofit/>
          </a:bodyPr>
          <a:lstStyle>
            <a:lvl1pPr marL="0" indent="0">
              <a:lnSpc>
                <a:spcPct val="120000"/>
              </a:lnSpc>
              <a:buNone/>
              <a:defRPr sz="1800"/>
            </a:lvl1pPr>
          </a:lstStyle>
          <a:p>
            <a:pPr lvl="0" rtl="0"/>
            <a:r>
              <a:rPr lang="sv-SE" noProof="0"/>
              <a:t>Klicka här för att lägga till text</a:t>
            </a:r>
          </a:p>
        </p:txBody>
      </p:sp>
      <p:sp>
        <p:nvSpPr>
          <p:cNvPr id="18" name="Platshållare för datum 4">
            <a:extLst>
              <a:ext uri="{FF2B5EF4-FFF2-40B4-BE49-F238E27FC236}">
                <a16:creationId xmlns:a16="http://schemas.microsoft.com/office/drawing/2014/main" id="{0F951813-3955-4553-A366-5835C924A092}"/>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9" name="Platshållare för sidfot 5">
            <a:extLst>
              <a:ext uri="{FF2B5EF4-FFF2-40B4-BE49-F238E27FC236}">
                <a16:creationId xmlns:a16="http://schemas.microsoft.com/office/drawing/2014/main" id="{B1F7E77F-0625-469F-B5F7-157B7B0564F8}"/>
              </a:ext>
            </a:extLst>
          </p:cNvPr>
          <p:cNvSpPr>
            <a:spLocks noGrp="1"/>
          </p:cNvSpPr>
          <p:nvPr>
            <p:ph type="ftr" sz="quarter" idx="11"/>
          </p:nvPr>
        </p:nvSpPr>
        <p:spPr>
          <a:xfrm>
            <a:off x="4038600" y="6400800"/>
            <a:ext cx="4114800" cy="365125"/>
          </a:xfrm>
        </p:spPr>
        <p:txBody>
          <a:bodyPr rtlCol="0"/>
          <a:lstStyle>
            <a:lvl1pPr>
              <a:defRPr/>
            </a:lvl1pPr>
          </a:lstStyle>
          <a:p>
            <a:pPr rtl="0"/>
            <a:r>
              <a:rPr lang="sv-SE" noProof="0"/>
              <a:t>PRESENTATIONENS RUBRIK</a:t>
            </a:r>
          </a:p>
        </p:txBody>
      </p:sp>
      <p:sp>
        <p:nvSpPr>
          <p:cNvPr id="20" name="Platshållare för bildnummer 6">
            <a:extLst>
              <a:ext uri="{FF2B5EF4-FFF2-40B4-BE49-F238E27FC236}">
                <a16:creationId xmlns:a16="http://schemas.microsoft.com/office/drawing/2014/main" id="{C84C6DAD-05C6-4F35-8750-E504AD54AA70}"/>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pPr rtl="0"/>
              <a:t>‹#›</a:t>
            </a:fld>
            <a:endParaRPr lang="sv-SE" noProof="0"/>
          </a:p>
        </p:txBody>
      </p:sp>
      <p:sp>
        <p:nvSpPr>
          <p:cNvPr id="3" name="Platshållare för text 2">
            <a:extLst>
              <a:ext uri="{FF2B5EF4-FFF2-40B4-BE49-F238E27FC236}">
                <a16:creationId xmlns:a16="http://schemas.microsoft.com/office/drawing/2014/main" id="{DF0A57B7-7651-4DB0-ACED-9BDE318828E4}"/>
              </a:ext>
            </a:extLst>
          </p:cNvPr>
          <p:cNvSpPr>
            <a:spLocks noGrp="1"/>
          </p:cNvSpPr>
          <p:nvPr userDrawn="1">
            <p:ph type="body" sz="quarter" idx="17" hasCustomPrompt="1"/>
          </p:nvPr>
        </p:nvSpPr>
        <p:spPr>
          <a:xfrm>
            <a:off x="768350" y="1944688"/>
            <a:ext cx="256827" cy="261937"/>
          </a:xfrm>
          <a:prstGeom prst="ellipse">
            <a:avLst/>
          </a:prstGeom>
          <a:solidFill>
            <a:schemeClr val="bg1"/>
          </a:solidFill>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lIns="0" tIns="0" rIns="0" bIns="0" rtlCol="0" anchor="ctr">
            <a:noAutofit/>
          </a:bodyPr>
          <a:lstStyle>
            <a:lvl1pPr marL="0" indent="0" algn="ctr">
              <a:spcBef>
                <a:spcPts val="0"/>
              </a:spcBef>
              <a:buNone/>
              <a:defRPr lang="en-US" sz="800" dirty="0">
                <a:solidFill>
                  <a:schemeClr val="bg1"/>
                </a:solidFill>
              </a:defRPr>
            </a:lvl1pPr>
          </a:lstStyle>
          <a:p>
            <a:pPr marL="0" lvl="0" rtl="0"/>
            <a:r>
              <a:rPr lang="sv-SE" noProof="0"/>
              <a:t>X</a:t>
            </a:r>
          </a:p>
        </p:txBody>
      </p:sp>
      <p:sp>
        <p:nvSpPr>
          <p:cNvPr id="28" name="Platshållare för text 27">
            <a:extLst>
              <a:ext uri="{FF2B5EF4-FFF2-40B4-BE49-F238E27FC236}">
                <a16:creationId xmlns:a16="http://schemas.microsoft.com/office/drawing/2014/main" id="{5A62BA73-D580-45D8-8B0F-D2BBC0B5823F}"/>
              </a:ext>
            </a:extLst>
          </p:cNvPr>
          <p:cNvSpPr>
            <a:spLocks noGrp="1"/>
          </p:cNvSpPr>
          <p:nvPr>
            <p:ph type="body" sz="quarter" idx="19" hasCustomPrompt="1"/>
          </p:nvPr>
        </p:nvSpPr>
        <p:spPr>
          <a:xfrm rot="18893241">
            <a:off x="153842" y="1083887"/>
            <a:ext cx="731521" cy="707965"/>
          </a:xfrm>
          <a:custGeom>
            <a:avLst/>
            <a:gdLst>
              <a:gd name="connsiteX0" fmla="*/ 713237 w 731521"/>
              <a:gd name="connsiteY0" fmla="*/ 308718 h 707965"/>
              <a:gd name="connsiteX1" fmla="*/ 731521 w 731521"/>
              <a:gd name="connsiteY1" fmla="*/ 352774 h 707965"/>
              <a:gd name="connsiteX2" fmla="*/ 669242 w 731521"/>
              <a:gd name="connsiteY2" fmla="*/ 415141 h 707965"/>
              <a:gd name="connsiteX3" fmla="*/ 428024 w 731521"/>
              <a:gd name="connsiteY3" fmla="*/ 415309 h 707965"/>
              <a:gd name="connsiteX4" fmla="*/ 428024 w 731521"/>
              <a:gd name="connsiteY4" fmla="*/ 645642 h 707965"/>
              <a:gd name="connsiteX5" fmla="*/ 365701 w 731521"/>
              <a:gd name="connsiteY5" fmla="*/ 707965 h 707965"/>
              <a:gd name="connsiteX6" fmla="*/ 365702 w 731521"/>
              <a:gd name="connsiteY6" fmla="*/ 707964 h 707965"/>
              <a:gd name="connsiteX7" fmla="*/ 303379 w 731521"/>
              <a:gd name="connsiteY7" fmla="*/ 645641 h 707965"/>
              <a:gd name="connsiteX8" fmla="*/ 303379 w 731521"/>
              <a:gd name="connsiteY8" fmla="*/ 415395 h 707965"/>
              <a:gd name="connsiteX9" fmla="*/ 62367 w 731521"/>
              <a:gd name="connsiteY9" fmla="*/ 415563 h 707965"/>
              <a:gd name="connsiteX10" fmla="*/ 0 w 731521"/>
              <a:gd name="connsiteY10" fmla="*/ 353284 h 707965"/>
              <a:gd name="connsiteX11" fmla="*/ 1 w 731521"/>
              <a:gd name="connsiteY11" fmla="*/ 353285 h 707965"/>
              <a:gd name="connsiteX12" fmla="*/ 62281 w 731521"/>
              <a:gd name="connsiteY12" fmla="*/ 290918 h 707965"/>
              <a:gd name="connsiteX13" fmla="*/ 303379 w 731521"/>
              <a:gd name="connsiteY13" fmla="*/ 290750 h 707965"/>
              <a:gd name="connsiteX14" fmla="*/ 303379 w 731521"/>
              <a:gd name="connsiteY14" fmla="*/ 62323 h 707965"/>
              <a:gd name="connsiteX15" fmla="*/ 365702 w 731521"/>
              <a:gd name="connsiteY15" fmla="*/ 0 h 707965"/>
              <a:gd name="connsiteX16" fmla="*/ 428025 w 731521"/>
              <a:gd name="connsiteY16" fmla="*/ 62323 h 707965"/>
              <a:gd name="connsiteX17" fmla="*/ 428025 w 731521"/>
              <a:gd name="connsiteY17" fmla="*/ 290663 h 707965"/>
              <a:gd name="connsiteX18" fmla="*/ 669155 w 731521"/>
              <a:gd name="connsiteY18" fmla="*/ 290495 h 707965"/>
              <a:gd name="connsiteX19" fmla="*/ 713237 w 731521"/>
              <a:gd name="connsiteY19" fmla="*/ 308718 h 70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1521" h="707965">
                <a:moveTo>
                  <a:pt x="713237" y="308718"/>
                </a:moveTo>
                <a:cubicBezTo>
                  <a:pt x="724523" y="319988"/>
                  <a:pt x="731509" y="335564"/>
                  <a:pt x="731521" y="352774"/>
                </a:cubicBezTo>
                <a:cubicBezTo>
                  <a:pt x="731545" y="387194"/>
                  <a:pt x="703662" y="415117"/>
                  <a:pt x="669242" y="415141"/>
                </a:cubicBezTo>
                <a:lnTo>
                  <a:pt x="428024" y="415309"/>
                </a:lnTo>
                <a:lnTo>
                  <a:pt x="428024" y="645642"/>
                </a:lnTo>
                <a:cubicBezTo>
                  <a:pt x="428024" y="680062"/>
                  <a:pt x="400121" y="707965"/>
                  <a:pt x="365701" y="707965"/>
                </a:cubicBezTo>
                <a:lnTo>
                  <a:pt x="365702" y="707964"/>
                </a:lnTo>
                <a:cubicBezTo>
                  <a:pt x="331282" y="707964"/>
                  <a:pt x="303379" y="680061"/>
                  <a:pt x="303379" y="645641"/>
                </a:cubicBezTo>
                <a:lnTo>
                  <a:pt x="303379" y="415395"/>
                </a:lnTo>
                <a:lnTo>
                  <a:pt x="62367" y="415563"/>
                </a:lnTo>
                <a:cubicBezTo>
                  <a:pt x="27947" y="415587"/>
                  <a:pt x="24" y="387704"/>
                  <a:pt x="0" y="353284"/>
                </a:cubicBezTo>
                <a:lnTo>
                  <a:pt x="1" y="353285"/>
                </a:lnTo>
                <a:cubicBezTo>
                  <a:pt x="-23" y="318865"/>
                  <a:pt x="27861" y="290942"/>
                  <a:pt x="62281" y="290918"/>
                </a:cubicBezTo>
                <a:lnTo>
                  <a:pt x="303379" y="290750"/>
                </a:lnTo>
                <a:lnTo>
                  <a:pt x="303379" y="62323"/>
                </a:lnTo>
                <a:cubicBezTo>
                  <a:pt x="303379" y="27903"/>
                  <a:pt x="331282" y="0"/>
                  <a:pt x="365702" y="0"/>
                </a:cubicBezTo>
                <a:cubicBezTo>
                  <a:pt x="400122" y="0"/>
                  <a:pt x="428025" y="27903"/>
                  <a:pt x="428025" y="62323"/>
                </a:cubicBezTo>
                <a:lnTo>
                  <a:pt x="428025" y="290663"/>
                </a:lnTo>
                <a:lnTo>
                  <a:pt x="669155" y="290495"/>
                </a:lnTo>
                <a:cubicBezTo>
                  <a:pt x="686365" y="290483"/>
                  <a:pt x="701950" y="297448"/>
                  <a:pt x="713237" y="308718"/>
                </a:cubicBezTo>
                <a:close/>
              </a:path>
            </a:pathLst>
          </a:custGeom>
          <a:solidFill>
            <a:schemeClr val="bg1"/>
          </a:solidFill>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vert="horz" lIns="0" tIns="0" rIns="0" bIns="0" rtlCol="0" anchor="ctr">
            <a:noAutofit/>
          </a:bodyPr>
          <a:lstStyle>
            <a:lvl1pPr marL="0" indent="0">
              <a:buNone/>
              <a:defRPr lang="en-US" sz="800" dirty="0">
                <a:solidFill>
                  <a:schemeClr val="bg1"/>
                </a:solidFill>
              </a:defRPr>
            </a:lvl1pPr>
          </a:lstStyle>
          <a:p>
            <a:pPr marL="228600" lvl="0" indent="-228600" algn="ctr" rtl="0">
              <a:spcBef>
                <a:spcPts val="0"/>
              </a:spcBef>
            </a:pPr>
            <a:r>
              <a:rPr lang="sv-SE" noProof="0"/>
              <a:t>X</a:t>
            </a:r>
          </a:p>
        </p:txBody>
      </p:sp>
    </p:spTree>
    <p:extLst>
      <p:ext uri="{BB962C8B-B14F-4D97-AF65-F5344CB8AC3E}">
        <p14:creationId xmlns:p14="http://schemas.microsoft.com/office/powerpoint/2010/main" val="2217219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vslutning">
    <p:spTree>
      <p:nvGrpSpPr>
        <p:cNvPr id="1" name=""/>
        <p:cNvGrpSpPr/>
        <p:nvPr/>
      </p:nvGrpSpPr>
      <p:grpSpPr>
        <a:xfrm>
          <a:off x="0" y="0"/>
          <a:ext cx="0" cy="0"/>
          <a:chOff x="0" y="0"/>
          <a:chExt cx="0" cy="0"/>
        </a:xfrm>
      </p:grpSpPr>
      <p:sp useBgFill="1">
        <p:nvSpPr>
          <p:cNvPr id="9" name="Ellips 8">
            <a:extLst>
              <a:ext uri="{FF2B5EF4-FFF2-40B4-BE49-F238E27FC236}">
                <a16:creationId xmlns:a16="http://schemas.microsoft.com/office/drawing/2014/main" id="{CE03E97F-76F9-45EC-AE80-C1D5F8B5A142}"/>
              </a:ext>
              <a:ext uri="{C183D7F6-B498-43B3-948B-1728B52AA6E4}">
                <adec:decorative xmlns:adec="http://schemas.microsoft.com/office/drawing/2017/decorative" val="1"/>
              </a:ext>
            </a:extLst>
          </p:cNvPr>
          <p:cNvSpPr/>
          <p:nvPr userDrawn="1"/>
        </p:nvSpPr>
        <p:spPr>
          <a:xfrm rot="10800000">
            <a:off x="2422250" y="1219200"/>
            <a:ext cx="373689" cy="373689"/>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useBgFill="1">
        <p:nvSpPr>
          <p:cNvPr id="10" name="Bild 10">
            <a:extLst>
              <a:ext uri="{FF2B5EF4-FFF2-40B4-BE49-F238E27FC236}">
                <a16:creationId xmlns:a16="http://schemas.microsoft.com/office/drawing/2014/main" id="{C3FCAC5B-085B-4039-869E-017D5522AAF5}"/>
              </a:ext>
              <a:ext uri="{C183D7F6-B498-43B3-948B-1728B52AA6E4}">
                <adec:decorative xmlns:adec="http://schemas.microsoft.com/office/drawing/2017/decorative" val="1"/>
              </a:ext>
            </a:extLst>
          </p:cNvPr>
          <p:cNvSpPr/>
          <p:nvPr userDrawn="1"/>
        </p:nvSpPr>
        <p:spPr>
          <a:xfrm rot="2700000">
            <a:off x="145890" y="28456"/>
            <a:ext cx="1977027" cy="197702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
        <p:nvSpPr>
          <p:cNvPr id="11" name="Rubrik 1">
            <a:extLst>
              <a:ext uri="{FF2B5EF4-FFF2-40B4-BE49-F238E27FC236}">
                <a16:creationId xmlns:a16="http://schemas.microsoft.com/office/drawing/2014/main" id="{5BA51163-2B3E-42EC-9F43-B0BBBAB574B7}"/>
              </a:ext>
            </a:extLst>
          </p:cNvPr>
          <p:cNvSpPr>
            <a:spLocks noGrp="1"/>
          </p:cNvSpPr>
          <p:nvPr>
            <p:ph type="ctrTitle"/>
          </p:nvPr>
        </p:nvSpPr>
        <p:spPr>
          <a:xfrm>
            <a:off x="485634" y="728905"/>
            <a:ext cx="5893683" cy="3184274"/>
          </a:xfrm>
        </p:spPr>
        <p:txBody>
          <a:bodyPr rtlCol="0" anchor="b">
            <a:normAutofit/>
          </a:bodyPr>
          <a:lstStyle/>
          <a:p>
            <a:pPr algn="l" rtl="0"/>
            <a:r>
              <a:rPr lang="en-GB" sz="5400" noProof="0"/>
              <a:t>Click to edit Master title style</a:t>
            </a:r>
            <a:endParaRPr lang="sv-SE" sz="5400" noProof="0"/>
          </a:p>
        </p:txBody>
      </p:sp>
      <p:sp>
        <p:nvSpPr>
          <p:cNvPr id="3" name="Platshållare för text 2">
            <a:extLst>
              <a:ext uri="{FF2B5EF4-FFF2-40B4-BE49-F238E27FC236}">
                <a16:creationId xmlns:a16="http://schemas.microsoft.com/office/drawing/2014/main" id="{B7A0A2EA-07DC-44D9-B650-F1F2DC25B0F7}"/>
              </a:ext>
            </a:extLst>
          </p:cNvPr>
          <p:cNvSpPr>
            <a:spLocks noGrp="1"/>
          </p:cNvSpPr>
          <p:nvPr>
            <p:ph type="body" sz="quarter" idx="14" hasCustomPrompt="1"/>
          </p:nvPr>
        </p:nvSpPr>
        <p:spPr>
          <a:xfrm>
            <a:off x="452754" y="4092681"/>
            <a:ext cx="5926564" cy="2500206"/>
          </a:xfrm>
        </p:spPr>
        <p:txBody>
          <a:bodyPr rtlCol="0">
            <a:normAutofit/>
          </a:bodyPr>
          <a:lstStyle>
            <a:lvl1pPr>
              <a:lnSpc>
                <a:spcPct val="100000"/>
              </a:lnSpc>
              <a:buClr>
                <a:schemeClr val="accent6"/>
              </a:buClr>
              <a:defRPr sz="2400"/>
            </a:lvl1pPr>
            <a:lvl2pPr>
              <a:defRPr sz="2400"/>
            </a:lvl2pPr>
            <a:lvl3pPr>
              <a:defRPr sz="2400"/>
            </a:lvl3pPr>
            <a:lvl4pPr>
              <a:defRPr sz="2400"/>
            </a:lvl4pPr>
            <a:lvl5pPr>
              <a:defRPr sz="2400"/>
            </a:lvl5pPr>
          </a:lstStyle>
          <a:p>
            <a:pPr lvl="0" rtl="0"/>
            <a:r>
              <a:rPr lang="sv-SE" noProof="0"/>
              <a:t>Klicka här för att lägga till underrubrik</a:t>
            </a:r>
          </a:p>
        </p:txBody>
      </p:sp>
      <p:sp>
        <p:nvSpPr>
          <p:cNvPr id="15" name="Platshållare för datum 10">
            <a:extLst>
              <a:ext uri="{FF2B5EF4-FFF2-40B4-BE49-F238E27FC236}">
                <a16:creationId xmlns:a16="http://schemas.microsoft.com/office/drawing/2014/main" id="{79CBD6DC-50A5-42AC-B06C-16CD14A3EF40}"/>
              </a:ext>
            </a:extLst>
          </p:cNvPr>
          <p:cNvSpPr>
            <a:spLocks noGrp="1"/>
          </p:cNvSpPr>
          <p:nvPr>
            <p:ph type="dt" sz="half" idx="10"/>
          </p:nvPr>
        </p:nvSpPr>
        <p:spPr>
          <a:xfrm>
            <a:off x="838200" y="6400800"/>
            <a:ext cx="2743200" cy="365125"/>
          </a:xfrm>
        </p:spPr>
        <p:txBody>
          <a:bodyPr rtlCol="0"/>
          <a:lstStyle/>
          <a:p>
            <a:pPr rtl="0"/>
            <a:r>
              <a:rPr lang="sv-SE" noProof="0"/>
              <a:t>2/2/20XX</a:t>
            </a:r>
          </a:p>
        </p:txBody>
      </p:sp>
      <p:sp>
        <p:nvSpPr>
          <p:cNvPr id="16" name="Platshållare för sidfot 11">
            <a:extLst>
              <a:ext uri="{FF2B5EF4-FFF2-40B4-BE49-F238E27FC236}">
                <a16:creationId xmlns:a16="http://schemas.microsoft.com/office/drawing/2014/main" id="{AEB7CDBA-0E82-4480-9708-7E305596A662}"/>
              </a:ext>
            </a:extLst>
          </p:cNvPr>
          <p:cNvSpPr>
            <a:spLocks noGrp="1"/>
          </p:cNvSpPr>
          <p:nvPr>
            <p:ph type="ftr" sz="quarter" idx="11"/>
          </p:nvPr>
        </p:nvSpPr>
        <p:spPr>
          <a:xfrm>
            <a:off x="3581400" y="6400800"/>
            <a:ext cx="3657600" cy="365125"/>
          </a:xfrm>
        </p:spPr>
        <p:txBody>
          <a:bodyPr rtlCol="0"/>
          <a:lstStyle>
            <a:lvl1pPr>
              <a:defRPr/>
            </a:lvl1pPr>
          </a:lstStyle>
          <a:p>
            <a:pPr rtl="0"/>
            <a:r>
              <a:rPr lang="sv-SE" noProof="0"/>
              <a:t>PRESENTATIONENS RUBRIK</a:t>
            </a:r>
          </a:p>
        </p:txBody>
      </p:sp>
      <p:sp>
        <p:nvSpPr>
          <p:cNvPr id="13" name="Platshållare för bild 12">
            <a:extLst>
              <a:ext uri="{FF2B5EF4-FFF2-40B4-BE49-F238E27FC236}">
                <a16:creationId xmlns:a16="http://schemas.microsoft.com/office/drawing/2014/main" id="{F7AE4B01-8A3C-46A5-A1F0-E67DE4EC8A2C}"/>
              </a:ext>
            </a:extLst>
          </p:cNvPr>
          <p:cNvSpPr>
            <a:spLocks noGrp="1"/>
          </p:cNvSpPr>
          <p:nvPr>
            <p:ph type="pic" sz="quarter" idx="13" hasCustomPrompt="1"/>
          </p:nvPr>
        </p:nvSpPr>
        <p:spPr>
          <a:xfrm>
            <a:off x="7331075" y="0"/>
            <a:ext cx="4860925" cy="6858000"/>
          </a:xfrm>
          <a:custGeom>
            <a:avLst/>
            <a:gdLst>
              <a:gd name="connsiteX0" fmla="*/ 0 w 4860925"/>
              <a:gd name="connsiteY0" fmla="*/ 0 h 6858000"/>
              <a:gd name="connsiteX1" fmla="*/ 4860925 w 4860925"/>
              <a:gd name="connsiteY1" fmla="*/ 0 h 6858000"/>
              <a:gd name="connsiteX2" fmla="*/ 4860925 w 4860925"/>
              <a:gd name="connsiteY2" fmla="*/ 6858000 h 6858000"/>
              <a:gd name="connsiteX3" fmla="*/ 0 w 4860925"/>
              <a:gd name="connsiteY3" fmla="*/ 6858000 h 6858000"/>
              <a:gd name="connsiteX4" fmla="*/ 0 w 4860925"/>
              <a:gd name="connsiteY4" fmla="*/ 5663791 h 6858000"/>
              <a:gd name="connsiteX5" fmla="*/ 158149 w 4860925"/>
              <a:gd name="connsiteY5" fmla="*/ 5821940 h 6858000"/>
              <a:gd name="connsiteX6" fmla="*/ 250704 w 4860925"/>
              <a:gd name="connsiteY6" fmla="*/ 5821940 h 6858000"/>
              <a:gd name="connsiteX7" fmla="*/ 250704 w 4860925"/>
              <a:gd name="connsiteY7" fmla="*/ 5729385 h 6858000"/>
              <a:gd name="connsiteX8" fmla="*/ 88738 w 4860925"/>
              <a:gd name="connsiteY8" fmla="*/ 5567420 h 6858000"/>
              <a:gd name="connsiteX9" fmla="*/ 250701 w 4860925"/>
              <a:gd name="connsiteY9" fmla="*/ 5405457 h 6858000"/>
              <a:gd name="connsiteX10" fmla="*/ 250701 w 4860925"/>
              <a:gd name="connsiteY10" fmla="*/ 5312902 h 6858000"/>
              <a:gd name="connsiteX11" fmla="*/ 158146 w 4860925"/>
              <a:gd name="connsiteY11" fmla="*/ 5312902 h 6858000"/>
              <a:gd name="connsiteX12" fmla="*/ 0 w 4860925"/>
              <a:gd name="connsiteY12" fmla="*/ 54710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0925" h="6858000">
                <a:moveTo>
                  <a:pt x="0" y="0"/>
                </a:moveTo>
                <a:lnTo>
                  <a:pt x="4860925" y="0"/>
                </a:lnTo>
                <a:lnTo>
                  <a:pt x="4860925" y="6858000"/>
                </a:lnTo>
                <a:lnTo>
                  <a:pt x="0" y="6858000"/>
                </a:lnTo>
                <a:lnTo>
                  <a:pt x="0" y="5663791"/>
                </a:lnTo>
                <a:lnTo>
                  <a:pt x="158149" y="5821940"/>
                </a:lnTo>
                <a:cubicBezTo>
                  <a:pt x="183706" y="5847497"/>
                  <a:pt x="225146" y="5847497"/>
                  <a:pt x="250704" y="5821940"/>
                </a:cubicBezTo>
                <a:cubicBezTo>
                  <a:pt x="276261" y="5796382"/>
                  <a:pt x="276264" y="5754945"/>
                  <a:pt x="250704" y="5729385"/>
                </a:cubicBezTo>
                <a:lnTo>
                  <a:pt x="88738" y="5567420"/>
                </a:lnTo>
                <a:lnTo>
                  <a:pt x="250701" y="5405457"/>
                </a:lnTo>
                <a:cubicBezTo>
                  <a:pt x="276258" y="5379899"/>
                  <a:pt x="276261" y="5338463"/>
                  <a:pt x="250701" y="5312902"/>
                </a:cubicBezTo>
                <a:cubicBezTo>
                  <a:pt x="225143" y="5287344"/>
                  <a:pt x="183703" y="5287344"/>
                  <a:pt x="158146" y="5312902"/>
                </a:cubicBezTo>
                <a:lnTo>
                  <a:pt x="0" y="5471047"/>
                </a:lnTo>
                <a:close/>
              </a:path>
            </a:pathLst>
          </a:custGeom>
        </p:spPr>
        <p:txBody>
          <a:bodyPr wrap="square" rtlCol="0">
            <a:noAutofit/>
          </a:bodyPr>
          <a:lstStyle>
            <a:lvl1pPr marL="0" indent="0" algn="ctr">
              <a:buFont typeface="Arial" panose="020B0604020202020204" pitchFamily="34" charset="0"/>
              <a:buNone/>
              <a:defRPr sz="2000"/>
            </a:lvl1pPr>
          </a:lstStyle>
          <a:p>
            <a:pPr rtl="0"/>
            <a:r>
              <a:rPr lang="sv-SE" noProof="0"/>
              <a:t>Infoga fotot här</a:t>
            </a:r>
          </a:p>
        </p:txBody>
      </p:sp>
      <p:sp>
        <p:nvSpPr>
          <p:cNvPr id="17" name="Platshållare för bildnummer 12">
            <a:extLst>
              <a:ext uri="{FF2B5EF4-FFF2-40B4-BE49-F238E27FC236}">
                <a16:creationId xmlns:a16="http://schemas.microsoft.com/office/drawing/2014/main" id="{92F0D34E-56DB-45B4-B7F0-CE5961F94587}"/>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noProof="0" smtClean="0">
                <a:solidFill>
                  <a:srgbClr val="FFFFFF"/>
                </a:solidFill>
                <a:effectLst>
                  <a:outerShdw blurRad="38100" dist="38100" dir="2700000" algn="tl">
                    <a:srgbClr val="000000">
                      <a:alpha val="43137"/>
                    </a:srgbClr>
                  </a:outerShdw>
                </a:effectLst>
              </a:rPr>
              <a:pPr rtl="0"/>
              <a:t>‹#›</a:t>
            </a:fld>
            <a:endParaRPr lang="sv-SE" noProof="0">
              <a:solidFill>
                <a:srgbClr val="FFFFFF"/>
              </a:solidFill>
              <a:effectLst>
                <a:outerShdw blurRad="38100" dist="38100" dir="2700000" algn="tl">
                  <a:srgbClr val="000000">
                    <a:alpha val="43137"/>
                  </a:srgbClr>
                </a:outerShdw>
              </a:effectLst>
            </a:endParaRPr>
          </a:p>
        </p:txBody>
      </p:sp>
      <p:sp useBgFill="1">
        <p:nvSpPr>
          <p:cNvPr id="14" name="Bild 10">
            <a:extLst>
              <a:ext uri="{FF2B5EF4-FFF2-40B4-BE49-F238E27FC236}">
                <a16:creationId xmlns:a16="http://schemas.microsoft.com/office/drawing/2014/main" id="{6EFE6B19-328D-40CF-90BA-F287CC59B04E}"/>
              </a:ext>
              <a:ext uri="{C183D7F6-B498-43B3-948B-1728B52AA6E4}">
                <adec:decorative xmlns:adec="http://schemas.microsoft.com/office/drawing/2017/decorative" val="1"/>
              </a:ext>
            </a:extLst>
          </p:cNvPr>
          <p:cNvSpPr/>
          <p:nvPr userDrawn="1"/>
        </p:nvSpPr>
        <p:spPr>
          <a:xfrm rot="2700000">
            <a:off x="6967314" y="5207478"/>
            <a:ext cx="719888" cy="719888"/>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noProof="0"/>
          </a:p>
        </p:txBody>
      </p:sp>
    </p:spTree>
    <p:extLst>
      <p:ext uri="{BB962C8B-B14F-4D97-AF65-F5344CB8AC3E}">
        <p14:creationId xmlns:p14="http://schemas.microsoft.com/office/powerpoint/2010/main" val="135497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sv-SE" noProof="0"/>
              <a:t>Klicka här för att ändra format</a:t>
            </a:r>
          </a:p>
        </p:txBody>
      </p:sp>
      <p:sp>
        <p:nvSpPr>
          <p:cNvPr id="3" name="Platshållare för text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pPr rtl="0"/>
            <a:r>
              <a:rPr lang="sv-SE" noProof="0"/>
              <a:t>2/2/20XX</a:t>
            </a:r>
          </a:p>
        </p:txBody>
      </p:sp>
      <p:sp>
        <p:nvSpPr>
          <p:cNvPr id="5" name="Platshållare för sidfot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cap="all" spc="150" baseline="0">
                <a:solidFill>
                  <a:schemeClr val="tx1">
                    <a:tint val="75000"/>
                  </a:schemeClr>
                </a:solidFill>
              </a:defRPr>
            </a:lvl1pPr>
          </a:lstStyle>
          <a:p>
            <a:pPr rtl="0"/>
            <a:r>
              <a:rPr lang="sv-SE" noProof="0"/>
              <a:t>PRESENTATIONENS RUBRIK</a:t>
            </a:r>
          </a:p>
        </p:txBody>
      </p:sp>
      <p:sp>
        <p:nvSpPr>
          <p:cNvPr id="6" name="Platshållare för bildnumm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900" cap="all" spc="150" baseline="0">
                <a:solidFill>
                  <a:schemeClr val="tx1">
                    <a:tint val="75000"/>
                  </a:schemeClr>
                </a:solidFill>
              </a:defRPr>
            </a:lvl1pPr>
          </a:lstStyle>
          <a:p>
            <a:pPr rtl="0"/>
            <a:fld id="{DFA5D71E-5CDF-4C93-8A75-5B916FDC5BEA}" type="slidenum">
              <a:rPr lang="sv-SE" noProof="0" smtClean="0"/>
              <a:pPr rtl="0"/>
              <a:t>‹#›</a:t>
            </a:fld>
            <a:endParaRPr lang="sv-SE" noProof="0"/>
          </a:p>
        </p:txBody>
      </p:sp>
    </p:spTree>
    <p:extLst>
      <p:ext uri="{BB962C8B-B14F-4D97-AF65-F5344CB8AC3E}">
        <p14:creationId xmlns:p14="http://schemas.microsoft.com/office/powerpoint/2010/main" val="26401893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93" r:id="rId12"/>
    <p:sldLayoutId id="2147483792"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9.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F606FF93-30AD-4496-9EB4-A16588DB9F5C}"/>
              </a:ext>
            </a:extLst>
          </p:cNvPr>
          <p:cNvSpPr>
            <a:spLocks noGrp="1"/>
          </p:cNvSpPr>
          <p:nvPr>
            <p:ph type="ctrTitle"/>
          </p:nvPr>
        </p:nvSpPr>
        <p:spPr>
          <a:xfrm>
            <a:off x="485634" y="575423"/>
            <a:ext cx="5435027" cy="3234577"/>
          </a:xfrm>
        </p:spPr>
        <p:txBody>
          <a:bodyPr rtlCol="0">
            <a:normAutofit/>
          </a:bodyPr>
          <a:lstStyle/>
          <a:p>
            <a:pPr rtl="0"/>
            <a:r>
              <a:rPr lang="sv-SE" dirty="0"/>
              <a:t>From </a:t>
            </a:r>
            <a:r>
              <a:rPr lang="sv-SE" dirty="0" err="1"/>
              <a:t>random</a:t>
            </a:r>
            <a:r>
              <a:rPr lang="sv-SE" dirty="0"/>
              <a:t> </a:t>
            </a:r>
            <a:r>
              <a:rPr lang="sv-SE" dirty="0" err="1"/>
              <a:t>moves</a:t>
            </a:r>
            <a:r>
              <a:rPr lang="sv-SE" dirty="0"/>
              <a:t> to champion</a:t>
            </a:r>
          </a:p>
        </p:txBody>
      </p:sp>
      <p:sp>
        <p:nvSpPr>
          <p:cNvPr id="12" name="Underrubrik 11">
            <a:extLst>
              <a:ext uri="{FF2B5EF4-FFF2-40B4-BE49-F238E27FC236}">
                <a16:creationId xmlns:a16="http://schemas.microsoft.com/office/drawing/2014/main" id="{380F03BD-5CC3-47DD-B082-722AE47BFFC1}"/>
              </a:ext>
            </a:extLst>
          </p:cNvPr>
          <p:cNvSpPr>
            <a:spLocks noGrp="1"/>
          </p:cNvSpPr>
          <p:nvPr>
            <p:ph type="subTitle" idx="1"/>
          </p:nvPr>
        </p:nvSpPr>
        <p:spPr>
          <a:xfrm>
            <a:off x="485636" y="4004423"/>
            <a:ext cx="5435026" cy="2278154"/>
          </a:xfrm>
        </p:spPr>
        <p:txBody>
          <a:bodyPr rtlCol="0">
            <a:normAutofit/>
          </a:bodyPr>
          <a:lstStyle/>
          <a:p>
            <a:pPr rtl="0"/>
            <a:r>
              <a:rPr lang="sv-SE" dirty="0"/>
              <a:t>Ashley </a:t>
            </a:r>
            <a:r>
              <a:rPr lang="sv-SE" dirty="0" err="1"/>
              <a:t>Björs</a:t>
            </a:r>
            <a:endParaRPr lang="sv-SE" dirty="0"/>
          </a:p>
          <a:p>
            <a:pPr rtl="0"/>
            <a:r>
              <a:rPr lang="sv-SE" dirty="0"/>
              <a:t>Daniel </a:t>
            </a:r>
            <a:r>
              <a:rPr lang="sv-SE" dirty="0" err="1"/>
              <a:t>Rytberg</a:t>
            </a:r>
            <a:endParaRPr lang="sv-SE" dirty="0"/>
          </a:p>
          <a:p>
            <a:pPr rtl="0"/>
            <a:r>
              <a:rPr lang="sv-SE" dirty="0"/>
              <a:t>Jonas Gerne</a:t>
            </a:r>
          </a:p>
          <a:p>
            <a:pPr rtl="0"/>
            <a:endParaRPr lang="sv-SE" dirty="0"/>
          </a:p>
        </p:txBody>
      </p:sp>
      <p:pic>
        <p:nvPicPr>
          <p:cNvPr id="4100" name="Picture 4" descr="Reinforcement Learning | What is Reinforcement Learning in AI">
            <a:extLst>
              <a:ext uri="{FF2B5EF4-FFF2-40B4-BE49-F238E27FC236}">
                <a16:creationId xmlns:a16="http://schemas.microsoft.com/office/drawing/2014/main" id="{3E7E9DAE-6899-9E0A-165E-673910C96B91}"/>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21478" r="21478"/>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937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ubrik 13">
            <a:extLst>
              <a:ext uri="{FF2B5EF4-FFF2-40B4-BE49-F238E27FC236}">
                <a16:creationId xmlns:a16="http://schemas.microsoft.com/office/drawing/2014/main" id="{9388704E-D67C-4378-8FA9-A83871F51038}"/>
              </a:ext>
            </a:extLst>
          </p:cNvPr>
          <p:cNvSpPr>
            <a:spLocks noGrp="1"/>
          </p:cNvSpPr>
          <p:nvPr>
            <p:ph type="title"/>
          </p:nvPr>
        </p:nvSpPr>
        <p:spPr>
          <a:xfrm>
            <a:off x="457200" y="544786"/>
            <a:ext cx="11238346" cy="836339"/>
          </a:xfrm>
        </p:spPr>
        <p:txBody>
          <a:bodyPr rtlCol="0"/>
          <a:lstStyle/>
          <a:p>
            <a:pPr rtl="0"/>
            <a:r>
              <a:rPr lang="sv-SE" dirty="0"/>
              <a:t>Team</a:t>
            </a:r>
          </a:p>
        </p:txBody>
      </p:sp>
      <p:sp>
        <p:nvSpPr>
          <p:cNvPr id="15" name="Platshållare för datum 14">
            <a:extLst>
              <a:ext uri="{FF2B5EF4-FFF2-40B4-BE49-F238E27FC236}">
                <a16:creationId xmlns:a16="http://schemas.microsoft.com/office/drawing/2014/main" id="{B83F0619-16A4-44CD-BC6C-D8788D7869AF}"/>
              </a:ext>
            </a:extLst>
          </p:cNvPr>
          <p:cNvSpPr>
            <a:spLocks noGrp="1"/>
          </p:cNvSpPr>
          <p:nvPr>
            <p:ph type="dt" sz="half" idx="10"/>
          </p:nvPr>
        </p:nvSpPr>
        <p:spPr>
          <a:xfrm>
            <a:off x="838200" y="6400800"/>
            <a:ext cx="2743200" cy="365125"/>
          </a:xfrm>
        </p:spPr>
        <p:txBody>
          <a:bodyPr rtlCol="0"/>
          <a:lstStyle/>
          <a:p>
            <a:pPr rtl="0"/>
            <a:r>
              <a:rPr lang="sv-SE" dirty="0"/>
              <a:t>21/3/2025</a:t>
            </a:r>
          </a:p>
        </p:txBody>
      </p:sp>
      <p:sp>
        <p:nvSpPr>
          <p:cNvPr id="16" name="Platshållare för sidfot 15">
            <a:extLst>
              <a:ext uri="{FF2B5EF4-FFF2-40B4-BE49-F238E27FC236}">
                <a16:creationId xmlns:a16="http://schemas.microsoft.com/office/drawing/2014/main" id="{365C13F4-B6C5-4ABF-B9CF-27AE8394981F}"/>
              </a:ext>
            </a:extLst>
          </p:cNvPr>
          <p:cNvSpPr>
            <a:spLocks noGrp="1"/>
          </p:cNvSpPr>
          <p:nvPr>
            <p:ph type="ftr" sz="quarter" idx="11"/>
          </p:nvPr>
        </p:nvSpPr>
        <p:spPr>
          <a:xfrm>
            <a:off x="4038600" y="6400800"/>
            <a:ext cx="4114800" cy="365125"/>
          </a:xfrm>
        </p:spPr>
        <p:txBody>
          <a:bodyPr rtlCol="0"/>
          <a:lstStyle/>
          <a:p>
            <a:pPr rtl="0"/>
            <a:r>
              <a:rPr lang="sv-SE" dirty="0" err="1"/>
              <a:t>Reinforcement</a:t>
            </a:r>
            <a:r>
              <a:rPr lang="sv-SE" dirty="0"/>
              <a:t> Learning AI</a:t>
            </a:r>
          </a:p>
        </p:txBody>
      </p:sp>
      <p:sp>
        <p:nvSpPr>
          <p:cNvPr id="17" name="Platshållare för bildnummer 16">
            <a:extLst>
              <a:ext uri="{FF2B5EF4-FFF2-40B4-BE49-F238E27FC236}">
                <a16:creationId xmlns:a16="http://schemas.microsoft.com/office/drawing/2014/main" id="{158AAB3C-64BD-4A61-9806-A8BF13DDA6D6}"/>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2</a:t>
            </a:fld>
            <a:endParaRPr lang="sv-SE" dirty="0"/>
          </a:p>
        </p:txBody>
      </p:sp>
      <p:graphicFrame>
        <p:nvGraphicFramePr>
          <p:cNvPr id="19" name="Platshållare för innehåll 2" descr="Platshållare för Team ">
            <a:extLst>
              <a:ext uri="{FF2B5EF4-FFF2-40B4-BE49-F238E27FC236}">
                <a16:creationId xmlns:a16="http://schemas.microsoft.com/office/drawing/2014/main" id="{3EAC8B30-4F38-409D-B2C5-1D1A1DD71808}"/>
              </a:ext>
            </a:extLst>
          </p:cNvPr>
          <p:cNvGraphicFramePr>
            <a:graphicFrameLocks noGrp="1"/>
          </p:cNvGraphicFramePr>
          <p:nvPr>
            <p:ph sz="quarter" idx="13"/>
            <p:extLst>
              <p:ext uri="{D42A27DB-BD31-4B8C-83A1-F6EECF244321}">
                <p14:modId xmlns:p14="http://schemas.microsoft.com/office/powerpoint/2010/main" val="87551306"/>
              </p:ext>
            </p:extLst>
          </p:nvPr>
        </p:nvGraphicFramePr>
        <p:xfrm>
          <a:off x="390525" y="1962150"/>
          <a:ext cx="1140777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5872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ubrik 14">
            <a:extLst>
              <a:ext uri="{FF2B5EF4-FFF2-40B4-BE49-F238E27FC236}">
                <a16:creationId xmlns:a16="http://schemas.microsoft.com/office/drawing/2014/main" id="{4B3E83B9-222A-4520-83DF-65CC433DACF1}"/>
              </a:ext>
            </a:extLst>
          </p:cNvPr>
          <p:cNvSpPr>
            <a:spLocks noGrp="1"/>
          </p:cNvSpPr>
          <p:nvPr>
            <p:ph type="title"/>
          </p:nvPr>
        </p:nvSpPr>
        <p:spPr>
          <a:xfrm>
            <a:off x="5178252" y="544786"/>
            <a:ext cx="6400800" cy="1683971"/>
          </a:xfrm>
        </p:spPr>
        <p:txBody>
          <a:bodyPr rtlCol="0"/>
          <a:lstStyle/>
          <a:p>
            <a:pPr rtl="0"/>
            <a:r>
              <a:rPr lang="sv-SE" dirty="0"/>
              <a:t>Agenda</a:t>
            </a:r>
          </a:p>
        </p:txBody>
      </p:sp>
      <p:pic>
        <p:nvPicPr>
          <p:cNvPr id="13" name="Platshållare för bild 12" descr="Kugghjul som brainstormar">
            <a:extLst>
              <a:ext uri="{FF2B5EF4-FFF2-40B4-BE49-F238E27FC236}">
                <a16:creationId xmlns:a16="http://schemas.microsoft.com/office/drawing/2014/main" id="{22858132-76FC-4F1E-BBD7-969497F1A04A}"/>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542925" y="2519163"/>
            <a:ext cx="4022725" cy="1843040"/>
          </a:xfrm>
        </p:spPr>
      </p:pic>
      <p:sp>
        <p:nvSpPr>
          <p:cNvPr id="17" name="Platshållare för innehåll 16">
            <a:extLst>
              <a:ext uri="{FF2B5EF4-FFF2-40B4-BE49-F238E27FC236}">
                <a16:creationId xmlns:a16="http://schemas.microsoft.com/office/drawing/2014/main" id="{E17FA55F-C7EA-4BF4-8024-B7D78BD78899}"/>
              </a:ext>
            </a:extLst>
          </p:cNvPr>
          <p:cNvSpPr>
            <a:spLocks noGrp="1"/>
          </p:cNvSpPr>
          <p:nvPr>
            <p:ph idx="1"/>
          </p:nvPr>
        </p:nvSpPr>
        <p:spPr>
          <a:xfrm>
            <a:off x="5178252" y="2409776"/>
            <a:ext cx="6400800" cy="3714837"/>
          </a:xfrm>
        </p:spPr>
        <p:txBody>
          <a:bodyPr rtlCol="0"/>
          <a:lstStyle/>
          <a:p>
            <a:pPr rtl="0"/>
            <a:r>
              <a:rPr lang="sv-SE" dirty="0" err="1"/>
              <a:t>Introduction</a:t>
            </a:r>
            <a:endParaRPr lang="sv-SE" dirty="0"/>
          </a:p>
          <a:p>
            <a:pPr rtl="0"/>
            <a:r>
              <a:rPr lang="sv-SE" dirty="0" err="1"/>
              <a:t>Reinforcement</a:t>
            </a:r>
            <a:r>
              <a:rPr lang="sv-SE" dirty="0"/>
              <a:t> Learning</a:t>
            </a:r>
          </a:p>
          <a:p>
            <a:pPr rtl="0"/>
            <a:r>
              <a:rPr lang="sv-SE" dirty="0"/>
              <a:t>Implementation </a:t>
            </a:r>
          </a:p>
          <a:p>
            <a:pPr rtl="0"/>
            <a:r>
              <a:rPr lang="sv-SE" dirty="0" err="1"/>
              <a:t>Results</a:t>
            </a:r>
            <a:r>
              <a:rPr lang="sv-SE" dirty="0"/>
              <a:t> and </a:t>
            </a:r>
            <a:r>
              <a:rPr lang="sv-SE" dirty="0" err="1"/>
              <a:t>Discussion</a:t>
            </a:r>
            <a:endParaRPr lang="sv-SE" dirty="0"/>
          </a:p>
          <a:p>
            <a:pPr rtl="0"/>
            <a:r>
              <a:rPr lang="sv-SE" dirty="0" err="1"/>
              <a:t>Conclusion</a:t>
            </a:r>
            <a:endParaRPr lang="sv-SE" dirty="0"/>
          </a:p>
        </p:txBody>
      </p:sp>
      <p:sp>
        <p:nvSpPr>
          <p:cNvPr id="21" name="Platshållare för datum 20">
            <a:extLst>
              <a:ext uri="{FF2B5EF4-FFF2-40B4-BE49-F238E27FC236}">
                <a16:creationId xmlns:a16="http://schemas.microsoft.com/office/drawing/2014/main" id="{FC983FB1-C97B-41D3-9FB3-3965A27A682D}"/>
              </a:ext>
            </a:extLst>
          </p:cNvPr>
          <p:cNvSpPr>
            <a:spLocks noGrp="1"/>
          </p:cNvSpPr>
          <p:nvPr>
            <p:ph type="dt" sz="half" idx="10"/>
          </p:nvPr>
        </p:nvSpPr>
        <p:spPr>
          <a:xfrm>
            <a:off x="838200" y="6400800"/>
            <a:ext cx="2743200" cy="365125"/>
          </a:xfrm>
        </p:spPr>
        <p:txBody>
          <a:bodyPr rtlCol="0"/>
          <a:lstStyle/>
          <a:p>
            <a:pPr rtl="0"/>
            <a:r>
              <a:rPr lang="sv-SE"/>
              <a:t>2/2/20XX</a:t>
            </a:r>
          </a:p>
        </p:txBody>
      </p:sp>
      <p:sp>
        <p:nvSpPr>
          <p:cNvPr id="22" name="Platshållare för sidfot 21">
            <a:extLst>
              <a:ext uri="{FF2B5EF4-FFF2-40B4-BE49-F238E27FC236}">
                <a16:creationId xmlns:a16="http://schemas.microsoft.com/office/drawing/2014/main" id="{B6B03491-29ED-44F3-91B1-95FE8D2D8A5D}"/>
              </a:ext>
            </a:extLst>
          </p:cNvPr>
          <p:cNvSpPr>
            <a:spLocks noGrp="1"/>
          </p:cNvSpPr>
          <p:nvPr>
            <p:ph type="ftr" sz="quarter" idx="11"/>
          </p:nvPr>
        </p:nvSpPr>
        <p:spPr>
          <a:xfrm>
            <a:off x="4038600" y="6400800"/>
            <a:ext cx="4114800" cy="365125"/>
          </a:xfrm>
        </p:spPr>
        <p:txBody>
          <a:bodyPr rtlCol="0"/>
          <a:lstStyle/>
          <a:p>
            <a:pPr rtl="0"/>
            <a:r>
              <a:rPr lang="sv-SE"/>
              <a:t>PRESENTATIONENS RUBRIK</a:t>
            </a:r>
          </a:p>
        </p:txBody>
      </p:sp>
      <p:sp>
        <p:nvSpPr>
          <p:cNvPr id="23" name="Platshållare för bildnummer 22">
            <a:extLst>
              <a:ext uri="{FF2B5EF4-FFF2-40B4-BE49-F238E27FC236}">
                <a16:creationId xmlns:a16="http://schemas.microsoft.com/office/drawing/2014/main" id="{E8C61C62-3469-4549-83A6-FB9E93FFF732}"/>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3</a:t>
            </a:fld>
            <a:endParaRPr lang="sv-SE"/>
          </a:p>
        </p:txBody>
      </p:sp>
      <p:pic>
        <p:nvPicPr>
          <p:cNvPr id="1034" name="Picture 10" descr="Why Reinforcement Learning Matters in Business | CDOTrends">
            <a:extLst>
              <a:ext uri="{FF2B5EF4-FFF2-40B4-BE49-F238E27FC236}">
                <a16:creationId xmlns:a16="http://schemas.microsoft.com/office/drawing/2014/main" id="{0696AD37-E615-241F-76DB-67475846278B}"/>
              </a:ext>
            </a:extLst>
          </p:cNvPr>
          <p:cNvPicPr>
            <a:picLocks noGrp="1" noChangeAspect="1" noChangeArrowheads="1"/>
          </p:cNvPicPr>
          <p:nvPr>
            <p:ph type="pic" sz="quarter" idx="15"/>
          </p:nvPr>
        </p:nvPicPr>
        <p:blipFill>
          <a:blip r:embed="rId4">
            <a:extLst>
              <a:ext uri="{28A0092B-C50C-407E-A947-70E740481C1C}">
                <a14:useLocalDpi xmlns:a14="http://schemas.microsoft.com/office/drawing/2010/main" val="0"/>
              </a:ext>
            </a:extLst>
          </a:blip>
          <a:srcRect t="14957" b="14957"/>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 name="Picture Placeholder 1">
            <a:extLst>
              <a:ext uri="{FF2B5EF4-FFF2-40B4-BE49-F238E27FC236}">
                <a16:creationId xmlns:a16="http://schemas.microsoft.com/office/drawing/2014/main" id="{33CB0540-21F1-6882-6435-D93A6C182CCA}"/>
              </a:ext>
            </a:extLst>
          </p:cNvPr>
          <p:cNvSpPr>
            <a:spLocks noGrp="1"/>
          </p:cNvSpPr>
          <p:nvPr>
            <p:ph type="pic" sz="quarter" idx="13"/>
          </p:nvPr>
        </p:nvSpPr>
        <p:spPr/>
        <p:txBody>
          <a:bodyPr/>
          <a:lstStyle/>
          <a:p>
            <a:endParaRPr lang="sv-SE"/>
          </a:p>
        </p:txBody>
      </p:sp>
    </p:spTree>
    <p:extLst>
      <p:ext uri="{BB962C8B-B14F-4D97-AF65-F5344CB8AC3E}">
        <p14:creationId xmlns:p14="http://schemas.microsoft.com/office/powerpoint/2010/main" val="2330317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ubrik 8">
            <a:extLst>
              <a:ext uri="{FF2B5EF4-FFF2-40B4-BE49-F238E27FC236}">
                <a16:creationId xmlns:a16="http://schemas.microsoft.com/office/drawing/2014/main" id="{DBF00274-58B0-4B5F-A440-AEB4BC1DE48B}"/>
              </a:ext>
            </a:extLst>
          </p:cNvPr>
          <p:cNvSpPr>
            <a:spLocks noGrp="1"/>
          </p:cNvSpPr>
          <p:nvPr>
            <p:ph type="title"/>
          </p:nvPr>
        </p:nvSpPr>
        <p:spPr>
          <a:xfrm>
            <a:off x="457199" y="566490"/>
            <a:ext cx="11238347" cy="1502704"/>
          </a:xfrm>
        </p:spPr>
        <p:txBody>
          <a:bodyPr rtlCol="0"/>
          <a:lstStyle/>
          <a:p>
            <a:pPr rtl="0"/>
            <a:r>
              <a:rPr lang="sv-SE" dirty="0" err="1"/>
              <a:t>Introduction</a:t>
            </a:r>
            <a:endParaRPr lang="sv-SE" dirty="0"/>
          </a:p>
        </p:txBody>
      </p:sp>
      <p:sp>
        <p:nvSpPr>
          <p:cNvPr id="10" name="Platshållare för innehåll 9">
            <a:extLst>
              <a:ext uri="{FF2B5EF4-FFF2-40B4-BE49-F238E27FC236}">
                <a16:creationId xmlns:a16="http://schemas.microsoft.com/office/drawing/2014/main" id="{B4D1A5DC-1100-480C-87E4-0AFD1C3CED93}"/>
              </a:ext>
            </a:extLst>
          </p:cNvPr>
          <p:cNvSpPr>
            <a:spLocks noGrp="1"/>
          </p:cNvSpPr>
          <p:nvPr>
            <p:ph sz="quarter" idx="14"/>
          </p:nvPr>
        </p:nvSpPr>
        <p:spPr>
          <a:xfrm>
            <a:off x="457201" y="2286000"/>
            <a:ext cx="5435600" cy="4005263"/>
          </a:xfrm>
        </p:spPr>
        <p:txBody>
          <a:bodyPr rtlCol="0">
            <a:normAutofit/>
          </a:bodyPr>
          <a:lstStyle/>
          <a:p>
            <a:pPr rtl="0"/>
            <a:r>
              <a:rPr lang="sv-SE" dirty="0" err="1"/>
              <a:t>What</a:t>
            </a:r>
            <a:r>
              <a:rPr lang="sv-SE" dirty="0"/>
              <a:t> is the </a:t>
            </a:r>
            <a:r>
              <a:rPr lang="sv-SE" dirty="0" err="1"/>
              <a:t>goal</a:t>
            </a:r>
            <a:r>
              <a:rPr lang="sv-SE" dirty="0"/>
              <a:t>?</a:t>
            </a:r>
          </a:p>
          <a:p>
            <a:pPr rtl="0"/>
            <a:endParaRPr lang="sv-SE" dirty="0"/>
          </a:p>
          <a:p>
            <a:pPr rtl="0"/>
            <a:r>
              <a:rPr lang="sv-SE" dirty="0" err="1"/>
              <a:t>Reinforcement</a:t>
            </a:r>
            <a:r>
              <a:rPr lang="sv-SE" dirty="0"/>
              <a:t> Learning + DQN</a:t>
            </a:r>
          </a:p>
          <a:p>
            <a:pPr rtl="0"/>
            <a:endParaRPr lang="sv-SE" dirty="0"/>
          </a:p>
          <a:p>
            <a:pPr rtl="0"/>
            <a:r>
              <a:rPr lang="sv-SE" dirty="0" err="1"/>
              <a:t>Matlab</a:t>
            </a:r>
            <a:r>
              <a:rPr lang="sv-SE" dirty="0"/>
              <a:t> </a:t>
            </a:r>
            <a:r>
              <a:rPr lang="sv-SE" dirty="0" err="1"/>
              <a:t>toolboxes</a:t>
            </a:r>
            <a:endParaRPr lang="sv-SE" dirty="0"/>
          </a:p>
        </p:txBody>
      </p:sp>
      <p:sp>
        <p:nvSpPr>
          <p:cNvPr id="13" name="Platshållare för datum 12">
            <a:extLst>
              <a:ext uri="{FF2B5EF4-FFF2-40B4-BE49-F238E27FC236}">
                <a16:creationId xmlns:a16="http://schemas.microsoft.com/office/drawing/2014/main" id="{16D38BCC-7EC3-40A8-BEB0-9776AA478BB2}"/>
              </a:ext>
            </a:extLst>
          </p:cNvPr>
          <p:cNvSpPr>
            <a:spLocks noGrp="1"/>
          </p:cNvSpPr>
          <p:nvPr>
            <p:ph type="dt" sz="half" idx="10"/>
          </p:nvPr>
        </p:nvSpPr>
        <p:spPr>
          <a:xfrm>
            <a:off x="838200" y="6400800"/>
            <a:ext cx="2743200" cy="365125"/>
          </a:xfrm>
        </p:spPr>
        <p:txBody>
          <a:bodyPr rtlCol="0"/>
          <a:lstStyle/>
          <a:p>
            <a:pPr rtl="0"/>
            <a:r>
              <a:rPr lang="sv-SE"/>
              <a:t>2/2/20XX</a:t>
            </a:r>
          </a:p>
        </p:txBody>
      </p:sp>
      <p:sp>
        <p:nvSpPr>
          <p:cNvPr id="14" name="Platshållare för sidfot 13">
            <a:extLst>
              <a:ext uri="{FF2B5EF4-FFF2-40B4-BE49-F238E27FC236}">
                <a16:creationId xmlns:a16="http://schemas.microsoft.com/office/drawing/2014/main" id="{F1DA6959-13CE-4DC3-99FD-86C2A5F86862}"/>
              </a:ext>
            </a:extLst>
          </p:cNvPr>
          <p:cNvSpPr>
            <a:spLocks noGrp="1"/>
          </p:cNvSpPr>
          <p:nvPr>
            <p:ph type="ftr" sz="quarter" idx="11"/>
          </p:nvPr>
        </p:nvSpPr>
        <p:spPr>
          <a:xfrm>
            <a:off x="4038600" y="6400800"/>
            <a:ext cx="4114800" cy="365125"/>
          </a:xfrm>
        </p:spPr>
        <p:txBody>
          <a:bodyPr rtlCol="0"/>
          <a:lstStyle/>
          <a:p>
            <a:pPr rtl="0"/>
            <a:r>
              <a:rPr lang="sv-SE"/>
              <a:t>PRESENTATIONENS RUBRIK</a:t>
            </a:r>
          </a:p>
        </p:txBody>
      </p:sp>
      <p:sp>
        <p:nvSpPr>
          <p:cNvPr id="19" name="Platshållare för bildnummer 18">
            <a:extLst>
              <a:ext uri="{FF2B5EF4-FFF2-40B4-BE49-F238E27FC236}">
                <a16:creationId xmlns:a16="http://schemas.microsoft.com/office/drawing/2014/main" id="{7A6642A3-9BB0-4B52-BD06-47FF8A2F9F9C}"/>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4</a:t>
            </a:fld>
            <a:endParaRPr lang="sv-SE"/>
          </a:p>
        </p:txBody>
      </p:sp>
      <p:sp useBgFill="1">
        <p:nvSpPr>
          <p:cNvPr id="12" name="Ellips 11">
            <a:extLst>
              <a:ext uri="{FF2B5EF4-FFF2-40B4-BE49-F238E27FC236}">
                <a16:creationId xmlns:a16="http://schemas.microsoft.com/office/drawing/2014/main" id="{918C23BF-2500-45DF-A596-0FF5E4641EF9}"/>
              </a:ext>
              <a:ext uri="{C183D7F6-B498-43B3-948B-1728B52AA6E4}">
                <adec:decorative xmlns:adec="http://schemas.microsoft.com/office/drawing/2017/decorative" val="1"/>
              </a:ext>
            </a:extLst>
          </p:cNvPr>
          <p:cNvSpPr/>
          <p:nvPr/>
        </p:nvSpPr>
        <p:spPr>
          <a:xfrm rot="10800000">
            <a:off x="11474676" y="5428705"/>
            <a:ext cx="425081" cy="42508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a:p>
        </p:txBody>
      </p:sp>
      <p:pic>
        <p:nvPicPr>
          <p:cNvPr id="1028" name="Picture 4" descr="Reinforcement Learning Ai Stock Illustrations – 604 Reinforcement Learning  Ai Stock Illustrations, Vectors &amp; Clipart - Dreamstime">
            <a:extLst>
              <a:ext uri="{FF2B5EF4-FFF2-40B4-BE49-F238E27FC236}">
                <a16:creationId xmlns:a16="http://schemas.microsoft.com/office/drawing/2014/main" id="{9E7A6A03-769C-0B2C-893B-EA14549EA348}"/>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t="12850" b="1285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868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F9BDF-794D-458B-739A-13300A6F205E}"/>
            </a:ext>
          </a:extLst>
        </p:cNvPr>
        <p:cNvGrpSpPr/>
        <p:nvPr/>
      </p:nvGrpSpPr>
      <p:grpSpPr>
        <a:xfrm>
          <a:off x="0" y="0"/>
          <a:ext cx="0" cy="0"/>
          <a:chOff x="0" y="0"/>
          <a:chExt cx="0" cy="0"/>
        </a:xfrm>
      </p:grpSpPr>
      <p:sp>
        <p:nvSpPr>
          <p:cNvPr id="9" name="Rubrik 8">
            <a:extLst>
              <a:ext uri="{FF2B5EF4-FFF2-40B4-BE49-F238E27FC236}">
                <a16:creationId xmlns:a16="http://schemas.microsoft.com/office/drawing/2014/main" id="{8368605B-3CE0-647D-9FC9-14913D53D0AA}"/>
              </a:ext>
            </a:extLst>
          </p:cNvPr>
          <p:cNvSpPr>
            <a:spLocks noGrp="1"/>
          </p:cNvSpPr>
          <p:nvPr>
            <p:ph type="title"/>
          </p:nvPr>
        </p:nvSpPr>
        <p:spPr>
          <a:xfrm>
            <a:off x="457199" y="566490"/>
            <a:ext cx="11238347" cy="1502704"/>
          </a:xfrm>
        </p:spPr>
        <p:txBody>
          <a:bodyPr rtlCol="0"/>
          <a:lstStyle/>
          <a:p>
            <a:pPr rtl="0"/>
            <a:r>
              <a:rPr lang="sv-SE" dirty="0" err="1"/>
              <a:t>Reinforcement</a:t>
            </a:r>
            <a:r>
              <a:rPr lang="sv-SE" dirty="0"/>
              <a:t> Learning</a:t>
            </a:r>
          </a:p>
        </p:txBody>
      </p:sp>
      <p:sp>
        <p:nvSpPr>
          <p:cNvPr id="10" name="Platshållare för innehåll 9">
            <a:extLst>
              <a:ext uri="{FF2B5EF4-FFF2-40B4-BE49-F238E27FC236}">
                <a16:creationId xmlns:a16="http://schemas.microsoft.com/office/drawing/2014/main" id="{BD6A88B9-597D-227D-F55C-1F9B7737CD03}"/>
              </a:ext>
            </a:extLst>
          </p:cNvPr>
          <p:cNvSpPr>
            <a:spLocks noGrp="1"/>
          </p:cNvSpPr>
          <p:nvPr>
            <p:ph sz="quarter" idx="14"/>
          </p:nvPr>
        </p:nvSpPr>
        <p:spPr>
          <a:xfrm>
            <a:off x="457201" y="2286000"/>
            <a:ext cx="5435600" cy="4005263"/>
          </a:xfrm>
        </p:spPr>
        <p:txBody>
          <a:bodyPr rtlCol="0">
            <a:normAutofit/>
          </a:bodyPr>
          <a:lstStyle/>
          <a:p>
            <a:pPr rtl="0"/>
            <a:r>
              <a:rPr lang="sv-SE" dirty="0"/>
              <a:t>Agent = AI </a:t>
            </a:r>
            <a:r>
              <a:rPr lang="sv-SE" dirty="0" err="1"/>
              <a:t>Player</a:t>
            </a:r>
            <a:endParaRPr lang="sv-SE" dirty="0"/>
          </a:p>
          <a:p>
            <a:pPr rtl="0"/>
            <a:r>
              <a:rPr lang="sv-SE" dirty="0" err="1"/>
              <a:t>Enviroment</a:t>
            </a:r>
            <a:r>
              <a:rPr lang="sv-SE" dirty="0"/>
              <a:t> = </a:t>
            </a:r>
            <a:r>
              <a:rPr lang="sv-SE" dirty="0" err="1"/>
              <a:t>Connect</a:t>
            </a:r>
            <a:r>
              <a:rPr lang="sv-SE" dirty="0"/>
              <a:t> 4 game board</a:t>
            </a:r>
          </a:p>
          <a:p>
            <a:pPr rtl="0"/>
            <a:r>
              <a:rPr lang="sv-SE" dirty="0"/>
              <a:t>Observation = </a:t>
            </a:r>
            <a:r>
              <a:rPr lang="sv-SE" dirty="0" err="1"/>
              <a:t>screenshot</a:t>
            </a:r>
            <a:r>
              <a:rPr lang="sv-SE" dirty="0"/>
              <a:t> </a:t>
            </a:r>
            <a:r>
              <a:rPr lang="sv-SE" dirty="0" err="1"/>
              <a:t>of</a:t>
            </a:r>
            <a:r>
              <a:rPr lang="sv-SE" dirty="0"/>
              <a:t> the board</a:t>
            </a:r>
          </a:p>
          <a:p>
            <a:pPr rtl="0"/>
            <a:r>
              <a:rPr lang="sv-SE" dirty="0"/>
              <a:t>Action = The </a:t>
            </a:r>
            <a:r>
              <a:rPr lang="sv-SE" dirty="0" err="1"/>
              <a:t>columns</a:t>
            </a:r>
            <a:endParaRPr lang="sv-SE" dirty="0"/>
          </a:p>
          <a:p>
            <a:pPr rtl="0"/>
            <a:r>
              <a:rPr lang="sv-SE" dirty="0" err="1"/>
              <a:t>Reward</a:t>
            </a:r>
            <a:r>
              <a:rPr lang="sv-SE" dirty="0"/>
              <a:t> = +10 for </a:t>
            </a:r>
            <a:r>
              <a:rPr lang="sv-SE" dirty="0" err="1"/>
              <a:t>win</a:t>
            </a:r>
            <a:r>
              <a:rPr lang="sv-SE" dirty="0"/>
              <a:t>, - 10 for illegal </a:t>
            </a:r>
            <a:r>
              <a:rPr lang="sv-SE" dirty="0" err="1"/>
              <a:t>move</a:t>
            </a:r>
            <a:endParaRPr lang="sv-SE" dirty="0"/>
          </a:p>
        </p:txBody>
      </p:sp>
      <p:sp>
        <p:nvSpPr>
          <p:cNvPr id="13" name="Platshållare för datum 12">
            <a:extLst>
              <a:ext uri="{FF2B5EF4-FFF2-40B4-BE49-F238E27FC236}">
                <a16:creationId xmlns:a16="http://schemas.microsoft.com/office/drawing/2014/main" id="{3E3CEA63-20A9-D292-4F55-78365FA835A8}"/>
              </a:ext>
            </a:extLst>
          </p:cNvPr>
          <p:cNvSpPr>
            <a:spLocks noGrp="1"/>
          </p:cNvSpPr>
          <p:nvPr>
            <p:ph type="dt" sz="half" idx="10"/>
          </p:nvPr>
        </p:nvSpPr>
        <p:spPr>
          <a:xfrm>
            <a:off x="838200" y="6400800"/>
            <a:ext cx="2743200" cy="365125"/>
          </a:xfrm>
        </p:spPr>
        <p:txBody>
          <a:bodyPr rtlCol="0"/>
          <a:lstStyle/>
          <a:p>
            <a:pPr rtl="0"/>
            <a:r>
              <a:rPr lang="sv-SE"/>
              <a:t>2/2/20XX</a:t>
            </a:r>
          </a:p>
        </p:txBody>
      </p:sp>
      <p:sp>
        <p:nvSpPr>
          <p:cNvPr id="14" name="Platshållare för sidfot 13">
            <a:extLst>
              <a:ext uri="{FF2B5EF4-FFF2-40B4-BE49-F238E27FC236}">
                <a16:creationId xmlns:a16="http://schemas.microsoft.com/office/drawing/2014/main" id="{CD792B42-550A-7FF6-5657-EFE7C87B9B4A}"/>
              </a:ext>
            </a:extLst>
          </p:cNvPr>
          <p:cNvSpPr>
            <a:spLocks noGrp="1"/>
          </p:cNvSpPr>
          <p:nvPr>
            <p:ph type="ftr" sz="quarter" idx="11"/>
          </p:nvPr>
        </p:nvSpPr>
        <p:spPr>
          <a:xfrm>
            <a:off x="4038600" y="6400800"/>
            <a:ext cx="4114800" cy="365125"/>
          </a:xfrm>
        </p:spPr>
        <p:txBody>
          <a:bodyPr rtlCol="0"/>
          <a:lstStyle/>
          <a:p>
            <a:pPr rtl="0"/>
            <a:r>
              <a:rPr lang="sv-SE"/>
              <a:t>PRESENTATIONENS RUBRIK</a:t>
            </a:r>
          </a:p>
        </p:txBody>
      </p:sp>
      <p:sp>
        <p:nvSpPr>
          <p:cNvPr id="19" name="Platshållare för bildnummer 18">
            <a:extLst>
              <a:ext uri="{FF2B5EF4-FFF2-40B4-BE49-F238E27FC236}">
                <a16:creationId xmlns:a16="http://schemas.microsoft.com/office/drawing/2014/main" id="{481F6F00-7952-DD93-9038-F500644F43CC}"/>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5</a:t>
            </a:fld>
            <a:endParaRPr lang="sv-SE"/>
          </a:p>
        </p:txBody>
      </p:sp>
      <p:sp useBgFill="1">
        <p:nvSpPr>
          <p:cNvPr id="12" name="Ellips 11">
            <a:extLst>
              <a:ext uri="{FF2B5EF4-FFF2-40B4-BE49-F238E27FC236}">
                <a16:creationId xmlns:a16="http://schemas.microsoft.com/office/drawing/2014/main" id="{D84EB613-53AB-A90E-D807-04B5A269A9E2}"/>
              </a:ext>
              <a:ext uri="{C183D7F6-B498-43B3-948B-1728B52AA6E4}">
                <adec:decorative xmlns:adec="http://schemas.microsoft.com/office/drawing/2017/decorative" val="1"/>
              </a:ext>
            </a:extLst>
          </p:cNvPr>
          <p:cNvSpPr/>
          <p:nvPr/>
        </p:nvSpPr>
        <p:spPr>
          <a:xfrm rot="10800000">
            <a:off x="11474676" y="5428705"/>
            <a:ext cx="425081" cy="42508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pPr rtl="0"/>
            <a:endParaRPr lang="sv-SE"/>
          </a:p>
        </p:txBody>
      </p:sp>
      <p:pic>
        <p:nvPicPr>
          <p:cNvPr id="2052" name="Picture 4" descr="12 453 Connect four game royaltyfria fotografier och stockbilder |  Shutterstock">
            <a:extLst>
              <a:ext uri="{FF2B5EF4-FFF2-40B4-BE49-F238E27FC236}">
                <a16:creationId xmlns:a16="http://schemas.microsoft.com/office/drawing/2014/main" id="{3C17778E-B507-F7EE-B86A-778276823F52}"/>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t="12850" b="1285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16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F10920-A9F1-2D00-8F8F-F6A0C80492EF}"/>
              </a:ext>
            </a:extLst>
          </p:cNvPr>
          <p:cNvSpPr>
            <a:spLocks noGrp="1"/>
          </p:cNvSpPr>
          <p:nvPr>
            <p:ph type="title"/>
          </p:nvPr>
        </p:nvSpPr>
        <p:spPr>
          <a:xfrm>
            <a:off x="457199" y="566490"/>
            <a:ext cx="11238347" cy="1502704"/>
          </a:xfrm>
        </p:spPr>
        <p:txBody>
          <a:bodyPr anchor="ctr">
            <a:normAutofit/>
          </a:bodyPr>
          <a:lstStyle/>
          <a:p>
            <a:r>
              <a:rPr lang="sv-SE"/>
              <a:t>Deep Neural </a:t>
            </a:r>
            <a:r>
              <a:rPr lang="sv-SE" err="1"/>
              <a:t>Network</a:t>
            </a:r>
            <a:r>
              <a:rPr lang="sv-SE"/>
              <a:t> (DQN)</a:t>
            </a:r>
          </a:p>
        </p:txBody>
      </p:sp>
      <p:sp>
        <p:nvSpPr>
          <p:cNvPr id="9" name="Content Placeholder 8">
            <a:extLst>
              <a:ext uri="{FF2B5EF4-FFF2-40B4-BE49-F238E27FC236}">
                <a16:creationId xmlns:a16="http://schemas.microsoft.com/office/drawing/2014/main" id="{2CE43D67-0EFE-E647-9F51-A4D9C03CF128}"/>
              </a:ext>
            </a:extLst>
          </p:cNvPr>
          <p:cNvSpPr>
            <a:spLocks noGrp="1"/>
          </p:cNvSpPr>
          <p:nvPr>
            <p:ph sz="quarter" idx="14"/>
          </p:nvPr>
        </p:nvSpPr>
        <p:spPr>
          <a:xfrm>
            <a:off x="457201" y="2286000"/>
            <a:ext cx="5435600" cy="4005263"/>
          </a:xfrm>
        </p:spPr>
        <p:txBody>
          <a:bodyPr>
            <a:normAutofit/>
          </a:bodyPr>
          <a:lstStyle/>
          <a:p>
            <a:r>
              <a:rPr lang="sv-SE" dirty="0"/>
              <a:t>Q-</a:t>
            </a:r>
            <a:r>
              <a:rPr lang="sv-SE" dirty="0" err="1"/>
              <a:t>learning</a:t>
            </a:r>
            <a:r>
              <a:rPr lang="sv-SE" dirty="0"/>
              <a:t> gives to </a:t>
            </a:r>
            <a:r>
              <a:rPr lang="sv-SE" dirty="0" err="1"/>
              <a:t>many</a:t>
            </a:r>
            <a:r>
              <a:rPr lang="sv-SE" dirty="0"/>
              <a:t> </a:t>
            </a:r>
            <a:r>
              <a:rPr lang="sv-SE" dirty="0" err="1"/>
              <a:t>numbers</a:t>
            </a:r>
            <a:endParaRPr lang="sv-SE" dirty="0"/>
          </a:p>
          <a:p>
            <a:endParaRPr lang="sv-SE" dirty="0"/>
          </a:p>
          <a:p>
            <a:r>
              <a:rPr lang="sv-SE" dirty="0"/>
              <a:t>A </a:t>
            </a:r>
            <a:r>
              <a:rPr lang="sv-SE" dirty="0" err="1"/>
              <a:t>network</a:t>
            </a:r>
            <a:r>
              <a:rPr lang="sv-SE" dirty="0"/>
              <a:t> </a:t>
            </a:r>
            <a:r>
              <a:rPr lang="sv-SE" dirty="0" err="1"/>
              <a:t>instead</a:t>
            </a:r>
            <a:r>
              <a:rPr lang="sv-SE" dirty="0"/>
              <a:t> </a:t>
            </a:r>
            <a:r>
              <a:rPr lang="sv-SE" dirty="0" err="1"/>
              <a:t>of</a:t>
            </a:r>
            <a:r>
              <a:rPr lang="sv-SE" dirty="0"/>
              <a:t> </a:t>
            </a:r>
            <a:r>
              <a:rPr lang="sv-SE" dirty="0" err="1"/>
              <a:t>tables</a:t>
            </a:r>
            <a:endParaRPr lang="sv-SE" dirty="0"/>
          </a:p>
          <a:p>
            <a:endParaRPr lang="sv-SE" dirty="0"/>
          </a:p>
          <a:p>
            <a:r>
              <a:rPr lang="sv-SE" dirty="0"/>
              <a:t>CNN for </a:t>
            </a:r>
            <a:r>
              <a:rPr lang="sv-SE" dirty="0" err="1"/>
              <a:t>pattern</a:t>
            </a:r>
            <a:r>
              <a:rPr lang="sv-SE" dirty="0"/>
              <a:t> </a:t>
            </a:r>
            <a:r>
              <a:rPr lang="sv-SE" dirty="0" err="1"/>
              <a:t>recognision</a:t>
            </a:r>
            <a:endParaRPr lang="sv-SE" dirty="0"/>
          </a:p>
        </p:txBody>
      </p:sp>
      <p:pic>
        <p:nvPicPr>
          <p:cNvPr id="10" name="Picture 10" descr="Why Reinforcement Learning Matters in Business | CDOTrends">
            <a:extLst>
              <a:ext uri="{FF2B5EF4-FFF2-40B4-BE49-F238E27FC236}">
                <a16:creationId xmlns:a16="http://schemas.microsoft.com/office/drawing/2014/main" id="{BA1A7552-6410-8B8B-CBA9-A6B362060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161" b="1"/>
          <a:stretch/>
        </p:blipFill>
        <p:spPr bwMode="auto">
          <a:xfrm>
            <a:off x="6207125" y="2286000"/>
            <a:ext cx="5435600" cy="4038600"/>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FCA89644-3F49-F27C-DA67-08B413699D5A}"/>
              </a:ext>
            </a:extLst>
          </p:cNvPr>
          <p:cNvSpPr>
            <a:spLocks noGrp="1"/>
          </p:cNvSpPr>
          <p:nvPr>
            <p:ph type="dt" sz="half" idx="10"/>
          </p:nvPr>
        </p:nvSpPr>
        <p:spPr>
          <a:xfrm>
            <a:off x="838200" y="6400800"/>
            <a:ext cx="2743200" cy="365125"/>
          </a:xfrm>
        </p:spPr>
        <p:txBody>
          <a:bodyPr anchor="ctr">
            <a:normAutofit/>
          </a:bodyPr>
          <a:lstStyle/>
          <a:p>
            <a:pPr rtl="0">
              <a:spcAft>
                <a:spcPts val="600"/>
              </a:spcAft>
            </a:pPr>
            <a:r>
              <a:rPr lang="sv-SE" noProof="0"/>
              <a:t>2/2/20XX</a:t>
            </a:r>
          </a:p>
        </p:txBody>
      </p:sp>
      <p:sp>
        <p:nvSpPr>
          <p:cNvPr id="6" name="Footer Placeholder 5">
            <a:extLst>
              <a:ext uri="{FF2B5EF4-FFF2-40B4-BE49-F238E27FC236}">
                <a16:creationId xmlns:a16="http://schemas.microsoft.com/office/drawing/2014/main" id="{2139DE1C-9937-A630-8540-EFE9655B7460}"/>
              </a:ext>
            </a:extLst>
          </p:cNvPr>
          <p:cNvSpPr>
            <a:spLocks noGrp="1"/>
          </p:cNvSpPr>
          <p:nvPr>
            <p:ph type="ftr" sz="quarter" idx="11"/>
          </p:nvPr>
        </p:nvSpPr>
        <p:spPr>
          <a:xfrm>
            <a:off x="4038600" y="6400800"/>
            <a:ext cx="4114800" cy="365125"/>
          </a:xfrm>
        </p:spPr>
        <p:txBody>
          <a:bodyPr anchor="ctr">
            <a:normAutofit/>
          </a:bodyPr>
          <a:lstStyle/>
          <a:p>
            <a:pPr rtl="0">
              <a:spcAft>
                <a:spcPts val="600"/>
              </a:spcAft>
            </a:pPr>
            <a:r>
              <a:rPr lang="sv-SE" noProof="0"/>
              <a:t>PRESENTATIONENS RUBRIK</a:t>
            </a:r>
          </a:p>
        </p:txBody>
      </p:sp>
      <p:sp>
        <p:nvSpPr>
          <p:cNvPr id="7" name="Slide Number Placeholder 6">
            <a:extLst>
              <a:ext uri="{FF2B5EF4-FFF2-40B4-BE49-F238E27FC236}">
                <a16:creationId xmlns:a16="http://schemas.microsoft.com/office/drawing/2014/main" id="{00F0F957-C1D9-0F5F-9514-80951E200EB8}"/>
              </a:ext>
            </a:extLst>
          </p:cNvPr>
          <p:cNvSpPr>
            <a:spLocks noGrp="1"/>
          </p:cNvSpPr>
          <p:nvPr>
            <p:ph type="sldNum" sz="quarter" idx="12"/>
          </p:nvPr>
        </p:nvSpPr>
        <p:spPr>
          <a:xfrm>
            <a:off x="8610600" y="6400800"/>
            <a:ext cx="2743200" cy="365125"/>
          </a:xfrm>
        </p:spPr>
        <p:txBody>
          <a:bodyPr anchor="ctr">
            <a:normAutofit/>
          </a:bodyPr>
          <a:lstStyle/>
          <a:p>
            <a:pPr rtl="0">
              <a:spcAft>
                <a:spcPts val="600"/>
              </a:spcAft>
            </a:pPr>
            <a:fld id="{DFA5D71E-5CDF-4C93-8A75-5B916FDC5BEA}" type="slidenum">
              <a:rPr lang="sv-SE" noProof="0" smtClean="0"/>
              <a:pPr rtl="0">
                <a:spcAft>
                  <a:spcPts val="600"/>
                </a:spcAft>
              </a:pPr>
              <a:t>6</a:t>
            </a:fld>
            <a:endParaRPr lang="sv-SE" noProof="0"/>
          </a:p>
        </p:txBody>
      </p:sp>
    </p:spTree>
    <p:extLst>
      <p:ext uri="{BB962C8B-B14F-4D97-AF65-F5344CB8AC3E}">
        <p14:creationId xmlns:p14="http://schemas.microsoft.com/office/powerpoint/2010/main" val="1089777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545BE7-CB99-1D63-816E-3F032AA248C8}"/>
              </a:ext>
            </a:extLst>
          </p:cNvPr>
          <p:cNvSpPr>
            <a:spLocks noGrp="1"/>
          </p:cNvSpPr>
          <p:nvPr>
            <p:ph type="ctrTitle"/>
          </p:nvPr>
        </p:nvSpPr>
        <p:spPr/>
        <p:txBody>
          <a:bodyPr/>
          <a:lstStyle/>
          <a:p>
            <a:r>
              <a:rPr lang="sv-SE" dirty="0"/>
              <a:t>So </a:t>
            </a:r>
            <a:r>
              <a:rPr lang="sv-SE" dirty="0" err="1"/>
              <a:t>how</a:t>
            </a:r>
            <a:r>
              <a:rPr lang="sv-SE" dirty="0"/>
              <a:t> </a:t>
            </a:r>
            <a:r>
              <a:rPr lang="sv-SE" dirty="0" err="1"/>
              <a:t>does</a:t>
            </a:r>
            <a:r>
              <a:rPr lang="sv-SE" dirty="0"/>
              <a:t> it </a:t>
            </a:r>
            <a:r>
              <a:rPr lang="sv-SE" dirty="0" err="1"/>
              <a:t>work</a:t>
            </a:r>
            <a:r>
              <a:rPr lang="sv-SE" dirty="0"/>
              <a:t>?</a:t>
            </a:r>
          </a:p>
        </p:txBody>
      </p:sp>
      <p:sp>
        <p:nvSpPr>
          <p:cNvPr id="10" name="Text Placeholder 9">
            <a:extLst>
              <a:ext uri="{FF2B5EF4-FFF2-40B4-BE49-F238E27FC236}">
                <a16:creationId xmlns:a16="http://schemas.microsoft.com/office/drawing/2014/main" id="{C73E2D79-123A-2BAB-76C4-682296C22FC1}"/>
              </a:ext>
            </a:extLst>
          </p:cNvPr>
          <p:cNvSpPr>
            <a:spLocks noGrp="1"/>
          </p:cNvSpPr>
          <p:nvPr>
            <p:ph type="body" sz="quarter" idx="14"/>
          </p:nvPr>
        </p:nvSpPr>
        <p:spPr/>
        <p:txBody>
          <a:bodyPr/>
          <a:lstStyle/>
          <a:p>
            <a:r>
              <a:rPr lang="sv-SE" dirty="0" err="1"/>
              <a:t>Observe</a:t>
            </a:r>
            <a:endParaRPr lang="sv-SE" dirty="0"/>
          </a:p>
          <a:p>
            <a:r>
              <a:rPr lang="sv-SE" dirty="0" err="1"/>
              <a:t>Act</a:t>
            </a:r>
            <a:endParaRPr lang="sv-SE" dirty="0"/>
          </a:p>
          <a:p>
            <a:r>
              <a:rPr lang="sv-SE" dirty="0" err="1"/>
              <a:t>Reward</a:t>
            </a:r>
            <a:endParaRPr lang="sv-SE" dirty="0"/>
          </a:p>
        </p:txBody>
      </p:sp>
      <p:sp>
        <p:nvSpPr>
          <p:cNvPr id="5" name="Date Placeholder 4">
            <a:extLst>
              <a:ext uri="{FF2B5EF4-FFF2-40B4-BE49-F238E27FC236}">
                <a16:creationId xmlns:a16="http://schemas.microsoft.com/office/drawing/2014/main" id="{5913323C-890E-EDED-7F5B-6D1037916C82}"/>
              </a:ext>
            </a:extLst>
          </p:cNvPr>
          <p:cNvSpPr>
            <a:spLocks noGrp="1"/>
          </p:cNvSpPr>
          <p:nvPr>
            <p:ph type="dt" sz="half" idx="10"/>
          </p:nvPr>
        </p:nvSpPr>
        <p:spPr/>
        <p:txBody>
          <a:bodyPr/>
          <a:lstStyle/>
          <a:p>
            <a:pPr rtl="0"/>
            <a:r>
              <a:rPr lang="sv-SE" noProof="0"/>
              <a:t>2/2/20XX</a:t>
            </a:r>
          </a:p>
        </p:txBody>
      </p:sp>
      <p:sp>
        <p:nvSpPr>
          <p:cNvPr id="6" name="Footer Placeholder 5">
            <a:extLst>
              <a:ext uri="{FF2B5EF4-FFF2-40B4-BE49-F238E27FC236}">
                <a16:creationId xmlns:a16="http://schemas.microsoft.com/office/drawing/2014/main" id="{DB07F2D0-24C6-7A82-BDBD-7C638D38DA5D}"/>
              </a:ext>
            </a:extLst>
          </p:cNvPr>
          <p:cNvSpPr>
            <a:spLocks noGrp="1"/>
          </p:cNvSpPr>
          <p:nvPr>
            <p:ph type="ftr" sz="quarter" idx="11"/>
          </p:nvPr>
        </p:nvSpPr>
        <p:spPr/>
        <p:txBody>
          <a:bodyPr/>
          <a:lstStyle/>
          <a:p>
            <a:pPr rtl="0"/>
            <a:r>
              <a:rPr lang="sv-SE" noProof="0"/>
              <a:t>PRESENTATIONENS RUBRIK</a:t>
            </a:r>
          </a:p>
        </p:txBody>
      </p:sp>
      <p:sp>
        <p:nvSpPr>
          <p:cNvPr id="9" name="Picture Placeholder 8">
            <a:extLst>
              <a:ext uri="{FF2B5EF4-FFF2-40B4-BE49-F238E27FC236}">
                <a16:creationId xmlns:a16="http://schemas.microsoft.com/office/drawing/2014/main" id="{62D52AE4-5D91-54DA-D6EA-BB6B8BFC83BD}"/>
              </a:ext>
            </a:extLst>
          </p:cNvPr>
          <p:cNvSpPr>
            <a:spLocks noGrp="1"/>
          </p:cNvSpPr>
          <p:nvPr>
            <p:ph type="pic" sz="quarter" idx="13"/>
          </p:nvPr>
        </p:nvSpPr>
        <p:spPr/>
        <p:txBody>
          <a:bodyPr/>
          <a:lstStyle/>
          <a:p>
            <a:endParaRPr lang="sv-SE"/>
          </a:p>
        </p:txBody>
      </p:sp>
      <p:sp>
        <p:nvSpPr>
          <p:cNvPr id="7" name="Slide Number Placeholder 6">
            <a:extLst>
              <a:ext uri="{FF2B5EF4-FFF2-40B4-BE49-F238E27FC236}">
                <a16:creationId xmlns:a16="http://schemas.microsoft.com/office/drawing/2014/main" id="{8AABD8E5-7F02-7CE6-3899-63620B1D97E8}"/>
              </a:ext>
            </a:extLst>
          </p:cNvPr>
          <p:cNvSpPr>
            <a:spLocks noGrp="1"/>
          </p:cNvSpPr>
          <p:nvPr>
            <p:ph type="sldNum" sz="quarter" idx="12"/>
          </p:nvPr>
        </p:nvSpPr>
        <p:spPr/>
        <p:txBody>
          <a:bodyPr/>
          <a:lstStyle/>
          <a:p>
            <a:pPr rtl="0"/>
            <a:fld id="{DFA5D71E-5CDF-4C93-8A75-5B916FDC5BEA}" type="slidenum">
              <a:rPr lang="sv-SE" noProof="0" smtClean="0"/>
              <a:pPr rtl="0"/>
              <a:t>7</a:t>
            </a:fld>
            <a:endParaRPr lang="sv-SE" noProof="0"/>
          </a:p>
        </p:txBody>
      </p:sp>
    </p:spTree>
    <p:extLst>
      <p:ext uri="{BB962C8B-B14F-4D97-AF65-F5344CB8AC3E}">
        <p14:creationId xmlns:p14="http://schemas.microsoft.com/office/powerpoint/2010/main" val="1882903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BC31223B-F964-409B-BCFB-7D52E97E4054}"/>
              </a:ext>
            </a:extLst>
          </p:cNvPr>
          <p:cNvSpPr>
            <a:spLocks noGrp="1"/>
          </p:cNvSpPr>
          <p:nvPr>
            <p:ph type="title"/>
          </p:nvPr>
        </p:nvSpPr>
        <p:spPr>
          <a:xfrm>
            <a:off x="822352" y="566127"/>
            <a:ext cx="10531448" cy="1490825"/>
          </a:xfrm>
        </p:spPr>
        <p:txBody>
          <a:bodyPr rtlCol="0"/>
          <a:lstStyle/>
          <a:p>
            <a:pPr rtl="0"/>
            <a:r>
              <a:rPr lang="sv-SE" dirty="0"/>
              <a:t>Implementation in </a:t>
            </a:r>
            <a:r>
              <a:rPr lang="sv-SE" dirty="0" err="1"/>
              <a:t>Matlab</a:t>
            </a:r>
            <a:endParaRPr lang="sv-SE" dirty="0"/>
          </a:p>
        </p:txBody>
      </p:sp>
      <p:sp>
        <p:nvSpPr>
          <p:cNvPr id="8" name="Platshållare för text 7">
            <a:extLst>
              <a:ext uri="{FF2B5EF4-FFF2-40B4-BE49-F238E27FC236}">
                <a16:creationId xmlns:a16="http://schemas.microsoft.com/office/drawing/2014/main" id="{F693D8AC-FF5F-4308-BD5D-F3629C785A2F}"/>
              </a:ext>
            </a:extLst>
          </p:cNvPr>
          <p:cNvSpPr>
            <a:spLocks noGrp="1"/>
          </p:cNvSpPr>
          <p:nvPr>
            <p:ph type="body" sz="quarter" idx="13"/>
          </p:nvPr>
        </p:nvSpPr>
        <p:spPr>
          <a:xfrm>
            <a:off x="1001991" y="2346854"/>
            <a:ext cx="3698345" cy="552450"/>
          </a:xfrm>
        </p:spPr>
        <p:txBody>
          <a:bodyPr rtlCol="0">
            <a:normAutofit/>
          </a:bodyPr>
          <a:lstStyle/>
          <a:p>
            <a:pPr rtl="0"/>
            <a:r>
              <a:rPr lang="sv-SE" dirty="0" err="1"/>
              <a:t>Structure</a:t>
            </a:r>
            <a:r>
              <a:rPr lang="sv-SE" dirty="0"/>
              <a:t> </a:t>
            </a:r>
            <a:r>
              <a:rPr lang="sv-SE" dirty="0" err="1"/>
              <a:t>of</a:t>
            </a:r>
            <a:r>
              <a:rPr lang="sv-SE" dirty="0"/>
              <a:t> DQN and CNN</a:t>
            </a:r>
          </a:p>
        </p:txBody>
      </p:sp>
      <p:sp>
        <p:nvSpPr>
          <p:cNvPr id="9" name="Platshållare för text 8">
            <a:extLst>
              <a:ext uri="{FF2B5EF4-FFF2-40B4-BE49-F238E27FC236}">
                <a16:creationId xmlns:a16="http://schemas.microsoft.com/office/drawing/2014/main" id="{FCA99590-DAB9-4B30-8543-1BC95BF0E583}"/>
              </a:ext>
            </a:extLst>
          </p:cNvPr>
          <p:cNvSpPr>
            <a:spLocks noGrp="1"/>
          </p:cNvSpPr>
          <p:nvPr>
            <p:ph type="body" sz="quarter" idx="14"/>
          </p:nvPr>
        </p:nvSpPr>
        <p:spPr>
          <a:xfrm>
            <a:off x="1001641" y="2899269"/>
            <a:ext cx="3303659" cy="3215781"/>
          </a:xfrm>
        </p:spPr>
        <p:txBody>
          <a:bodyPr rtlCol="0"/>
          <a:lstStyle/>
          <a:p>
            <a:pPr rtl="0"/>
            <a:r>
              <a:rPr lang="sv-SE" dirty="0"/>
              <a:t>Lägg till text, bilder, grafik och videoklipp. </a:t>
            </a:r>
          </a:p>
          <a:p>
            <a:pPr rtl="0"/>
            <a:r>
              <a:rPr lang="sv-SE" dirty="0"/>
              <a:t>Lägga till övergångar, animeringar och rörelser. </a:t>
            </a:r>
          </a:p>
          <a:p>
            <a:pPr rtl="0"/>
            <a:r>
              <a:rPr lang="sv-SE" dirty="0"/>
              <a:t>Spara på </a:t>
            </a:r>
            <a:r>
              <a:rPr lang="sv-SE" dirty="0" err="1"/>
              <a:t>OneDrive</a:t>
            </a:r>
            <a:r>
              <a:rPr lang="sv-SE" dirty="0"/>
              <a:t> för att komma åt dina presentationer via din dator, surfplatta eller mobil. </a:t>
            </a:r>
          </a:p>
        </p:txBody>
      </p:sp>
      <p:sp>
        <p:nvSpPr>
          <p:cNvPr id="10" name="Platshållare för text 9">
            <a:extLst>
              <a:ext uri="{FF2B5EF4-FFF2-40B4-BE49-F238E27FC236}">
                <a16:creationId xmlns:a16="http://schemas.microsoft.com/office/drawing/2014/main" id="{C39B7D33-F20A-4BEC-8297-45B83F439C9C}"/>
              </a:ext>
            </a:extLst>
          </p:cNvPr>
          <p:cNvSpPr>
            <a:spLocks noGrp="1"/>
          </p:cNvSpPr>
          <p:nvPr>
            <p:ph type="body" sz="quarter" idx="15"/>
          </p:nvPr>
        </p:nvSpPr>
        <p:spPr>
          <a:xfrm>
            <a:off x="4700336" y="2346854"/>
            <a:ext cx="3056887" cy="552450"/>
          </a:xfrm>
        </p:spPr>
        <p:txBody>
          <a:bodyPr rtlCol="0"/>
          <a:lstStyle/>
          <a:p>
            <a:pPr rtl="0"/>
            <a:r>
              <a:rPr lang="sv-SE" dirty="0"/>
              <a:t>Designer </a:t>
            </a:r>
            <a:r>
              <a:rPr lang="sv-SE" dirty="0" err="1"/>
              <a:t>Apps</a:t>
            </a:r>
            <a:endParaRPr lang="sv-SE" dirty="0"/>
          </a:p>
        </p:txBody>
      </p:sp>
      <p:sp>
        <p:nvSpPr>
          <p:cNvPr id="11" name="Platshållare för text 10">
            <a:extLst>
              <a:ext uri="{FF2B5EF4-FFF2-40B4-BE49-F238E27FC236}">
                <a16:creationId xmlns:a16="http://schemas.microsoft.com/office/drawing/2014/main" id="{FD94F5F1-88A3-4B13-8EBA-47DAB2DF00C9}"/>
              </a:ext>
            </a:extLst>
          </p:cNvPr>
          <p:cNvSpPr>
            <a:spLocks noGrp="1"/>
          </p:cNvSpPr>
          <p:nvPr>
            <p:ph type="body" sz="quarter" idx="16"/>
          </p:nvPr>
        </p:nvSpPr>
        <p:spPr>
          <a:xfrm>
            <a:off x="4453478" y="2899269"/>
            <a:ext cx="3303659" cy="3215781"/>
          </a:xfrm>
        </p:spPr>
        <p:txBody>
          <a:bodyPr rtlCol="0"/>
          <a:lstStyle/>
          <a:p>
            <a:pPr rtl="0"/>
            <a:r>
              <a:rPr lang="sv-SE"/>
              <a:t>Öppna fönstret för Designidéer när du vill ändra bilden direkt. </a:t>
            </a:r>
          </a:p>
          <a:p>
            <a:pPr rtl="0"/>
            <a:r>
              <a:rPr lang="sv-SE"/>
              <a:t>När det finns designidéer kommer vi att visa dem där. </a:t>
            </a:r>
          </a:p>
        </p:txBody>
      </p:sp>
      <p:sp>
        <p:nvSpPr>
          <p:cNvPr id="12" name="Platshållare för text 11">
            <a:extLst>
              <a:ext uri="{FF2B5EF4-FFF2-40B4-BE49-F238E27FC236}">
                <a16:creationId xmlns:a16="http://schemas.microsoft.com/office/drawing/2014/main" id="{A1A115CA-6CAF-4A96-ADFB-04588C1A796E}"/>
              </a:ext>
            </a:extLst>
          </p:cNvPr>
          <p:cNvSpPr>
            <a:spLocks noGrp="1"/>
          </p:cNvSpPr>
          <p:nvPr>
            <p:ph type="body" sz="quarter" idx="17"/>
          </p:nvPr>
        </p:nvSpPr>
        <p:spPr>
          <a:xfrm>
            <a:off x="7906017" y="2333139"/>
            <a:ext cx="3303394" cy="552450"/>
          </a:xfrm>
        </p:spPr>
        <p:txBody>
          <a:bodyPr rtlCol="0"/>
          <a:lstStyle/>
          <a:p>
            <a:pPr rtl="0"/>
            <a:r>
              <a:rPr lang="sv-SE" dirty="0" err="1"/>
              <a:t>Training</a:t>
            </a:r>
            <a:r>
              <a:rPr lang="sv-SE" dirty="0"/>
              <a:t> Process</a:t>
            </a:r>
          </a:p>
        </p:txBody>
      </p:sp>
      <p:sp>
        <p:nvSpPr>
          <p:cNvPr id="13" name="Platshållare för text 12">
            <a:extLst>
              <a:ext uri="{FF2B5EF4-FFF2-40B4-BE49-F238E27FC236}">
                <a16:creationId xmlns:a16="http://schemas.microsoft.com/office/drawing/2014/main" id="{47E9186B-E5E8-41FD-BFEE-0E574ABA486A}"/>
              </a:ext>
            </a:extLst>
          </p:cNvPr>
          <p:cNvSpPr>
            <a:spLocks noGrp="1"/>
          </p:cNvSpPr>
          <p:nvPr>
            <p:ph type="body" sz="quarter" idx="18"/>
          </p:nvPr>
        </p:nvSpPr>
        <p:spPr>
          <a:xfrm>
            <a:off x="7905666" y="2885554"/>
            <a:ext cx="3303659" cy="3215781"/>
          </a:xfrm>
        </p:spPr>
        <p:txBody>
          <a:bodyPr rtlCol="0"/>
          <a:lstStyle/>
          <a:p>
            <a:pPr rtl="0"/>
            <a:r>
              <a:rPr lang="sv-SE"/>
              <a:t>Det här PowerPoint-temat använder en egen uppsättning färger, teckensnitt och effekter för att skapa det övergripande utseendet på de här bilderna. </a:t>
            </a:r>
          </a:p>
          <a:p>
            <a:pPr rtl="0"/>
            <a:r>
              <a:rPr lang="sv-SE"/>
              <a:t>PowerPoint innehåller massor av teman för att ge din presentation precis rätt personlighet. </a:t>
            </a:r>
          </a:p>
        </p:txBody>
      </p:sp>
      <p:sp>
        <p:nvSpPr>
          <p:cNvPr id="14" name="Platshållare för datum 13">
            <a:extLst>
              <a:ext uri="{FF2B5EF4-FFF2-40B4-BE49-F238E27FC236}">
                <a16:creationId xmlns:a16="http://schemas.microsoft.com/office/drawing/2014/main" id="{D858F0E8-5723-4917-B2F4-1959CDA57357}"/>
              </a:ext>
            </a:extLst>
          </p:cNvPr>
          <p:cNvSpPr>
            <a:spLocks noGrp="1"/>
          </p:cNvSpPr>
          <p:nvPr>
            <p:ph type="dt" sz="half" idx="10"/>
          </p:nvPr>
        </p:nvSpPr>
        <p:spPr>
          <a:xfrm>
            <a:off x="838200" y="6400800"/>
            <a:ext cx="2743200" cy="365125"/>
          </a:xfrm>
        </p:spPr>
        <p:txBody>
          <a:bodyPr rtlCol="0"/>
          <a:lstStyle/>
          <a:p>
            <a:pPr rtl="0"/>
            <a:r>
              <a:rPr lang="sv-SE"/>
              <a:t>2/2/20XX</a:t>
            </a:r>
          </a:p>
        </p:txBody>
      </p:sp>
      <p:sp>
        <p:nvSpPr>
          <p:cNvPr id="15" name="Platshållare för sidfot 14">
            <a:extLst>
              <a:ext uri="{FF2B5EF4-FFF2-40B4-BE49-F238E27FC236}">
                <a16:creationId xmlns:a16="http://schemas.microsoft.com/office/drawing/2014/main" id="{89CE2F29-4F13-4337-8A82-25313F29D150}"/>
              </a:ext>
            </a:extLst>
          </p:cNvPr>
          <p:cNvSpPr>
            <a:spLocks noGrp="1"/>
          </p:cNvSpPr>
          <p:nvPr>
            <p:ph type="ftr" sz="quarter" idx="11"/>
          </p:nvPr>
        </p:nvSpPr>
        <p:spPr>
          <a:xfrm>
            <a:off x="4038600" y="6400800"/>
            <a:ext cx="4114800" cy="365125"/>
          </a:xfrm>
        </p:spPr>
        <p:txBody>
          <a:bodyPr rtlCol="0"/>
          <a:lstStyle/>
          <a:p>
            <a:pPr rtl="0"/>
            <a:r>
              <a:rPr lang="sv-SE"/>
              <a:t>PRESENTATIONENS RUBRIK</a:t>
            </a:r>
          </a:p>
        </p:txBody>
      </p:sp>
      <p:sp>
        <p:nvSpPr>
          <p:cNvPr id="16" name="Platshållare för bildnummer 15">
            <a:extLst>
              <a:ext uri="{FF2B5EF4-FFF2-40B4-BE49-F238E27FC236}">
                <a16:creationId xmlns:a16="http://schemas.microsoft.com/office/drawing/2014/main" id="{B2486DC8-B909-491B-95D1-B14F3DEC88E3}"/>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8</a:t>
            </a:fld>
            <a:endParaRPr lang="sv-SE"/>
          </a:p>
        </p:txBody>
      </p:sp>
    </p:spTree>
    <p:extLst>
      <p:ext uri="{BB962C8B-B14F-4D97-AF65-F5344CB8AC3E}">
        <p14:creationId xmlns:p14="http://schemas.microsoft.com/office/powerpoint/2010/main" val="406200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ubrik 14">
            <a:extLst>
              <a:ext uri="{FF2B5EF4-FFF2-40B4-BE49-F238E27FC236}">
                <a16:creationId xmlns:a16="http://schemas.microsoft.com/office/drawing/2014/main" id="{3DFFF8FE-0B1F-4A34-8AE0-3608529C4AF5}"/>
              </a:ext>
            </a:extLst>
          </p:cNvPr>
          <p:cNvSpPr>
            <a:spLocks noGrp="1"/>
          </p:cNvSpPr>
          <p:nvPr>
            <p:ph type="title"/>
          </p:nvPr>
        </p:nvSpPr>
        <p:spPr>
          <a:xfrm>
            <a:off x="580403" y="4038599"/>
            <a:ext cx="4715498" cy="2235494"/>
          </a:xfrm>
        </p:spPr>
        <p:txBody>
          <a:bodyPr rtlCol="0">
            <a:normAutofit/>
          </a:bodyPr>
          <a:lstStyle/>
          <a:p>
            <a:pPr rtl="0"/>
            <a:r>
              <a:rPr lang="sv-SE" sz="3200" dirty="0"/>
              <a:t>Visual Representation</a:t>
            </a:r>
          </a:p>
        </p:txBody>
      </p:sp>
      <p:pic>
        <p:nvPicPr>
          <p:cNvPr id="17" name="Platshållare för bild 16" descr="Närbild av ett schackbräde">
            <a:extLst>
              <a:ext uri="{FF2B5EF4-FFF2-40B4-BE49-F238E27FC236}">
                <a16:creationId xmlns:a16="http://schemas.microsoft.com/office/drawing/2014/main" id="{ECCAD670-7062-4CD7-93ED-6AA7C8BBFF45}"/>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581025" y="533400"/>
            <a:ext cx="3628551" cy="3297238"/>
          </a:xfrm>
        </p:spPr>
      </p:pic>
      <p:pic>
        <p:nvPicPr>
          <p:cNvPr id="21" name="Platshållare för bild 20" descr="Närbild av ett schackbräde">
            <a:extLst>
              <a:ext uri="{FF2B5EF4-FFF2-40B4-BE49-F238E27FC236}">
                <a16:creationId xmlns:a16="http://schemas.microsoft.com/office/drawing/2014/main" id="{2591A087-C8F7-43B5-8D57-C7D61C00B2E6}"/>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4291941" y="533400"/>
            <a:ext cx="3663496" cy="3297238"/>
          </a:xfrm>
        </p:spPr>
      </p:pic>
      <p:pic>
        <p:nvPicPr>
          <p:cNvPr id="26" name="Platshållare för bild 25" descr="En person som visar ritningar på pappersark med en penna">
            <a:extLst>
              <a:ext uri="{FF2B5EF4-FFF2-40B4-BE49-F238E27FC236}">
                <a16:creationId xmlns:a16="http://schemas.microsoft.com/office/drawing/2014/main" id="{099D8543-3EEB-4227-9701-35025090F534}"/>
              </a:ext>
            </a:extLst>
          </p:cNvPr>
          <p:cNvPicPr>
            <a:picLocks noGrp="1" noChangeAspect="1"/>
          </p:cNvPicPr>
          <p:nvPr>
            <p:ph type="pic" sz="quarter" idx="16"/>
          </p:nvPr>
        </p:nvPicPr>
        <p:blipFill rotWithShape="1">
          <a:blip r:embed="rId5"/>
          <a:srcRect l="13072" r="13072"/>
          <a:stretch/>
        </p:blipFill>
        <p:spPr>
          <a:xfrm>
            <a:off x="8032564" y="533400"/>
            <a:ext cx="3653023" cy="3297238"/>
          </a:xfrm>
        </p:spPr>
      </p:pic>
      <p:sp>
        <p:nvSpPr>
          <p:cNvPr id="16" name="Platshållare för text 15">
            <a:extLst>
              <a:ext uri="{FF2B5EF4-FFF2-40B4-BE49-F238E27FC236}">
                <a16:creationId xmlns:a16="http://schemas.microsoft.com/office/drawing/2014/main" id="{79D3D0B4-CC43-4279-8230-0E15CA6CC587}"/>
              </a:ext>
            </a:extLst>
          </p:cNvPr>
          <p:cNvSpPr>
            <a:spLocks noGrp="1"/>
          </p:cNvSpPr>
          <p:nvPr>
            <p:ph type="body" sz="quarter" idx="13"/>
          </p:nvPr>
        </p:nvSpPr>
        <p:spPr>
          <a:xfrm>
            <a:off x="5486400" y="4038600"/>
            <a:ext cx="6199189" cy="2235200"/>
          </a:xfrm>
        </p:spPr>
        <p:txBody>
          <a:bodyPr rtlCol="0"/>
          <a:lstStyle/>
          <a:p>
            <a:pPr rtl="0"/>
            <a:r>
              <a:rPr lang="sv-SE"/>
              <a:t>Med PowerPoint kan du skapa presentationer och dela ditt arbete med andra, oavsett var de befinner sig. Skriv in den text du vill använda för att komma igång. Du kan också lägga till bilder, konst och videor i den här mallen. Spara till OneDrive och få åtkomst till dina presentationer från din dator, surfplatta eller mobil.</a:t>
            </a:r>
          </a:p>
        </p:txBody>
      </p:sp>
      <p:sp>
        <p:nvSpPr>
          <p:cNvPr id="22" name="Platshållare för datum 21">
            <a:extLst>
              <a:ext uri="{FF2B5EF4-FFF2-40B4-BE49-F238E27FC236}">
                <a16:creationId xmlns:a16="http://schemas.microsoft.com/office/drawing/2014/main" id="{24499858-7E09-42AB-A3F0-2C1068A4836A}"/>
              </a:ext>
            </a:extLst>
          </p:cNvPr>
          <p:cNvSpPr>
            <a:spLocks noGrp="1"/>
          </p:cNvSpPr>
          <p:nvPr>
            <p:ph type="dt" sz="half" idx="10"/>
          </p:nvPr>
        </p:nvSpPr>
        <p:spPr>
          <a:xfrm>
            <a:off x="838200" y="6400800"/>
            <a:ext cx="2743200" cy="365125"/>
          </a:xfrm>
        </p:spPr>
        <p:txBody>
          <a:bodyPr rtlCol="0"/>
          <a:lstStyle/>
          <a:p>
            <a:pPr rtl="0"/>
            <a:r>
              <a:rPr lang="sv-SE"/>
              <a:t>2/2/20XX</a:t>
            </a:r>
          </a:p>
        </p:txBody>
      </p:sp>
      <p:sp>
        <p:nvSpPr>
          <p:cNvPr id="23" name="Platshållare för sidfot 22">
            <a:extLst>
              <a:ext uri="{FF2B5EF4-FFF2-40B4-BE49-F238E27FC236}">
                <a16:creationId xmlns:a16="http://schemas.microsoft.com/office/drawing/2014/main" id="{B3628A90-EE87-4FE9-AA39-875917A80C76}"/>
              </a:ext>
            </a:extLst>
          </p:cNvPr>
          <p:cNvSpPr>
            <a:spLocks noGrp="1"/>
          </p:cNvSpPr>
          <p:nvPr>
            <p:ph type="ftr" sz="quarter" idx="11"/>
          </p:nvPr>
        </p:nvSpPr>
        <p:spPr>
          <a:xfrm>
            <a:off x="4038600" y="6400800"/>
            <a:ext cx="4114800" cy="365125"/>
          </a:xfrm>
        </p:spPr>
        <p:txBody>
          <a:bodyPr rtlCol="0"/>
          <a:lstStyle/>
          <a:p>
            <a:pPr rtl="0"/>
            <a:r>
              <a:rPr lang="sv-SE"/>
              <a:t>PRESENTATIONENS RUBRIK</a:t>
            </a:r>
          </a:p>
        </p:txBody>
      </p:sp>
      <p:sp>
        <p:nvSpPr>
          <p:cNvPr id="24" name="Platshållare för bildnummer 23">
            <a:extLst>
              <a:ext uri="{FF2B5EF4-FFF2-40B4-BE49-F238E27FC236}">
                <a16:creationId xmlns:a16="http://schemas.microsoft.com/office/drawing/2014/main" id="{9481EC64-D6E1-4753-A68E-7C62AA16D214}"/>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9</a:t>
            </a:fld>
            <a:endParaRPr lang="sv-SE"/>
          </a:p>
        </p:txBody>
      </p:sp>
      <p:sp>
        <p:nvSpPr>
          <p:cNvPr id="68" name="Platshållare för text 67">
            <a:extLst>
              <a:ext uri="{FF2B5EF4-FFF2-40B4-BE49-F238E27FC236}">
                <a16:creationId xmlns:a16="http://schemas.microsoft.com/office/drawing/2014/main" id="{A19C76D3-8EEC-4408-AEBF-59B910FB5DD9}"/>
              </a:ext>
              <a:ext uri="{C183D7F6-B498-43B3-948B-1728B52AA6E4}">
                <adec:decorative xmlns:adec="http://schemas.microsoft.com/office/drawing/2017/decorative" val="1"/>
              </a:ext>
            </a:extLst>
          </p:cNvPr>
          <p:cNvSpPr>
            <a:spLocks noGrp="1"/>
          </p:cNvSpPr>
          <p:nvPr>
            <p:ph type="body" sz="quarter" idx="17"/>
          </p:nvPr>
        </p:nvSpPr>
        <p:spPr/>
        <p:txBody>
          <a:bodyPr rtlCol="0"/>
          <a:lstStyle/>
          <a:p>
            <a:pPr rtl="0"/>
            <a:endParaRPr lang="sv-SE"/>
          </a:p>
        </p:txBody>
      </p:sp>
      <p:sp>
        <p:nvSpPr>
          <p:cNvPr id="69" name="Platshållare för text 68">
            <a:extLst>
              <a:ext uri="{FF2B5EF4-FFF2-40B4-BE49-F238E27FC236}">
                <a16:creationId xmlns:a16="http://schemas.microsoft.com/office/drawing/2014/main" id="{BB711A32-EC33-40B5-9C82-5E6C1223DCD2}"/>
              </a:ext>
              <a:ext uri="{C183D7F6-B498-43B3-948B-1728B52AA6E4}">
                <adec:decorative xmlns:adec="http://schemas.microsoft.com/office/drawing/2017/decorative" val="1"/>
              </a:ext>
            </a:extLst>
          </p:cNvPr>
          <p:cNvSpPr>
            <a:spLocks noGrp="1"/>
          </p:cNvSpPr>
          <p:nvPr>
            <p:ph type="body" sz="quarter" idx="19"/>
          </p:nvPr>
        </p:nvSpPr>
        <p:spPr/>
        <p:txBody>
          <a:bodyPr rtlCol="0"/>
          <a:lstStyle/>
          <a:p>
            <a:pPr rtl="0"/>
            <a:endParaRPr lang="sv-SE" dirty="0"/>
          </a:p>
        </p:txBody>
      </p:sp>
    </p:spTree>
    <p:extLst>
      <p:ext uri="{BB962C8B-B14F-4D97-AF65-F5344CB8AC3E}">
        <p14:creationId xmlns:p14="http://schemas.microsoft.com/office/powerpoint/2010/main" val="63686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ubrik 13">
            <a:extLst>
              <a:ext uri="{FF2B5EF4-FFF2-40B4-BE49-F238E27FC236}">
                <a16:creationId xmlns:a16="http://schemas.microsoft.com/office/drawing/2014/main" id="{46B9C631-3446-4121-A589-4979BD628EB1}"/>
              </a:ext>
            </a:extLst>
          </p:cNvPr>
          <p:cNvSpPr>
            <a:spLocks noGrp="1"/>
          </p:cNvSpPr>
          <p:nvPr>
            <p:ph type="title"/>
          </p:nvPr>
        </p:nvSpPr>
        <p:spPr>
          <a:xfrm>
            <a:off x="822352" y="566127"/>
            <a:ext cx="10531448" cy="1386498"/>
          </a:xfrm>
        </p:spPr>
        <p:txBody>
          <a:bodyPr rtlCol="0"/>
          <a:lstStyle/>
          <a:p>
            <a:pPr rtl="0"/>
            <a:r>
              <a:rPr lang="sv-SE" dirty="0" err="1"/>
              <a:t>Results</a:t>
            </a:r>
            <a:endParaRPr lang="sv-SE" dirty="0"/>
          </a:p>
        </p:txBody>
      </p:sp>
      <p:sp>
        <p:nvSpPr>
          <p:cNvPr id="15" name="Platshållare för datum 14">
            <a:extLst>
              <a:ext uri="{FF2B5EF4-FFF2-40B4-BE49-F238E27FC236}">
                <a16:creationId xmlns:a16="http://schemas.microsoft.com/office/drawing/2014/main" id="{FD0F1781-5CFF-41D4-BAB4-468FA6D54BE6}"/>
              </a:ext>
            </a:extLst>
          </p:cNvPr>
          <p:cNvSpPr>
            <a:spLocks noGrp="1"/>
          </p:cNvSpPr>
          <p:nvPr>
            <p:ph type="dt" sz="half" idx="10"/>
          </p:nvPr>
        </p:nvSpPr>
        <p:spPr>
          <a:xfrm>
            <a:off x="838200" y="6400800"/>
            <a:ext cx="2743200" cy="365125"/>
          </a:xfrm>
        </p:spPr>
        <p:txBody>
          <a:bodyPr rtlCol="0"/>
          <a:lstStyle/>
          <a:p>
            <a:pPr rtl="0"/>
            <a:r>
              <a:rPr lang="sv-SE" dirty="0"/>
              <a:t>2/2/20XX</a:t>
            </a:r>
          </a:p>
        </p:txBody>
      </p:sp>
      <p:sp>
        <p:nvSpPr>
          <p:cNvPr id="16" name="Platshållare för sidfot 15">
            <a:extLst>
              <a:ext uri="{FF2B5EF4-FFF2-40B4-BE49-F238E27FC236}">
                <a16:creationId xmlns:a16="http://schemas.microsoft.com/office/drawing/2014/main" id="{480BDDCC-5A34-4999-8890-6FEAB235F564}"/>
              </a:ext>
            </a:extLst>
          </p:cNvPr>
          <p:cNvSpPr>
            <a:spLocks noGrp="1"/>
          </p:cNvSpPr>
          <p:nvPr>
            <p:ph type="ftr" sz="quarter" idx="11"/>
          </p:nvPr>
        </p:nvSpPr>
        <p:spPr>
          <a:xfrm>
            <a:off x="4038600" y="6400800"/>
            <a:ext cx="4114800" cy="365125"/>
          </a:xfrm>
        </p:spPr>
        <p:txBody>
          <a:bodyPr rtlCol="0"/>
          <a:lstStyle/>
          <a:p>
            <a:pPr rtl="0"/>
            <a:r>
              <a:rPr lang="sv-SE" dirty="0"/>
              <a:t>PRESENTATIONENS RUBRIK</a:t>
            </a:r>
          </a:p>
        </p:txBody>
      </p:sp>
      <p:sp>
        <p:nvSpPr>
          <p:cNvPr id="17" name="Platshållare för bildnummer 16">
            <a:extLst>
              <a:ext uri="{FF2B5EF4-FFF2-40B4-BE49-F238E27FC236}">
                <a16:creationId xmlns:a16="http://schemas.microsoft.com/office/drawing/2014/main" id="{1A5D4766-5F0E-4571-A9A2-7170EEEE17A3}"/>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10</a:t>
            </a:fld>
            <a:endParaRPr lang="sv-SE" dirty="0"/>
          </a:p>
        </p:txBody>
      </p:sp>
      <p:graphicFrame>
        <p:nvGraphicFramePr>
          <p:cNvPr id="19" name="Platshållare för innehåll 18" descr="Platshållare för stapeldiagram ">
            <a:extLst>
              <a:ext uri="{FF2B5EF4-FFF2-40B4-BE49-F238E27FC236}">
                <a16:creationId xmlns:a16="http://schemas.microsoft.com/office/drawing/2014/main" id="{DFA16334-7033-4BA3-9D13-E96DA2A323E7}"/>
              </a:ext>
            </a:extLst>
          </p:cNvPr>
          <p:cNvGraphicFramePr>
            <a:graphicFrameLocks noGrp="1"/>
          </p:cNvGraphicFramePr>
          <p:nvPr>
            <p:ph sz="quarter" idx="13"/>
            <p:extLst>
              <p:ext uri="{D42A27DB-BD31-4B8C-83A1-F6EECF244321}">
                <p14:modId xmlns:p14="http://schemas.microsoft.com/office/powerpoint/2010/main" val="4204983057"/>
              </p:ext>
            </p:extLst>
          </p:nvPr>
        </p:nvGraphicFramePr>
        <p:xfrm>
          <a:off x="1335088" y="1952625"/>
          <a:ext cx="9521825" cy="40497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17018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ubrik 8">
            <a:extLst>
              <a:ext uri="{FF2B5EF4-FFF2-40B4-BE49-F238E27FC236}">
                <a16:creationId xmlns:a16="http://schemas.microsoft.com/office/drawing/2014/main" id="{34CF6D46-0668-4D53-8C59-F859F6E2F309}"/>
              </a:ext>
            </a:extLst>
          </p:cNvPr>
          <p:cNvSpPr>
            <a:spLocks noGrp="1"/>
          </p:cNvSpPr>
          <p:nvPr>
            <p:ph type="ctrTitle"/>
          </p:nvPr>
        </p:nvSpPr>
        <p:spPr>
          <a:xfrm>
            <a:off x="5430848" y="728905"/>
            <a:ext cx="5922952" cy="3184274"/>
          </a:xfrm>
        </p:spPr>
        <p:txBody>
          <a:bodyPr rtlCol="0"/>
          <a:lstStyle/>
          <a:p>
            <a:pPr rtl="0"/>
            <a:r>
              <a:rPr lang="sv-SE" dirty="0" err="1"/>
              <a:t>Discussion</a:t>
            </a:r>
            <a:endParaRPr lang="sv-SE" dirty="0"/>
          </a:p>
        </p:txBody>
      </p:sp>
      <p:sp>
        <p:nvSpPr>
          <p:cNvPr id="14" name="Underrubrik 13">
            <a:extLst>
              <a:ext uri="{FF2B5EF4-FFF2-40B4-BE49-F238E27FC236}">
                <a16:creationId xmlns:a16="http://schemas.microsoft.com/office/drawing/2014/main" id="{6F5360D4-1E3B-45FC-B68E-C78D7F3797E1}"/>
              </a:ext>
            </a:extLst>
          </p:cNvPr>
          <p:cNvSpPr>
            <a:spLocks noGrp="1"/>
          </p:cNvSpPr>
          <p:nvPr>
            <p:ph type="subTitle" idx="1"/>
          </p:nvPr>
        </p:nvSpPr>
        <p:spPr>
          <a:xfrm>
            <a:off x="5397967" y="4072044"/>
            <a:ext cx="5942079" cy="1495379"/>
          </a:xfrm>
        </p:spPr>
        <p:txBody>
          <a:bodyPr rtlCol="0"/>
          <a:lstStyle/>
          <a:p>
            <a:pPr rtl="0"/>
            <a:r>
              <a:rPr lang="sv-SE" dirty="0"/>
              <a:t>In </a:t>
            </a:r>
            <a:r>
              <a:rPr lang="sv-SE" dirty="0" err="1"/>
              <a:t>hindsight</a:t>
            </a:r>
            <a:endParaRPr lang="sv-SE" dirty="0"/>
          </a:p>
          <a:p>
            <a:pPr rtl="0"/>
            <a:r>
              <a:rPr lang="sv-SE" dirty="0" err="1"/>
              <a:t>Improvements</a:t>
            </a:r>
            <a:endParaRPr lang="sv-SE" dirty="0"/>
          </a:p>
          <a:p>
            <a:pPr rtl="0"/>
            <a:endParaRPr lang="sv-SE" dirty="0"/>
          </a:p>
        </p:txBody>
      </p:sp>
      <p:pic>
        <p:nvPicPr>
          <p:cNvPr id="24" name="Platshållare för bild 23" descr="luffarschack">
            <a:extLst>
              <a:ext uri="{FF2B5EF4-FFF2-40B4-BE49-F238E27FC236}">
                <a16:creationId xmlns:a16="http://schemas.microsoft.com/office/drawing/2014/main" id="{AE28B949-DD41-4FAB-9BFD-9B1865AB8C09}"/>
              </a:ext>
            </a:extLst>
          </p:cNvPr>
          <p:cNvPicPr>
            <a:picLocks noGrp="1" noChangeAspect="1"/>
          </p:cNvPicPr>
          <p:nvPr>
            <p:ph type="pic" sz="quarter" idx="13"/>
          </p:nvPr>
        </p:nvPicPr>
        <p:blipFill rotWithShape="1">
          <a:blip r:embed="rId3"/>
          <a:srcRect t="6382" b="6382"/>
          <a:stretch/>
        </p:blipFill>
        <p:spPr>
          <a:xfrm>
            <a:off x="679450" y="574675"/>
            <a:ext cx="4311650" cy="2820988"/>
          </a:xfrm>
        </p:spPr>
      </p:pic>
      <p:sp>
        <p:nvSpPr>
          <p:cNvPr id="11" name="Platshållare för datum 10">
            <a:extLst>
              <a:ext uri="{FF2B5EF4-FFF2-40B4-BE49-F238E27FC236}">
                <a16:creationId xmlns:a16="http://schemas.microsoft.com/office/drawing/2014/main" id="{078A1077-0C8F-4D90-8616-EE28EC3EF632}"/>
              </a:ext>
            </a:extLst>
          </p:cNvPr>
          <p:cNvSpPr>
            <a:spLocks noGrp="1"/>
          </p:cNvSpPr>
          <p:nvPr>
            <p:ph type="dt" sz="half" idx="10"/>
          </p:nvPr>
        </p:nvSpPr>
        <p:spPr/>
        <p:txBody>
          <a:bodyPr rtlCol="0"/>
          <a:lstStyle/>
          <a:p>
            <a:pPr rtl="0"/>
            <a:r>
              <a:rPr lang="sv-SE"/>
              <a:t>2/2/20XX</a:t>
            </a:r>
          </a:p>
        </p:txBody>
      </p:sp>
      <p:sp>
        <p:nvSpPr>
          <p:cNvPr id="12" name="Platshållare för sidfot 11">
            <a:extLst>
              <a:ext uri="{FF2B5EF4-FFF2-40B4-BE49-F238E27FC236}">
                <a16:creationId xmlns:a16="http://schemas.microsoft.com/office/drawing/2014/main" id="{A90567F7-E12B-4F4E-B800-9D1435624D66}"/>
              </a:ext>
            </a:extLst>
          </p:cNvPr>
          <p:cNvSpPr>
            <a:spLocks noGrp="1"/>
          </p:cNvSpPr>
          <p:nvPr>
            <p:ph type="ftr" sz="quarter" idx="11"/>
          </p:nvPr>
        </p:nvSpPr>
        <p:spPr/>
        <p:txBody>
          <a:bodyPr rtlCol="0"/>
          <a:lstStyle/>
          <a:p>
            <a:pPr rtl="0"/>
            <a:r>
              <a:rPr lang="sv-SE"/>
              <a:t>PRESENTATIONENS RUBRIK</a:t>
            </a:r>
          </a:p>
        </p:txBody>
      </p:sp>
      <p:sp>
        <p:nvSpPr>
          <p:cNvPr id="13" name="Platshållare för bildnummer 12">
            <a:extLst>
              <a:ext uri="{FF2B5EF4-FFF2-40B4-BE49-F238E27FC236}">
                <a16:creationId xmlns:a16="http://schemas.microsoft.com/office/drawing/2014/main" id="{B9994D78-37C2-41B7-B7DD-EF7ED34BD407}"/>
              </a:ext>
            </a:extLst>
          </p:cNvPr>
          <p:cNvSpPr>
            <a:spLocks noGrp="1"/>
          </p:cNvSpPr>
          <p:nvPr>
            <p:ph type="sldNum" sz="quarter" idx="12"/>
          </p:nvPr>
        </p:nvSpPr>
        <p:spPr/>
        <p:txBody>
          <a:bodyPr rtlCol="0"/>
          <a:lstStyle/>
          <a:p>
            <a:pPr rtl="0"/>
            <a:fld id="{DFA5D71E-5CDF-4C93-8A75-5B916FDC5BEA}" type="slidenum">
              <a:rPr lang="sv-SE" smtClean="0"/>
              <a:pPr rtl="0"/>
              <a:t>11</a:t>
            </a:fld>
            <a:endParaRPr lang="sv-SE"/>
          </a:p>
        </p:txBody>
      </p:sp>
      <p:pic>
        <p:nvPicPr>
          <p:cNvPr id="2050" name="Picture 2" descr="How Deep Reinforcement Learning Can Take Content Marketing to the Next  Level - Contrend">
            <a:extLst>
              <a:ext uri="{FF2B5EF4-FFF2-40B4-BE49-F238E27FC236}">
                <a16:creationId xmlns:a16="http://schemas.microsoft.com/office/drawing/2014/main" id="{7100340F-7A1A-71CF-BF4F-556EB50B7309}"/>
              </a:ext>
            </a:extLst>
          </p:cNvPr>
          <p:cNvPicPr>
            <a:picLocks noGrp="1" noChangeAspect="1" noChangeArrowheads="1"/>
          </p:cNvPicPr>
          <p:nvPr>
            <p:ph type="pic" sz="quarter" idx="14"/>
          </p:nvPr>
        </p:nvPicPr>
        <p:blipFill>
          <a:blip r:embed="rId4">
            <a:extLst>
              <a:ext uri="{28A0092B-C50C-407E-A947-70E740481C1C}">
                <a14:useLocalDpi xmlns:a14="http://schemas.microsoft.com/office/drawing/2010/main" val="0"/>
              </a:ext>
            </a:extLst>
          </a:blip>
          <a:srcRect t="709" b="70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641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6F67426A-9C36-4C9E-B549-AD3B8874F193}"/>
              </a:ext>
            </a:extLst>
          </p:cNvPr>
          <p:cNvSpPr>
            <a:spLocks noGrp="1"/>
          </p:cNvSpPr>
          <p:nvPr>
            <p:ph type="ctrTitle"/>
          </p:nvPr>
        </p:nvSpPr>
        <p:spPr>
          <a:xfrm>
            <a:off x="485634" y="728905"/>
            <a:ext cx="5893683" cy="3184274"/>
          </a:xfrm>
        </p:spPr>
        <p:txBody>
          <a:bodyPr rtlCol="0"/>
          <a:lstStyle/>
          <a:p>
            <a:pPr rtl="0"/>
            <a:r>
              <a:rPr lang="sv-SE" dirty="0" err="1"/>
              <a:t>Thanks</a:t>
            </a:r>
            <a:r>
              <a:rPr lang="sv-SE" dirty="0"/>
              <a:t> for </a:t>
            </a:r>
            <a:r>
              <a:rPr lang="sv-SE" dirty="0" err="1"/>
              <a:t>listening</a:t>
            </a:r>
            <a:r>
              <a:rPr lang="sv-SE" dirty="0"/>
              <a:t>!</a:t>
            </a:r>
          </a:p>
        </p:txBody>
      </p:sp>
      <p:sp>
        <p:nvSpPr>
          <p:cNvPr id="6" name="Underrubrik 5">
            <a:extLst>
              <a:ext uri="{FF2B5EF4-FFF2-40B4-BE49-F238E27FC236}">
                <a16:creationId xmlns:a16="http://schemas.microsoft.com/office/drawing/2014/main" id="{A9D6F00D-881F-4920-89F9-792BA92E543D}"/>
              </a:ext>
            </a:extLst>
          </p:cNvPr>
          <p:cNvSpPr>
            <a:spLocks noGrp="1"/>
          </p:cNvSpPr>
          <p:nvPr>
            <p:ph type="body" sz="quarter" idx="14"/>
          </p:nvPr>
        </p:nvSpPr>
        <p:spPr>
          <a:xfrm>
            <a:off x="452754" y="4092681"/>
            <a:ext cx="5926564" cy="2500206"/>
          </a:xfrm>
        </p:spPr>
        <p:txBody>
          <a:bodyPr rtlCol="0">
            <a:normAutofit/>
          </a:bodyPr>
          <a:lstStyle/>
          <a:p>
            <a:pPr rtl="0"/>
            <a:r>
              <a:rPr lang="sv-SE"/>
              <a:t>Namn på presentatör</a:t>
            </a:r>
          </a:p>
          <a:p>
            <a:pPr rtl="0"/>
            <a:r>
              <a:rPr lang="sv-SE"/>
              <a:t>E-post</a:t>
            </a:r>
          </a:p>
          <a:p>
            <a:pPr rtl="0"/>
            <a:r>
              <a:rPr lang="sv-SE"/>
              <a:t>Webbplats</a:t>
            </a:r>
          </a:p>
        </p:txBody>
      </p:sp>
      <p:sp>
        <p:nvSpPr>
          <p:cNvPr id="9" name="Platshållare för datum 8">
            <a:extLst>
              <a:ext uri="{FF2B5EF4-FFF2-40B4-BE49-F238E27FC236}">
                <a16:creationId xmlns:a16="http://schemas.microsoft.com/office/drawing/2014/main" id="{3087E772-2F2C-4C47-BBBF-7E764029EAFA}"/>
              </a:ext>
            </a:extLst>
          </p:cNvPr>
          <p:cNvSpPr>
            <a:spLocks noGrp="1"/>
          </p:cNvSpPr>
          <p:nvPr>
            <p:ph type="dt" sz="half" idx="10"/>
          </p:nvPr>
        </p:nvSpPr>
        <p:spPr>
          <a:xfrm>
            <a:off x="838200" y="6400800"/>
            <a:ext cx="2743200" cy="365125"/>
          </a:xfrm>
        </p:spPr>
        <p:txBody>
          <a:bodyPr rtlCol="0"/>
          <a:lstStyle/>
          <a:p>
            <a:pPr rtl="0"/>
            <a:r>
              <a:rPr lang="sv-SE"/>
              <a:t>2/2/20XX</a:t>
            </a:r>
          </a:p>
        </p:txBody>
      </p:sp>
      <p:sp>
        <p:nvSpPr>
          <p:cNvPr id="10" name="Platshållare för sidfot 9">
            <a:extLst>
              <a:ext uri="{FF2B5EF4-FFF2-40B4-BE49-F238E27FC236}">
                <a16:creationId xmlns:a16="http://schemas.microsoft.com/office/drawing/2014/main" id="{C43915F4-91EA-41AF-93B6-5D572A9EF60D}"/>
              </a:ext>
            </a:extLst>
          </p:cNvPr>
          <p:cNvSpPr>
            <a:spLocks noGrp="1"/>
          </p:cNvSpPr>
          <p:nvPr>
            <p:ph type="ftr" sz="quarter" idx="11"/>
          </p:nvPr>
        </p:nvSpPr>
        <p:spPr>
          <a:xfrm>
            <a:off x="3581400" y="6400800"/>
            <a:ext cx="3657600" cy="365125"/>
          </a:xfrm>
        </p:spPr>
        <p:txBody>
          <a:bodyPr rtlCol="0"/>
          <a:lstStyle/>
          <a:p>
            <a:pPr rtl="0"/>
            <a:r>
              <a:rPr lang="sv-SE"/>
              <a:t>PRESENTATIONENS RUBRIK</a:t>
            </a:r>
          </a:p>
        </p:txBody>
      </p:sp>
      <p:sp>
        <p:nvSpPr>
          <p:cNvPr id="16" name="Platshållare för bildnummer 15">
            <a:extLst>
              <a:ext uri="{FF2B5EF4-FFF2-40B4-BE49-F238E27FC236}">
                <a16:creationId xmlns:a16="http://schemas.microsoft.com/office/drawing/2014/main" id="{64D73EFD-BA26-43EF-A3B9-C2877D8A6F02}"/>
              </a:ext>
            </a:extLst>
          </p:cNvPr>
          <p:cNvSpPr>
            <a:spLocks noGrp="1"/>
          </p:cNvSpPr>
          <p:nvPr>
            <p:ph type="sldNum" sz="quarter" idx="12"/>
          </p:nvPr>
        </p:nvSpPr>
        <p:spPr>
          <a:xfrm>
            <a:off x="8610600" y="6400800"/>
            <a:ext cx="2743200" cy="365125"/>
          </a:xfrm>
        </p:spPr>
        <p:txBody>
          <a:bodyPr rtlCol="0"/>
          <a:lstStyle/>
          <a:p>
            <a:pPr rtl="0"/>
            <a:fld id="{DFA5D71E-5CDF-4C93-8A75-5B916FDC5BEA}" type="slidenum">
              <a:rPr lang="sv-SE" smtClean="0"/>
              <a:pPr rtl="0"/>
              <a:t>12</a:t>
            </a:fld>
            <a:endParaRPr lang="sv-SE"/>
          </a:p>
        </p:txBody>
      </p:sp>
      <p:pic>
        <p:nvPicPr>
          <p:cNvPr id="3074" name="Picture 2" descr="35,400+ Exhausted People Stock Illustrations, Royalty-Free Vector Graphics  &amp; Clip Art - iStock">
            <a:extLst>
              <a:ext uri="{FF2B5EF4-FFF2-40B4-BE49-F238E27FC236}">
                <a16:creationId xmlns:a16="http://schemas.microsoft.com/office/drawing/2014/main" id="{4E05C1FD-C46D-360E-1A18-CB676A193E5F}"/>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4560" r="1456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754773"/>
      </p:ext>
    </p:extLst>
  </p:cSld>
  <p:clrMapOvr>
    <a:masterClrMapping/>
  </p:clrMapOvr>
</p:sld>
</file>

<file path=ppt/theme/theme1.xml><?xml version="1.0" encoding="utf-8"?>
<a:theme xmlns:a="http://schemas.openxmlformats.org/drawingml/2006/main" name="MinimalXOVTI">
  <a:themeElements>
    <a:clrScheme name="3D">
      <a:dk1>
        <a:sysClr val="windowText" lastClr="000000"/>
      </a:dk1>
      <a:lt1>
        <a:sysClr val="window" lastClr="FFFFFF"/>
      </a:lt1>
      <a:dk2>
        <a:srgbClr val="201449"/>
      </a:dk2>
      <a:lt2>
        <a:srgbClr val="F3F0E9"/>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4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1757126_TF67744617_Win32" id="{0CE848EB-2390-4FCA-9D14-2876B9215B9D}" vid="{36CD00F4-E0CC-48F9-9980-DC1B0CEF222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2450955-07b8-4515-858e-5accaba9fb0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6A6196D14A014682E248CEF50BB094" ma:contentTypeVersion="14" ma:contentTypeDescription="Create a new document." ma:contentTypeScope="" ma:versionID="c30b113f943b734cef1fee26b3ee1bd8">
  <xsd:schema xmlns:xsd="http://www.w3.org/2001/XMLSchema" xmlns:xs="http://www.w3.org/2001/XMLSchema" xmlns:p="http://schemas.microsoft.com/office/2006/metadata/properties" xmlns:ns3="119a5d66-3555-4f59-bd2a-165e7ad950fe" xmlns:ns4="62450955-07b8-4515-858e-5accaba9fb0e" targetNamespace="http://schemas.microsoft.com/office/2006/metadata/properties" ma:root="true" ma:fieldsID="3dc2330ee76b1df74f8b388a587d2218" ns3:_="" ns4:_="">
    <xsd:import namespace="119a5d66-3555-4f59-bd2a-165e7ad950fe"/>
    <xsd:import namespace="62450955-07b8-4515-858e-5accaba9fb0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AutoTags" minOccurs="0"/>
                <xsd:element ref="ns4:MediaServiceOCR" minOccurs="0"/>
                <xsd:element ref="ns4:MediaServiceGenerationTime" minOccurs="0"/>
                <xsd:element ref="ns4:MediaServiceEventHashCode" minOccurs="0"/>
                <xsd:element ref="ns4:MediaServiceSystemTags" minOccurs="0"/>
                <xsd:element ref="ns4:MediaServiceSearchProperties"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9a5d66-3555-4f59-bd2a-165e7ad950f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2450955-07b8-4515-858e-5accaba9fb0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E232BF-B213-4F24-BBD3-1528B29F127A}">
  <ds:schemaRefs>
    <ds:schemaRef ds:uri="http://schemas.microsoft.com/sharepoint/v3/contenttype/forms"/>
  </ds:schemaRefs>
</ds:datastoreItem>
</file>

<file path=customXml/itemProps2.xml><?xml version="1.0" encoding="utf-8"?>
<ds:datastoreItem xmlns:ds="http://schemas.openxmlformats.org/officeDocument/2006/customXml" ds:itemID="{46275531-F059-4661-BC99-5916D6312804}">
  <ds:schemaRefs>
    <ds:schemaRef ds:uri="http://purl.org/dc/dcmitype/"/>
    <ds:schemaRef ds:uri="http://schemas.openxmlformats.org/package/2006/metadata/core-properties"/>
    <ds:schemaRef ds:uri="http://purl.org/dc/elements/1.1/"/>
    <ds:schemaRef ds:uri="http://www.w3.org/XML/1998/namespace"/>
    <ds:schemaRef ds:uri="http://schemas.microsoft.com/office/2006/documentManagement/types"/>
    <ds:schemaRef ds:uri="62450955-07b8-4515-858e-5accaba9fb0e"/>
    <ds:schemaRef ds:uri="http://schemas.microsoft.com/office/infopath/2007/PartnerControls"/>
    <ds:schemaRef ds:uri="http://schemas.microsoft.com/office/2006/metadata/properties"/>
    <ds:schemaRef ds:uri="http://purl.org/dc/terms/"/>
    <ds:schemaRef ds:uri="119a5d66-3555-4f59-bd2a-165e7ad950fe"/>
  </ds:schemaRefs>
</ds:datastoreItem>
</file>

<file path=customXml/itemProps3.xml><?xml version="1.0" encoding="utf-8"?>
<ds:datastoreItem xmlns:ds="http://schemas.openxmlformats.org/officeDocument/2006/customXml" ds:itemID="{B6314648-F21B-4AE5-807E-68AE0C3526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9a5d66-3555-4f59-bd2a-165e7ad950fe"/>
    <ds:schemaRef ds:uri="62450955-07b8-4515-858e-5accaba9fb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 design</Template>
  <TotalTime>2094</TotalTime>
  <Words>348</Words>
  <Application>Microsoft Office PowerPoint</Application>
  <PresentationFormat>Widescreen</PresentationFormat>
  <Paragraphs>100</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Aller</vt:lpstr>
      <vt:lpstr>Arial</vt:lpstr>
      <vt:lpstr>Calibri</vt:lpstr>
      <vt:lpstr>Courier New</vt:lpstr>
      <vt:lpstr>Open sans</vt:lpstr>
      <vt:lpstr>Segoe UI</vt:lpstr>
      <vt:lpstr>MinimalXOVTI</vt:lpstr>
      <vt:lpstr>From random moves to champion</vt:lpstr>
      <vt:lpstr>Team</vt:lpstr>
      <vt:lpstr>Agenda</vt:lpstr>
      <vt:lpstr>Introduction</vt:lpstr>
      <vt:lpstr>Reinforcement Learning</vt:lpstr>
      <vt:lpstr>Deep Neural Network (DQN)</vt:lpstr>
      <vt:lpstr>So how does it work?</vt:lpstr>
      <vt:lpstr>Implementation in Matlab</vt:lpstr>
      <vt:lpstr>Visual Representation</vt:lpstr>
      <vt:lpstr>Results</vt:lpstr>
      <vt:lpstr>Discussion</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Gerne</dc:creator>
  <cp:lastModifiedBy>Jonas Gerne</cp:lastModifiedBy>
  <cp:revision>7</cp:revision>
  <dcterms:created xsi:type="dcterms:W3CDTF">2025-03-17T00:02:55Z</dcterms:created>
  <dcterms:modified xsi:type="dcterms:W3CDTF">2025-03-19T20:46:23Z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0x0101006C6A6196D14A014682E248CEF50BB094</vt:lpwstr>
  </property>
</Properties>
</file>